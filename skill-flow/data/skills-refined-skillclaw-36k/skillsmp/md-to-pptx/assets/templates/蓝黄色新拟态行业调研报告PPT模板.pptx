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1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400" r:id="rId3"/>
    <p:sldId id="260" r:id="rId4"/>
    <p:sldId id="292" r:id="rId5"/>
    <p:sldId id="295" r:id="rId6"/>
    <p:sldId id="297" r:id="rId7"/>
    <p:sldId id="296" r:id="rId8"/>
    <p:sldId id="298" r:id="rId9"/>
    <p:sldId id="269" r:id="rId10"/>
    <p:sldId id="394" r:id="rId11"/>
    <p:sldId id="300" r:id="rId12"/>
    <p:sldId id="393" r:id="rId13"/>
    <p:sldId id="293" r:id="rId14"/>
    <p:sldId id="299" r:id="rId15"/>
    <p:sldId id="395" r:id="rId16"/>
    <p:sldId id="396" r:id="rId17"/>
    <p:sldId id="294" r:id="rId18"/>
    <p:sldId id="301" r:id="rId19"/>
    <p:sldId id="397" r:id="rId20"/>
    <p:sldId id="398" r:id="rId21"/>
    <p:sldId id="399" r:id="rId22"/>
    <p:sldId id="264" r:id="rId23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65" userDrawn="1">
          <p15:clr>
            <a:srgbClr val="A4A3A4"/>
          </p15:clr>
        </p15:guide>
        <p15:guide id="2" orient="horz" pos="3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744"/>
    <a:srgbClr val="1599FC"/>
    <a:srgbClr val="0085FC"/>
    <a:srgbClr val="5B6780"/>
    <a:srgbClr val="E96126"/>
    <a:srgbClr val="E7EFF8"/>
    <a:srgbClr val="EC7742"/>
    <a:srgbClr val="3CDF85"/>
    <a:srgbClr val="E81717"/>
    <a:srgbClr val="626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3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642" y="96"/>
      </p:cViewPr>
      <p:guideLst>
        <p:guide pos="665"/>
        <p:guide orient="horz" pos="36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38-4FA5-89C2-486FD1840C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38-4FA5-89C2-486FD1840C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38-4FA5-89C2-486FD1840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398000"/>
        <c:axId val="111410480"/>
      </c:barChart>
      <c:catAx>
        <c:axId val="11139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410480"/>
        <c:crosses val="autoZero"/>
        <c:auto val="1"/>
        <c:lblAlgn val="ctr"/>
        <c:lblOffset val="100"/>
        <c:noMultiLvlLbl val="0"/>
      </c:catAx>
      <c:valAx>
        <c:axId val="11141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39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75000">
                  <a:schemeClr val="accent2"/>
                </a:gs>
              </a:gsLst>
              <a:lin ang="13500000" scaled="1"/>
              <a:tileRect/>
            </a:gradFill>
            <a:ln>
              <a:noFill/>
            </a:ln>
            <a:effectLst/>
          </c:spPr>
          <c:cat>
            <c:strRef>
              <c:f>Sheet1!$A$2:$A$9</c:f>
              <c:strCache>
                <c:ptCount val="8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50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138</c:v>
                </c:pt>
                <c:pt idx="7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C-4FA0-8AB5-72D45EF5D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4112840"/>
        <c:axId val="1074116360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50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138</c:v>
                </c:pt>
                <c:pt idx="7">
                  <c:v>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4C-4FA0-8AB5-72D45EF5D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4112840"/>
        <c:axId val="1074116360"/>
      </c:lineChart>
      <c:catAx>
        <c:axId val="1074112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74116360"/>
        <c:crosses val="autoZero"/>
        <c:auto val="1"/>
        <c:lblAlgn val="ctr"/>
        <c:lblOffset val="100"/>
        <c:noMultiLvlLbl val="0"/>
      </c:catAx>
      <c:valAx>
        <c:axId val="1074116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74112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DC-457F-B8BF-553CA8D7003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6DC-457F-B8BF-553CA8D7003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6DC-457F-B8BF-553CA8D70036}"/>
              </c:ext>
            </c:extLst>
          </c:dPt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43800</c:v>
                </c:pt>
                <c:pt idx="1">
                  <c:v>69400</c:v>
                </c:pt>
                <c:pt idx="2">
                  <c:v>104400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DC-457F-B8BF-553CA8D700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074112840"/>
        <c:axId val="1074116360"/>
      </c:barChart>
      <c:catAx>
        <c:axId val="1074112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74116360"/>
        <c:crosses val="autoZero"/>
        <c:auto val="1"/>
        <c:lblAlgn val="ctr"/>
        <c:lblOffset val="100"/>
        <c:noMultiLvlLbl val="0"/>
      </c:catAx>
      <c:valAx>
        <c:axId val="1074116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74112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>
                <a:outerShdw blurRad="254000" dist="355600" dir="8100000" algn="tr" rotWithShape="0">
                  <a:schemeClr val="accent1">
                    <a:lumMod val="50000"/>
                    <a:alpha val="17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DE4-4F2D-83A9-9ADC5B4BCA46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DE4-4F2D-83A9-9ADC5B4BCA46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0.26500000000000001</c:v>
                </c:pt>
                <c:pt idx="1">
                  <c:v>0.73499999999999999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E4-4F2D-83A9-9ADC5B4BC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03237479914905E-2"/>
          <c:y val="0.20643983558724929"/>
          <c:w val="0.95347656910844192"/>
          <c:h val="0.70265263437634717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here1</c:v>
                </c:pt>
              </c:strCache>
            </c:strRef>
          </c:tx>
          <c:spPr>
            <a:ln w="25400" cap="sq">
              <a:solidFill>
                <a:schemeClr val="tx2"/>
              </a:solidFill>
              <a:miter lim="800000"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3.1</c:v>
                </c:pt>
                <c:pt idx="2">
                  <c:v>2.2000000000000002</c:v>
                </c:pt>
                <c:pt idx="3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553-4D33-9616-2164774526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here2</c:v>
                </c:pt>
              </c:strCache>
            </c:strRef>
          </c:tx>
          <c:spPr>
            <a:ln w="25400" cap="sq">
              <a:solidFill>
                <a:schemeClr val="accent3"/>
              </a:solidFill>
              <a:bevel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2.5</c:v>
                </c:pt>
                <c:pt idx="2">
                  <c:v>1.8</c:v>
                </c:pt>
                <c:pt idx="3">
                  <c:v>1.5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53-4D33-9616-216477452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5617104"/>
        <c:axId val="1025618672"/>
      </c:lineChart>
      <c:catAx>
        <c:axId val="102561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25618672"/>
        <c:crosses val="autoZero"/>
        <c:auto val="1"/>
        <c:lblAlgn val="ctr"/>
        <c:lblOffset val="100"/>
        <c:noMultiLvlLbl val="0"/>
      </c:catAx>
      <c:valAx>
        <c:axId val="10256186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2561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C3F50-8ACC-9868-A766-D5D1EF0A5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4B9E3B-4FB3-667E-13D3-72339B8B8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9BCA5-8BD7-0E74-DC05-20D7E2EF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D413C6-62AA-45D8-9EC5-B38135A4A6EB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F5DFC-FB0C-80DF-8A63-6F7627A4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ED8EF5-8F0B-FA24-4D5B-B13278A1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6EE9DD-C291-41D6-94ED-8B946641E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35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8EC6E0-21FA-A946-B95F-1721AE10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D413C6-62AA-45D8-9EC5-B38135A4A6EB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336C40-AC9E-5E9E-5672-D3078F41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5743CF-551D-F532-3A19-0B238DF6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6EE9DD-C291-41D6-94ED-8B946641E0A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140661-9F94-6BAA-3025-C6D59F909747}"/>
              </a:ext>
            </a:extLst>
          </p:cNvPr>
          <p:cNvSpPr txBox="1"/>
          <p:nvPr userDrawn="1"/>
        </p:nvSpPr>
        <p:spPr>
          <a:xfrm>
            <a:off x="9576194" y="8569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6BFEF1D-A8F1-82CA-7704-2CB565C514A7}"/>
              </a:ext>
            </a:extLst>
          </p:cNvPr>
          <p:cNvGrpSpPr/>
          <p:nvPr userDrawn="1"/>
        </p:nvGrpSpPr>
        <p:grpSpPr>
          <a:xfrm>
            <a:off x="9372595" y="928479"/>
            <a:ext cx="416590" cy="195470"/>
            <a:chOff x="9434513" y="928479"/>
            <a:chExt cx="416590" cy="19547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CB2D3C3-65BD-ECF5-ED3A-FA825F5E394C}"/>
                </a:ext>
              </a:extLst>
            </p:cNvPr>
            <p:cNvSpPr/>
            <p:nvPr/>
          </p:nvSpPr>
          <p:spPr>
            <a:xfrm>
              <a:off x="9434513" y="928479"/>
              <a:ext cx="416590" cy="19547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5000">
                  <a:schemeClr val="accent1">
                    <a:lumMod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path path="shape">
                <a:fillToRect r="8069" b="50000"/>
              </a:path>
              <a:tileRect/>
            </a:gradFill>
            <a:ln w="31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BD64672-09E3-A130-5876-4DFFC1799700}"/>
                </a:ext>
              </a:extLst>
            </p:cNvPr>
            <p:cNvGrpSpPr/>
            <p:nvPr/>
          </p:nvGrpSpPr>
          <p:grpSpPr>
            <a:xfrm>
              <a:off x="9674325" y="952958"/>
              <a:ext cx="146431" cy="146513"/>
              <a:chOff x="1167942" y="4571507"/>
              <a:chExt cx="349708" cy="349902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F04C8217-1B6F-D99A-E77A-446BC7AE8828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3EB0AD2B-E848-E2F0-61C6-43DA5425D57C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</p:grp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D88BBF4-F3A0-C6D6-349B-244FD8F40543}"/>
              </a:ext>
            </a:extLst>
          </p:cNvPr>
          <p:cNvSpPr/>
          <p:nvPr userDrawn="1"/>
        </p:nvSpPr>
        <p:spPr>
          <a:xfrm>
            <a:off x="1056081" y="906785"/>
            <a:ext cx="2940962" cy="682502"/>
          </a:xfrm>
          <a:prstGeom prst="roundRect">
            <a:avLst>
              <a:gd name="adj" fmla="val 7276"/>
            </a:avLst>
          </a:prstGeom>
          <a:gradFill flip="none" rotWithShape="1">
            <a:gsLst>
              <a:gs pos="7585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952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F6B8744-A0A7-B39F-7C8F-BDDA4722B673}"/>
              </a:ext>
            </a:extLst>
          </p:cNvPr>
          <p:cNvGrpSpPr/>
          <p:nvPr userDrawn="1"/>
        </p:nvGrpSpPr>
        <p:grpSpPr>
          <a:xfrm>
            <a:off x="3622130" y="1157109"/>
            <a:ext cx="156772" cy="181854"/>
            <a:chOff x="6561039" y="2492896"/>
            <a:chExt cx="172217" cy="199772"/>
          </a:xfrm>
        </p:grpSpPr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D9B7EB89-1A00-21AB-94FF-853138F7B546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289D643-2D29-A061-16ED-3A439F866030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0ECD69E-978A-43E0-464F-D3AE40FBA94A}"/>
              </a:ext>
            </a:extLst>
          </p:cNvPr>
          <p:cNvGrpSpPr/>
          <p:nvPr userDrawn="1"/>
        </p:nvGrpSpPr>
        <p:grpSpPr>
          <a:xfrm>
            <a:off x="899513" y="1091381"/>
            <a:ext cx="313136" cy="313310"/>
            <a:chOff x="1167942" y="4571507"/>
            <a:chExt cx="349708" cy="349902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FB8081F-167F-0D9D-3E46-62CE28528E64}"/>
                </a:ext>
              </a:extLst>
            </p:cNvPr>
            <p:cNvSpPr/>
            <p:nvPr/>
          </p:nvSpPr>
          <p:spPr>
            <a:xfrm>
              <a:off x="1167942" y="4571507"/>
              <a:ext cx="349708" cy="3499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E1E347A-8B0E-B3C2-74A4-2B696E3065A0}"/>
                </a:ext>
              </a:extLst>
            </p:cNvPr>
            <p:cNvSpPr/>
            <p:nvPr/>
          </p:nvSpPr>
          <p:spPr>
            <a:xfrm>
              <a:off x="1167942" y="4571507"/>
              <a:ext cx="349708" cy="34990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762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48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77F1B3-9A38-BEF6-434F-FF7D064D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D413C6-62AA-45D8-9EC5-B38135A4A6EB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BA0E53-54F1-EA9A-4888-071AC7A2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08F886-90B2-07F0-0094-530196B3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6EE9DD-C291-41D6-94ED-8B946641E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53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E5AD6-C495-FB68-B2F2-0B39CFA6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8A4D3D-B648-FC6E-EEA2-0301966B2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13D19-BDE1-26EF-38B7-30D52730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D413C6-62AA-45D8-9EC5-B38135A4A6EB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91B4D-6E29-BFA1-F6C3-357552B5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CDB95-7E91-B71E-CAAA-E9B2896B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6EE9DD-C291-41D6-94ED-8B946641E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62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EF3A47F-BB1B-B74C-569E-34E4C3A0ABE0}"/>
              </a:ext>
            </a:extLst>
          </p:cNvPr>
          <p:cNvSpPr/>
          <p:nvPr userDrawn="1"/>
        </p:nvSpPr>
        <p:spPr>
          <a:xfrm rot="19019656">
            <a:off x="-1559493" y="3281279"/>
            <a:ext cx="11796372" cy="4097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2421">
                <a:schemeClr val="accent1">
                  <a:lumMod val="100000"/>
                </a:schemeClr>
              </a:gs>
              <a:gs pos="100000">
                <a:schemeClr val="bg2"/>
              </a:gs>
            </a:gsLst>
            <a:path path="shape">
              <a:fillToRect r="8069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A928F1-05CD-62F8-F158-EC901D9DBE12}"/>
              </a:ext>
            </a:extLst>
          </p:cNvPr>
          <p:cNvSpPr/>
          <p:nvPr userDrawn="1"/>
        </p:nvSpPr>
        <p:spPr>
          <a:xfrm rot="19019656">
            <a:off x="-426055" y="3281279"/>
            <a:ext cx="11796372" cy="4097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2421">
                <a:schemeClr val="accent1">
                  <a:lumMod val="100000"/>
                </a:schemeClr>
              </a:gs>
              <a:gs pos="100000">
                <a:schemeClr val="bg2"/>
              </a:gs>
            </a:gsLst>
            <a:path path="shape">
              <a:fillToRect r="8069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BA7EC9-F7A3-71B7-4314-7F587511B5D9}"/>
              </a:ext>
            </a:extLst>
          </p:cNvPr>
          <p:cNvSpPr/>
          <p:nvPr userDrawn="1"/>
        </p:nvSpPr>
        <p:spPr>
          <a:xfrm rot="19019656">
            <a:off x="707383" y="3281279"/>
            <a:ext cx="11796372" cy="4097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2421">
                <a:schemeClr val="accent1">
                  <a:lumMod val="100000"/>
                </a:schemeClr>
              </a:gs>
              <a:gs pos="100000">
                <a:schemeClr val="bg2"/>
              </a:gs>
            </a:gsLst>
            <a:path path="shape">
              <a:fillToRect r="8069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7BE7504-5473-23D8-1F07-82EEB58F0A61}"/>
              </a:ext>
            </a:extLst>
          </p:cNvPr>
          <p:cNvSpPr/>
          <p:nvPr userDrawn="1"/>
        </p:nvSpPr>
        <p:spPr>
          <a:xfrm rot="19019656">
            <a:off x="1840821" y="3281279"/>
            <a:ext cx="11796372" cy="4097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2421">
                <a:schemeClr val="accent1">
                  <a:lumMod val="100000"/>
                </a:schemeClr>
              </a:gs>
              <a:gs pos="100000">
                <a:schemeClr val="bg2"/>
              </a:gs>
            </a:gsLst>
            <a:path path="shape">
              <a:fillToRect r="8069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150F95A-337E-E4D2-874E-CB86985C9764}"/>
              </a:ext>
            </a:extLst>
          </p:cNvPr>
          <p:cNvGrpSpPr/>
          <p:nvPr userDrawn="1"/>
        </p:nvGrpSpPr>
        <p:grpSpPr>
          <a:xfrm>
            <a:off x="515937" y="549274"/>
            <a:ext cx="11160125" cy="5759451"/>
            <a:chOff x="515937" y="549274"/>
            <a:chExt cx="11160125" cy="575945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4B5733B-812F-0CF5-1873-21399DF514F1}"/>
                </a:ext>
              </a:extLst>
            </p:cNvPr>
            <p:cNvSpPr/>
            <p:nvPr/>
          </p:nvSpPr>
          <p:spPr>
            <a:xfrm>
              <a:off x="515937" y="549274"/>
              <a:ext cx="11160125" cy="5759451"/>
            </a:xfrm>
            <a:prstGeom prst="roundRect">
              <a:avLst>
                <a:gd name="adj" fmla="val 277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63500" dir="2700004" rotWithShape="0">
                <a:schemeClr val="accent1">
                  <a:lumMod val="80000"/>
                  <a:alpha val="7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chemeClr val="accent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47A0DC-5510-9493-0B1F-FD995473F99B}"/>
                </a:ext>
              </a:extLst>
            </p:cNvPr>
            <p:cNvSpPr/>
            <p:nvPr/>
          </p:nvSpPr>
          <p:spPr>
            <a:xfrm>
              <a:off x="515937" y="549274"/>
              <a:ext cx="11160125" cy="5759451"/>
            </a:xfrm>
            <a:prstGeom prst="roundRect">
              <a:avLst>
                <a:gd name="adj" fmla="val 2775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>
              <a:outerShdw blurRad="76200" dist="76200" dir="13500008" rotWithShape="0">
                <a:schemeClr val="accent1">
                  <a:lumMod val="6107"/>
                  <a:lumOff val="93893"/>
                  <a:alpha val="9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05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7355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9A56908-5D44-1460-4F32-7D3F9BF9D42C}"/>
              </a:ext>
            </a:extLst>
          </p:cNvPr>
          <p:cNvSpPr txBox="1"/>
          <p:nvPr/>
        </p:nvSpPr>
        <p:spPr>
          <a:xfrm>
            <a:off x="964042" y="2303314"/>
            <a:ext cx="7977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行业调研报告模板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EC6C95-BFF8-4A58-EC10-25D2766432CF}"/>
              </a:ext>
            </a:extLst>
          </p:cNvPr>
          <p:cNvSpPr txBox="1"/>
          <p:nvPr/>
        </p:nvSpPr>
        <p:spPr>
          <a:xfrm>
            <a:off x="964042" y="3513588"/>
            <a:ext cx="6373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INDUSTRY RESEARCH REPORT TEMPLATE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5CBB62-32C4-4D66-963A-02281828544F}"/>
              </a:ext>
            </a:extLst>
          </p:cNvPr>
          <p:cNvSpPr txBox="1"/>
          <p:nvPr/>
        </p:nvSpPr>
        <p:spPr>
          <a:xfrm>
            <a:off x="976742" y="1678806"/>
            <a:ext cx="6651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2"/>
                </a:solidFill>
                <a:latin typeface="思源黑体 CN Medium" panose="020B0600000000000000" pitchFamily="34" charset="-122"/>
                <a:ea typeface="+mj-ea"/>
              </a:rPr>
              <a:t>新拟态风</a:t>
            </a:r>
            <a:endParaRPr lang="en-US" altLang="zh-CN" sz="4000" dirty="0">
              <a:solidFill>
                <a:schemeClr val="tx2"/>
              </a:solidFill>
              <a:latin typeface="思源黑体 CN Medium" panose="020B0600000000000000" pitchFamily="34" charset="-122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3428F2-1B26-14BB-5051-BD2B321FAFC2}"/>
              </a:ext>
            </a:extLst>
          </p:cNvPr>
          <p:cNvSpPr txBox="1"/>
          <p:nvPr/>
        </p:nvSpPr>
        <p:spPr>
          <a:xfrm>
            <a:off x="964042" y="868702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65BAE53-F72F-DD9F-02D5-01384A5B2C07}"/>
              </a:ext>
            </a:extLst>
          </p:cNvPr>
          <p:cNvGrpSpPr/>
          <p:nvPr/>
        </p:nvGrpSpPr>
        <p:grpSpPr>
          <a:xfrm>
            <a:off x="1044667" y="4224576"/>
            <a:ext cx="3057426" cy="466822"/>
            <a:chOff x="1044667" y="4513047"/>
            <a:chExt cx="3057426" cy="46682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E7C960D-78CC-6BAA-4B34-C6824AD7B074}"/>
                </a:ext>
              </a:extLst>
            </p:cNvPr>
            <p:cNvSpPr/>
            <p:nvPr/>
          </p:nvSpPr>
          <p:spPr>
            <a:xfrm>
              <a:off x="1044667" y="4513047"/>
              <a:ext cx="3000283" cy="46682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72421">
                  <a:schemeClr val="accent1">
                    <a:lumMod val="100000"/>
                  </a:schemeClr>
                </a:gs>
                <a:gs pos="100000">
                  <a:schemeClr val="accent1">
                    <a:lumMod val="21107"/>
                    <a:lumOff val="78893"/>
                  </a:schemeClr>
                </a:gs>
              </a:gsLst>
              <a:path path="shape">
                <a:fillToRect r="8069" b="50000"/>
              </a:path>
              <a:tileRect/>
            </a:gradFill>
            <a:ln>
              <a:noFill/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199A82-7661-F86F-B5BB-C55B220CE66D}"/>
                </a:ext>
              </a:extLst>
            </p:cNvPr>
            <p:cNvSpPr txBox="1"/>
            <p:nvPr/>
          </p:nvSpPr>
          <p:spPr>
            <a:xfrm>
              <a:off x="1661160" y="4577181"/>
              <a:ext cx="24409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汇报人：</a:t>
              </a:r>
              <a:r>
                <a:rPr lang="en-US" altLang="zh-CN" sz="16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XXX</a:t>
              </a: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647CE14-EB6F-A8CA-0CBD-32046111F8FC}"/>
                </a:ext>
              </a:extLst>
            </p:cNvPr>
            <p:cNvGrpSpPr/>
            <p:nvPr/>
          </p:nvGrpSpPr>
          <p:grpSpPr>
            <a:xfrm>
              <a:off x="1117142" y="4571507"/>
              <a:ext cx="349708" cy="349902"/>
              <a:chOff x="1167942" y="4571507"/>
              <a:chExt cx="349708" cy="349902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17BBD0E-8C2F-2897-9120-A9A293FB549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BF81A93-7ACB-A369-78A4-8A625472C4CC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A86AA34-86EA-6958-7CAD-E6B34664EE86}"/>
              </a:ext>
            </a:extLst>
          </p:cNvPr>
          <p:cNvCxnSpPr/>
          <p:nvPr/>
        </p:nvCxnSpPr>
        <p:spPr>
          <a:xfrm>
            <a:off x="1069621" y="3347808"/>
            <a:ext cx="632675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C7DC888-4007-9839-97B7-B712C4EEE0BA}"/>
              </a:ext>
            </a:extLst>
          </p:cNvPr>
          <p:cNvGrpSpPr/>
          <p:nvPr/>
        </p:nvGrpSpPr>
        <p:grpSpPr>
          <a:xfrm>
            <a:off x="1044667" y="4841796"/>
            <a:ext cx="3443513" cy="466822"/>
            <a:chOff x="1044667" y="4513047"/>
            <a:chExt cx="3443513" cy="466822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05B29C66-160D-BF78-55AF-CC9F3909D02E}"/>
                </a:ext>
              </a:extLst>
            </p:cNvPr>
            <p:cNvSpPr/>
            <p:nvPr/>
          </p:nvSpPr>
          <p:spPr>
            <a:xfrm>
              <a:off x="1044667" y="4513047"/>
              <a:ext cx="3000283" cy="46682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72421">
                  <a:schemeClr val="accent1">
                    <a:lumMod val="100000"/>
                  </a:schemeClr>
                </a:gs>
                <a:gs pos="100000">
                  <a:schemeClr val="accent1">
                    <a:lumMod val="21107"/>
                    <a:lumOff val="78893"/>
                  </a:schemeClr>
                </a:gs>
              </a:gsLst>
              <a:path path="shape">
                <a:fillToRect r="8069" b="50000"/>
              </a:path>
              <a:tileRect/>
            </a:gradFill>
            <a:ln>
              <a:noFill/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CD2EFD6-E88F-E5AA-A9C9-FBA258EA9643}"/>
                </a:ext>
              </a:extLst>
            </p:cNvPr>
            <p:cNvSpPr txBox="1"/>
            <p:nvPr/>
          </p:nvSpPr>
          <p:spPr>
            <a:xfrm>
              <a:off x="1661160" y="4577181"/>
              <a:ext cx="28270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时间：</a:t>
              </a:r>
              <a:r>
                <a:rPr lang="en-US" altLang="zh-CN" sz="1600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20XX</a:t>
              </a:r>
              <a:r>
                <a:rPr lang="zh-CN" altLang="en-US" sz="1600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年</a:t>
              </a:r>
              <a:r>
                <a:rPr lang="en-US" altLang="zh-CN" sz="1600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X</a:t>
              </a:r>
              <a:r>
                <a:rPr lang="zh-CN" altLang="en-US" sz="1600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月</a:t>
              </a:r>
              <a:endParaRPr lang="en-US" altLang="zh-CN" sz="16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979F54F-D0D0-3720-8355-D8878A0F51A5}"/>
                </a:ext>
              </a:extLst>
            </p:cNvPr>
            <p:cNvGrpSpPr/>
            <p:nvPr/>
          </p:nvGrpSpPr>
          <p:grpSpPr>
            <a:xfrm>
              <a:off x="1117142" y="4571507"/>
              <a:ext cx="349708" cy="349902"/>
              <a:chOff x="1167942" y="4571507"/>
              <a:chExt cx="349708" cy="349902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F3B0B008-D34D-FEFB-EE27-F7F848D6041E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4D9193A-D740-6634-D053-469B26C388EA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545F987-E9DA-9B20-2264-6BFE6B923E48}"/>
              </a:ext>
            </a:extLst>
          </p:cNvPr>
          <p:cNvGrpSpPr/>
          <p:nvPr/>
        </p:nvGrpSpPr>
        <p:grpSpPr>
          <a:xfrm>
            <a:off x="512064" y="5687070"/>
            <a:ext cx="11181079" cy="338554"/>
            <a:chOff x="512064" y="5687070"/>
            <a:chExt cx="11181079" cy="33855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A684E1C-26CB-40C1-8D1A-A8054874DDA0}"/>
                </a:ext>
              </a:extLst>
            </p:cNvPr>
            <p:cNvSpPr/>
            <p:nvPr/>
          </p:nvSpPr>
          <p:spPr>
            <a:xfrm>
              <a:off x="512064" y="5687070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F5CD62-9614-D135-95A9-72EA6B97A76E}"/>
                </a:ext>
              </a:extLst>
            </p:cNvPr>
            <p:cNvSpPr txBox="1"/>
            <p:nvPr/>
          </p:nvSpPr>
          <p:spPr>
            <a:xfrm>
              <a:off x="964042" y="5733237"/>
              <a:ext cx="5532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 dirty="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INDUSTRY RESEARCH REPORT TEMPLATE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3F4FB5A-2D94-E951-79CC-058DDB7A6067}"/>
                </a:ext>
              </a:extLst>
            </p:cNvPr>
            <p:cNvSpPr txBox="1"/>
            <p:nvPr/>
          </p:nvSpPr>
          <p:spPr>
            <a:xfrm>
              <a:off x="5695950" y="5733237"/>
              <a:ext cx="56927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spc="600" dirty="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INDUSTRY RESEARCH REPORT TEMPLATE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8EBF805-457F-7AF5-5A96-131A341C7C78}"/>
                </a:ext>
              </a:extLst>
            </p:cNvPr>
            <p:cNvSpPr/>
            <p:nvPr/>
          </p:nvSpPr>
          <p:spPr>
            <a:xfrm>
              <a:off x="6117431" y="5826978"/>
              <a:ext cx="58738" cy="5873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0049C71E-1A53-5367-0717-5CDFB4A058A3}"/>
              </a:ext>
            </a:extLst>
          </p:cNvPr>
          <p:cNvSpPr txBox="1"/>
          <p:nvPr/>
        </p:nvSpPr>
        <p:spPr>
          <a:xfrm>
            <a:off x="3275326" y="2007916"/>
            <a:ext cx="432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营销策划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行业调研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数据报告</a:t>
            </a:r>
            <a:endParaRPr lang="zh-CN" altLang="en-US" sz="1400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60EA67AF-4DCF-BC7C-3FD5-6AA8EF95E622}"/>
              </a:ext>
            </a:extLst>
          </p:cNvPr>
          <p:cNvGrpSpPr/>
          <p:nvPr/>
        </p:nvGrpSpPr>
        <p:grpSpPr>
          <a:xfrm>
            <a:off x="7196078" y="1449758"/>
            <a:ext cx="4718680" cy="4237312"/>
            <a:chOff x="2948546" y="1647186"/>
            <a:chExt cx="4718680" cy="4237312"/>
          </a:xfrm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3CB51E07-07D9-2935-030A-EB60582D63FF}"/>
                </a:ext>
              </a:extLst>
            </p:cNvPr>
            <p:cNvGrpSpPr/>
            <p:nvPr/>
          </p:nvGrpSpPr>
          <p:grpSpPr>
            <a:xfrm>
              <a:off x="4529343" y="5196308"/>
              <a:ext cx="1294000" cy="670322"/>
              <a:chOff x="4474888" y="5214176"/>
              <a:chExt cx="1294000" cy="670322"/>
            </a:xfrm>
          </p:grpSpPr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4AF45614-2E6B-27E3-B2E0-68C9B321A3FD}"/>
                  </a:ext>
                </a:extLst>
              </p:cNvPr>
              <p:cNvGrpSpPr/>
              <p:nvPr/>
            </p:nvGrpSpPr>
            <p:grpSpPr>
              <a:xfrm>
                <a:off x="4474888" y="5320556"/>
                <a:ext cx="865093" cy="563942"/>
                <a:chOff x="4474888" y="5320556"/>
                <a:chExt cx="865093" cy="563942"/>
              </a:xfrm>
            </p:grpSpPr>
            <p:sp>
              <p:nvSpPr>
                <p:cNvPr id="302" name="任意多边形: 形状 301">
                  <a:extLst>
                    <a:ext uri="{FF2B5EF4-FFF2-40B4-BE49-F238E27FC236}">
                      <a16:creationId xmlns:a16="http://schemas.microsoft.com/office/drawing/2014/main" id="{7180A8A7-07CD-ED56-EA26-244908AA87AD}"/>
                    </a:ext>
                  </a:extLst>
                </p:cNvPr>
                <p:cNvSpPr/>
                <p:nvPr/>
              </p:nvSpPr>
              <p:spPr>
                <a:xfrm>
                  <a:off x="4474888" y="5320556"/>
                  <a:ext cx="865093" cy="563942"/>
                </a:xfrm>
                <a:custGeom>
                  <a:avLst/>
                  <a:gdLst>
                    <a:gd name="connsiteX0" fmla="*/ 829117 w 865093"/>
                    <a:gd name="connsiteY0" fmla="*/ 0 h 563942"/>
                    <a:gd name="connsiteX1" fmla="*/ 865093 w 865093"/>
                    <a:gd name="connsiteY1" fmla="*/ 0 h 563942"/>
                    <a:gd name="connsiteX2" fmla="*/ 865093 w 865093"/>
                    <a:gd name="connsiteY2" fmla="*/ 563942 h 563942"/>
                    <a:gd name="connsiteX3" fmla="*/ 829117 w 865093"/>
                    <a:gd name="connsiteY3" fmla="*/ 563942 h 563942"/>
                    <a:gd name="connsiteX4" fmla="*/ 35976 w 865093"/>
                    <a:gd name="connsiteY4" fmla="*/ 563942 h 563942"/>
                    <a:gd name="connsiteX5" fmla="*/ 0 w 865093"/>
                    <a:gd name="connsiteY5" fmla="*/ 563942 h 563942"/>
                    <a:gd name="connsiteX6" fmla="*/ 0 w 865093"/>
                    <a:gd name="connsiteY6" fmla="*/ 0 h 563942"/>
                    <a:gd name="connsiteX7" fmla="*/ 35976 w 865093"/>
                    <a:gd name="connsiteY7" fmla="*/ 0 h 56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5093" h="563942">
                      <a:moveTo>
                        <a:pt x="829117" y="0"/>
                      </a:moveTo>
                      <a:cubicBezTo>
                        <a:pt x="848986" y="0"/>
                        <a:pt x="865093" y="0"/>
                        <a:pt x="865093" y="0"/>
                      </a:cubicBezTo>
                      <a:lnTo>
                        <a:pt x="865093" y="563942"/>
                      </a:lnTo>
                      <a:cubicBezTo>
                        <a:pt x="865093" y="563942"/>
                        <a:pt x="848986" y="563942"/>
                        <a:pt x="829117" y="563942"/>
                      </a:cubicBezTo>
                      <a:lnTo>
                        <a:pt x="35976" y="563942"/>
                      </a:lnTo>
                      <a:cubicBezTo>
                        <a:pt x="16107" y="563942"/>
                        <a:pt x="0" y="563942"/>
                        <a:pt x="0" y="56394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3" name="任意多边形: 形状 302">
                  <a:extLst>
                    <a:ext uri="{FF2B5EF4-FFF2-40B4-BE49-F238E27FC236}">
                      <a16:creationId xmlns:a16="http://schemas.microsoft.com/office/drawing/2014/main" id="{8732178F-9C76-6A0E-DFA8-2B15D7615534}"/>
                    </a:ext>
                  </a:extLst>
                </p:cNvPr>
                <p:cNvSpPr/>
                <p:nvPr/>
              </p:nvSpPr>
              <p:spPr>
                <a:xfrm>
                  <a:off x="4474888" y="5320556"/>
                  <a:ext cx="865093" cy="563942"/>
                </a:xfrm>
                <a:custGeom>
                  <a:avLst/>
                  <a:gdLst>
                    <a:gd name="connsiteX0" fmla="*/ 829117 w 865093"/>
                    <a:gd name="connsiteY0" fmla="*/ 0 h 563942"/>
                    <a:gd name="connsiteX1" fmla="*/ 865093 w 865093"/>
                    <a:gd name="connsiteY1" fmla="*/ 0 h 563942"/>
                    <a:gd name="connsiteX2" fmla="*/ 865093 w 865093"/>
                    <a:gd name="connsiteY2" fmla="*/ 563942 h 563942"/>
                    <a:gd name="connsiteX3" fmla="*/ 829117 w 865093"/>
                    <a:gd name="connsiteY3" fmla="*/ 563942 h 563942"/>
                    <a:gd name="connsiteX4" fmla="*/ 35976 w 865093"/>
                    <a:gd name="connsiteY4" fmla="*/ 563942 h 563942"/>
                    <a:gd name="connsiteX5" fmla="*/ 0 w 865093"/>
                    <a:gd name="connsiteY5" fmla="*/ 563942 h 563942"/>
                    <a:gd name="connsiteX6" fmla="*/ 0 w 865093"/>
                    <a:gd name="connsiteY6" fmla="*/ 0 h 563942"/>
                    <a:gd name="connsiteX7" fmla="*/ 35976 w 865093"/>
                    <a:gd name="connsiteY7" fmla="*/ 0 h 56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5093" h="563942">
                      <a:moveTo>
                        <a:pt x="829117" y="0"/>
                      </a:moveTo>
                      <a:cubicBezTo>
                        <a:pt x="848986" y="0"/>
                        <a:pt x="865093" y="0"/>
                        <a:pt x="865093" y="0"/>
                      </a:cubicBezTo>
                      <a:lnTo>
                        <a:pt x="865093" y="563942"/>
                      </a:lnTo>
                      <a:cubicBezTo>
                        <a:pt x="865093" y="563942"/>
                        <a:pt x="848986" y="563942"/>
                        <a:pt x="829117" y="563942"/>
                      </a:cubicBezTo>
                      <a:lnTo>
                        <a:pt x="35976" y="563942"/>
                      </a:lnTo>
                      <a:cubicBezTo>
                        <a:pt x="16107" y="563942"/>
                        <a:pt x="0" y="563942"/>
                        <a:pt x="0" y="56394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508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4" name="任意多边形: 形状 303">
                  <a:extLst>
                    <a:ext uri="{FF2B5EF4-FFF2-40B4-BE49-F238E27FC236}">
                      <a16:creationId xmlns:a16="http://schemas.microsoft.com/office/drawing/2014/main" id="{6F1B1BF6-010B-A898-3BBF-EA0180BA5E7B}"/>
                    </a:ext>
                  </a:extLst>
                </p:cNvPr>
                <p:cNvSpPr/>
                <p:nvPr/>
              </p:nvSpPr>
              <p:spPr>
                <a:xfrm>
                  <a:off x="4657151" y="5410019"/>
                  <a:ext cx="510931" cy="32521"/>
                </a:xfrm>
                <a:custGeom>
                  <a:avLst/>
                  <a:gdLst>
                    <a:gd name="connsiteX0" fmla="*/ 0 w 510931"/>
                    <a:gd name="connsiteY0" fmla="*/ 0 h 32521"/>
                    <a:gd name="connsiteX1" fmla="*/ 510931 w 510931"/>
                    <a:gd name="connsiteY1" fmla="*/ 0 h 32521"/>
                    <a:gd name="connsiteX2" fmla="*/ 510931 w 510931"/>
                    <a:gd name="connsiteY2" fmla="*/ 32522 h 32521"/>
                    <a:gd name="connsiteX3" fmla="*/ 0 w 510931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0931" h="32521">
                      <a:moveTo>
                        <a:pt x="0" y="0"/>
                      </a:moveTo>
                      <a:lnTo>
                        <a:pt x="510931" y="0"/>
                      </a:lnTo>
                      <a:lnTo>
                        <a:pt x="51093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5" name="任意多边形: 形状 304">
                  <a:extLst>
                    <a:ext uri="{FF2B5EF4-FFF2-40B4-BE49-F238E27FC236}">
                      <a16:creationId xmlns:a16="http://schemas.microsoft.com/office/drawing/2014/main" id="{70DF2683-5612-206D-C949-5B2C3A47263D}"/>
                    </a:ext>
                  </a:extLst>
                </p:cNvPr>
                <p:cNvSpPr/>
                <p:nvPr/>
              </p:nvSpPr>
              <p:spPr>
                <a:xfrm>
                  <a:off x="4569950" y="5403944"/>
                  <a:ext cx="44791" cy="44791"/>
                </a:xfrm>
                <a:custGeom>
                  <a:avLst/>
                  <a:gdLst>
                    <a:gd name="connsiteX0" fmla="*/ 44792 w 44791"/>
                    <a:gd name="connsiteY0" fmla="*/ 22277 h 44791"/>
                    <a:gd name="connsiteX1" fmla="*/ 22515 w 44791"/>
                    <a:gd name="connsiteY1" fmla="*/ 44791 h 44791"/>
                    <a:gd name="connsiteX2" fmla="*/ 0 w 44791"/>
                    <a:gd name="connsiteY2" fmla="*/ 22515 h 44791"/>
                    <a:gd name="connsiteX3" fmla="*/ 22277 w 44791"/>
                    <a:gd name="connsiteY3" fmla="*/ 0 h 44791"/>
                    <a:gd name="connsiteX4" fmla="*/ 22515 w 44791"/>
                    <a:gd name="connsiteY4" fmla="*/ 0 h 44791"/>
                    <a:gd name="connsiteX5" fmla="*/ 44792 w 44791"/>
                    <a:gd name="connsiteY5" fmla="*/ 22277 h 44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791" h="44791">
                      <a:moveTo>
                        <a:pt x="44792" y="22277"/>
                      </a:moveTo>
                      <a:cubicBezTo>
                        <a:pt x="44863" y="34642"/>
                        <a:pt x="34880" y="44720"/>
                        <a:pt x="22515" y="44791"/>
                      </a:cubicBezTo>
                      <a:cubicBezTo>
                        <a:pt x="10150" y="44851"/>
                        <a:pt x="72" y="34880"/>
                        <a:pt x="0" y="22515"/>
                      </a:cubicBezTo>
                      <a:cubicBezTo>
                        <a:pt x="-59" y="10150"/>
                        <a:pt x="9912" y="72"/>
                        <a:pt x="22277" y="0"/>
                      </a:cubicBezTo>
                      <a:cubicBezTo>
                        <a:pt x="22360" y="0"/>
                        <a:pt x="22432" y="0"/>
                        <a:pt x="22515" y="0"/>
                      </a:cubicBezTo>
                      <a:cubicBezTo>
                        <a:pt x="34785" y="60"/>
                        <a:pt x="44732" y="9995"/>
                        <a:pt x="44792" y="222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6" name="任意多边形: 形状 305">
                  <a:extLst>
                    <a:ext uri="{FF2B5EF4-FFF2-40B4-BE49-F238E27FC236}">
                      <a16:creationId xmlns:a16="http://schemas.microsoft.com/office/drawing/2014/main" id="{04B3E797-A416-6A0D-CB17-0F859A0732DE}"/>
                    </a:ext>
                  </a:extLst>
                </p:cNvPr>
                <p:cNvSpPr/>
                <p:nvPr/>
              </p:nvSpPr>
              <p:spPr>
                <a:xfrm>
                  <a:off x="4594729" y="5518067"/>
                  <a:ext cx="283519" cy="283519"/>
                </a:xfrm>
                <a:custGeom>
                  <a:avLst/>
                  <a:gdLst>
                    <a:gd name="connsiteX0" fmla="*/ 0 w 283519"/>
                    <a:gd name="connsiteY0" fmla="*/ 0 h 283519"/>
                    <a:gd name="connsiteX1" fmla="*/ 283520 w 283519"/>
                    <a:gd name="connsiteY1" fmla="*/ 0 h 283519"/>
                    <a:gd name="connsiteX2" fmla="*/ 283520 w 283519"/>
                    <a:gd name="connsiteY2" fmla="*/ 283520 h 283519"/>
                    <a:gd name="connsiteX3" fmla="*/ 0 w 283519"/>
                    <a:gd name="connsiteY3" fmla="*/ 283520 h 283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519" h="283519">
                      <a:moveTo>
                        <a:pt x="0" y="0"/>
                      </a:moveTo>
                      <a:lnTo>
                        <a:pt x="283520" y="0"/>
                      </a:lnTo>
                      <a:lnTo>
                        <a:pt x="283520" y="283520"/>
                      </a:lnTo>
                      <a:lnTo>
                        <a:pt x="0" y="283520"/>
                      </a:lnTo>
                      <a:close/>
                    </a:path>
                  </a:pathLst>
                </a:custGeom>
                <a:solidFill>
                  <a:schemeClr val="accent1">
                    <a:lumMod val="9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7" name="任意多边形: 形状 306">
                  <a:extLst>
                    <a:ext uri="{FF2B5EF4-FFF2-40B4-BE49-F238E27FC236}">
                      <a16:creationId xmlns:a16="http://schemas.microsoft.com/office/drawing/2014/main" id="{71F5469E-E0D2-A787-8348-D89E1193A7A8}"/>
                    </a:ext>
                  </a:extLst>
                </p:cNvPr>
                <p:cNvSpPr/>
                <p:nvPr/>
              </p:nvSpPr>
              <p:spPr>
                <a:xfrm>
                  <a:off x="4610930" y="5534387"/>
                  <a:ext cx="250998" cy="250998"/>
                </a:xfrm>
                <a:custGeom>
                  <a:avLst/>
                  <a:gdLst>
                    <a:gd name="connsiteX0" fmla="*/ 0 w 250998"/>
                    <a:gd name="connsiteY0" fmla="*/ 0 h 250998"/>
                    <a:gd name="connsiteX1" fmla="*/ 250999 w 250998"/>
                    <a:gd name="connsiteY1" fmla="*/ 0 h 250998"/>
                    <a:gd name="connsiteX2" fmla="*/ 250999 w 250998"/>
                    <a:gd name="connsiteY2" fmla="*/ 250999 h 250998"/>
                    <a:gd name="connsiteX3" fmla="*/ 0 w 250998"/>
                    <a:gd name="connsiteY3" fmla="*/ 250999 h 25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0998" h="250998">
                      <a:moveTo>
                        <a:pt x="0" y="0"/>
                      </a:moveTo>
                      <a:lnTo>
                        <a:pt x="250999" y="0"/>
                      </a:lnTo>
                      <a:lnTo>
                        <a:pt x="250999" y="250999"/>
                      </a:lnTo>
                      <a:lnTo>
                        <a:pt x="0" y="250999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任意多边形: 形状 307">
                  <a:extLst>
                    <a:ext uri="{FF2B5EF4-FFF2-40B4-BE49-F238E27FC236}">
                      <a16:creationId xmlns:a16="http://schemas.microsoft.com/office/drawing/2014/main" id="{6BA861A9-DBDB-281E-5630-C4B5A7B9DC3F}"/>
                    </a:ext>
                  </a:extLst>
                </p:cNvPr>
                <p:cNvSpPr/>
                <p:nvPr/>
              </p:nvSpPr>
              <p:spPr>
                <a:xfrm>
                  <a:off x="4610930" y="5534387"/>
                  <a:ext cx="250998" cy="250998"/>
                </a:xfrm>
                <a:custGeom>
                  <a:avLst/>
                  <a:gdLst>
                    <a:gd name="connsiteX0" fmla="*/ 0 w 250998"/>
                    <a:gd name="connsiteY0" fmla="*/ 0 h 250998"/>
                    <a:gd name="connsiteX1" fmla="*/ 250999 w 250998"/>
                    <a:gd name="connsiteY1" fmla="*/ 0 h 250998"/>
                    <a:gd name="connsiteX2" fmla="*/ 250999 w 250998"/>
                    <a:gd name="connsiteY2" fmla="*/ 250999 h 250998"/>
                    <a:gd name="connsiteX3" fmla="*/ 0 w 250998"/>
                    <a:gd name="connsiteY3" fmla="*/ 250999 h 25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0998" h="250998">
                      <a:moveTo>
                        <a:pt x="0" y="0"/>
                      </a:moveTo>
                      <a:lnTo>
                        <a:pt x="250999" y="0"/>
                      </a:lnTo>
                      <a:lnTo>
                        <a:pt x="250999" y="250999"/>
                      </a:lnTo>
                      <a:lnTo>
                        <a:pt x="0" y="250999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9" name="任意多边形: 形状 308">
                  <a:extLst>
                    <a:ext uri="{FF2B5EF4-FFF2-40B4-BE49-F238E27FC236}">
                      <a16:creationId xmlns:a16="http://schemas.microsoft.com/office/drawing/2014/main" id="{B72BFA27-9A2E-787E-87DA-5D751EF96BDD}"/>
                    </a:ext>
                  </a:extLst>
                </p:cNvPr>
                <p:cNvSpPr/>
                <p:nvPr/>
              </p:nvSpPr>
              <p:spPr>
                <a:xfrm>
                  <a:off x="4610930" y="5635287"/>
                  <a:ext cx="250998" cy="150098"/>
                </a:xfrm>
                <a:custGeom>
                  <a:avLst/>
                  <a:gdLst>
                    <a:gd name="connsiteX0" fmla="*/ 0 w 250998"/>
                    <a:gd name="connsiteY0" fmla="*/ 150099 h 150098"/>
                    <a:gd name="connsiteX1" fmla="*/ 85294 w 250998"/>
                    <a:gd name="connsiteY1" fmla="*/ 36691 h 150098"/>
                    <a:gd name="connsiteX2" fmla="*/ 141641 w 250998"/>
                    <a:gd name="connsiteY2" fmla="*/ 75288 h 150098"/>
                    <a:gd name="connsiteX3" fmla="*/ 209781 w 250998"/>
                    <a:gd name="connsiteY3" fmla="*/ 0 h 150098"/>
                    <a:gd name="connsiteX4" fmla="*/ 250998 w 250998"/>
                    <a:gd name="connsiteY4" fmla="*/ 38597 h 150098"/>
                    <a:gd name="connsiteX5" fmla="*/ 250998 w 250998"/>
                    <a:gd name="connsiteY5" fmla="*/ 150099 h 150098"/>
                    <a:gd name="connsiteX6" fmla="*/ 0 w 250998"/>
                    <a:gd name="connsiteY6" fmla="*/ 150099 h 150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998" h="150098">
                      <a:moveTo>
                        <a:pt x="0" y="150099"/>
                      </a:moveTo>
                      <a:lnTo>
                        <a:pt x="85294" y="36691"/>
                      </a:lnTo>
                      <a:lnTo>
                        <a:pt x="141641" y="75288"/>
                      </a:lnTo>
                      <a:lnTo>
                        <a:pt x="209781" y="0"/>
                      </a:lnTo>
                      <a:lnTo>
                        <a:pt x="250998" y="38597"/>
                      </a:lnTo>
                      <a:lnTo>
                        <a:pt x="250998" y="150099"/>
                      </a:lnTo>
                      <a:lnTo>
                        <a:pt x="0" y="15009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61E9ABB5-332E-CB73-25C0-33F21865A124}"/>
                  </a:ext>
                </a:extLst>
              </p:cNvPr>
              <p:cNvGrpSpPr/>
              <p:nvPr/>
            </p:nvGrpSpPr>
            <p:grpSpPr>
              <a:xfrm>
                <a:off x="4740593" y="5214176"/>
                <a:ext cx="1028295" cy="670322"/>
                <a:chOff x="6341300" y="5166781"/>
                <a:chExt cx="1028295" cy="670322"/>
              </a:xfrm>
            </p:grpSpPr>
            <p:sp>
              <p:nvSpPr>
                <p:cNvPr id="286" name="任意多边形: 形状 285">
                  <a:extLst>
                    <a:ext uri="{FF2B5EF4-FFF2-40B4-BE49-F238E27FC236}">
                      <a16:creationId xmlns:a16="http://schemas.microsoft.com/office/drawing/2014/main" id="{E8D1E42D-6E0C-230C-12DD-D8A1AAE85030}"/>
                    </a:ext>
                  </a:extLst>
                </p:cNvPr>
                <p:cNvSpPr/>
                <p:nvPr/>
              </p:nvSpPr>
              <p:spPr>
                <a:xfrm>
                  <a:off x="6341300" y="5166781"/>
                  <a:ext cx="1028295" cy="670322"/>
                </a:xfrm>
                <a:custGeom>
                  <a:avLst/>
                  <a:gdLst>
                    <a:gd name="connsiteX0" fmla="*/ 992320 w 1028295"/>
                    <a:gd name="connsiteY0" fmla="*/ 0 h 670322"/>
                    <a:gd name="connsiteX1" fmla="*/ 1028296 w 1028295"/>
                    <a:gd name="connsiteY1" fmla="*/ 0 h 670322"/>
                    <a:gd name="connsiteX2" fmla="*/ 1028296 w 1028295"/>
                    <a:gd name="connsiteY2" fmla="*/ 670322 h 670322"/>
                    <a:gd name="connsiteX3" fmla="*/ 992320 w 1028295"/>
                    <a:gd name="connsiteY3" fmla="*/ 670322 h 670322"/>
                    <a:gd name="connsiteX4" fmla="*/ 35976 w 1028295"/>
                    <a:gd name="connsiteY4" fmla="*/ 670322 h 670322"/>
                    <a:gd name="connsiteX5" fmla="*/ 0 w 1028295"/>
                    <a:gd name="connsiteY5" fmla="*/ 670322 h 670322"/>
                    <a:gd name="connsiteX6" fmla="*/ 0 w 1028295"/>
                    <a:gd name="connsiteY6" fmla="*/ 0 h 670322"/>
                    <a:gd name="connsiteX7" fmla="*/ 35976 w 1028295"/>
                    <a:gd name="connsiteY7" fmla="*/ 0 h 670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28295" h="670322">
                      <a:moveTo>
                        <a:pt x="992320" y="0"/>
                      </a:moveTo>
                      <a:cubicBezTo>
                        <a:pt x="1012188" y="0"/>
                        <a:pt x="1028296" y="0"/>
                        <a:pt x="1028296" y="0"/>
                      </a:cubicBezTo>
                      <a:lnTo>
                        <a:pt x="1028296" y="670322"/>
                      </a:lnTo>
                      <a:cubicBezTo>
                        <a:pt x="1028296" y="670322"/>
                        <a:pt x="1012189" y="670322"/>
                        <a:pt x="992320" y="670322"/>
                      </a:cubicBezTo>
                      <a:lnTo>
                        <a:pt x="35976" y="670322"/>
                      </a:lnTo>
                      <a:cubicBezTo>
                        <a:pt x="16107" y="670322"/>
                        <a:pt x="0" y="670322"/>
                        <a:pt x="0" y="67032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635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7" name="任意多边形: 形状 286">
                  <a:extLst>
                    <a:ext uri="{FF2B5EF4-FFF2-40B4-BE49-F238E27FC236}">
                      <a16:creationId xmlns:a16="http://schemas.microsoft.com/office/drawing/2014/main" id="{51F4A8AA-D06D-A785-43A0-D56028CAB8C6}"/>
                    </a:ext>
                  </a:extLst>
                </p:cNvPr>
                <p:cNvSpPr/>
                <p:nvPr/>
              </p:nvSpPr>
              <p:spPr>
                <a:xfrm>
                  <a:off x="6366912" y="5516297"/>
                  <a:ext cx="62183" cy="62183"/>
                </a:xfrm>
                <a:custGeom>
                  <a:avLst/>
                  <a:gdLst>
                    <a:gd name="connsiteX0" fmla="*/ 62184 w 62183"/>
                    <a:gd name="connsiteY0" fmla="*/ 31092 h 62183"/>
                    <a:gd name="connsiteX1" fmla="*/ 31092 w 62183"/>
                    <a:gd name="connsiteY1" fmla="*/ 62184 h 62183"/>
                    <a:gd name="connsiteX2" fmla="*/ 0 w 62183"/>
                    <a:gd name="connsiteY2" fmla="*/ 31092 h 62183"/>
                    <a:gd name="connsiteX3" fmla="*/ 31092 w 62183"/>
                    <a:gd name="connsiteY3" fmla="*/ 0 h 62183"/>
                    <a:gd name="connsiteX4" fmla="*/ 62184 w 62183"/>
                    <a:gd name="connsiteY4" fmla="*/ 31092 h 62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83" h="62183">
                      <a:moveTo>
                        <a:pt x="62184" y="31092"/>
                      </a:moveTo>
                      <a:cubicBezTo>
                        <a:pt x="62184" y="48264"/>
                        <a:pt x="48264" y="62184"/>
                        <a:pt x="31092" y="62184"/>
                      </a:cubicBezTo>
                      <a:cubicBezTo>
                        <a:pt x="13920" y="62184"/>
                        <a:pt x="0" y="48263"/>
                        <a:pt x="0" y="31092"/>
                      </a:cubicBezTo>
                      <a:cubicBezTo>
                        <a:pt x="0" y="13920"/>
                        <a:pt x="13920" y="0"/>
                        <a:pt x="31092" y="0"/>
                      </a:cubicBezTo>
                      <a:cubicBezTo>
                        <a:pt x="48264" y="0"/>
                        <a:pt x="62184" y="13921"/>
                        <a:pt x="62184" y="31092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8" name="任意多边形: 形状 287">
                  <a:extLst>
                    <a:ext uri="{FF2B5EF4-FFF2-40B4-BE49-F238E27FC236}">
                      <a16:creationId xmlns:a16="http://schemas.microsoft.com/office/drawing/2014/main" id="{32E0EDD3-D64B-6ACE-3BA4-55245AF5CFD4}"/>
                    </a:ext>
                  </a:extLst>
                </p:cNvPr>
                <p:cNvSpPr/>
                <p:nvPr/>
              </p:nvSpPr>
              <p:spPr>
                <a:xfrm>
                  <a:off x="6600041" y="5580029"/>
                  <a:ext cx="327000" cy="32521"/>
                </a:xfrm>
                <a:custGeom>
                  <a:avLst/>
                  <a:gdLst>
                    <a:gd name="connsiteX0" fmla="*/ 0 w 327000"/>
                    <a:gd name="connsiteY0" fmla="*/ 0 h 32521"/>
                    <a:gd name="connsiteX1" fmla="*/ 327001 w 327000"/>
                    <a:gd name="connsiteY1" fmla="*/ 0 h 32521"/>
                    <a:gd name="connsiteX2" fmla="*/ 327001 w 327000"/>
                    <a:gd name="connsiteY2" fmla="*/ 32522 h 32521"/>
                    <a:gd name="connsiteX3" fmla="*/ 0 w 327000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7000" h="32521">
                      <a:moveTo>
                        <a:pt x="0" y="0"/>
                      </a:moveTo>
                      <a:lnTo>
                        <a:pt x="327001" y="0"/>
                      </a:lnTo>
                      <a:lnTo>
                        <a:pt x="32700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9" name="任意多边形: 形状 288">
                  <a:extLst>
                    <a:ext uri="{FF2B5EF4-FFF2-40B4-BE49-F238E27FC236}">
                      <a16:creationId xmlns:a16="http://schemas.microsoft.com/office/drawing/2014/main" id="{CAB89527-5FA6-2011-27DE-81B49B1F3DD0}"/>
                    </a:ext>
                  </a:extLst>
                </p:cNvPr>
                <p:cNvSpPr/>
                <p:nvPr/>
              </p:nvSpPr>
              <p:spPr>
                <a:xfrm>
                  <a:off x="6600041" y="5668063"/>
                  <a:ext cx="142712" cy="32521"/>
                </a:xfrm>
                <a:custGeom>
                  <a:avLst/>
                  <a:gdLst>
                    <a:gd name="connsiteX0" fmla="*/ 0 w 142712"/>
                    <a:gd name="connsiteY0" fmla="*/ 0 h 32521"/>
                    <a:gd name="connsiteX1" fmla="*/ 142713 w 142712"/>
                    <a:gd name="connsiteY1" fmla="*/ 0 h 32521"/>
                    <a:gd name="connsiteX2" fmla="*/ 142713 w 142712"/>
                    <a:gd name="connsiteY2" fmla="*/ 32521 h 32521"/>
                    <a:gd name="connsiteX3" fmla="*/ 0 w 142712"/>
                    <a:gd name="connsiteY3" fmla="*/ 32521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712" h="32521">
                      <a:moveTo>
                        <a:pt x="0" y="0"/>
                      </a:moveTo>
                      <a:lnTo>
                        <a:pt x="142713" y="0"/>
                      </a:lnTo>
                      <a:lnTo>
                        <a:pt x="142713" y="32521"/>
                      </a:lnTo>
                      <a:lnTo>
                        <a:pt x="0" y="3252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多边形: 形状 289">
                  <a:extLst>
                    <a:ext uri="{FF2B5EF4-FFF2-40B4-BE49-F238E27FC236}">
                      <a16:creationId xmlns:a16="http://schemas.microsoft.com/office/drawing/2014/main" id="{E032A6D5-3EAF-444C-B2D3-CE48FB8CD092}"/>
                    </a:ext>
                  </a:extLst>
                </p:cNvPr>
                <p:cNvSpPr/>
                <p:nvPr/>
              </p:nvSpPr>
              <p:spPr>
                <a:xfrm>
                  <a:off x="6600041" y="5491876"/>
                  <a:ext cx="327000" cy="32521"/>
                </a:xfrm>
                <a:custGeom>
                  <a:avLst/>
                  <a:gdLst>
                    <a:gd name="connsiteX0" fmla="*/ 0 w 327000"/>
                    <a:gd name="connsiteY0" fmla="*/ 0 h 32521"/>
                    <a:gd name="connsiteX1" fmla="*/ 327001 w 327000"/>
                    <a:gd name="connsiteY1" fmla="*/ 0 h 32521"/>
                    <a:gd name="connsiteX2" fmla="*/ 327001 w 327000"/>
                    <a:gd name="connsiteY2" fmla="*/ 32522 h 32521"/>
                    <a:gd name="connsiteX3" fmla="*/ 0 w 327000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7000" h="32521">
                      <a:moveTo>
                        <a:pt x="0" y="0"/>
                      </a:moveTo>
                      <a:lnTo>
                        <a:pt x="327001" y="0"/>
                      </a:lnTo>
                      <a:lnTo>
                        <a:pt x="32700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多边形: 形状 290">
                  <a:extLst>
                    <a:ext uri="{FF2B5EF4-FFF2-40B4-BE49-F238E27FC236}">
                      <a16:creationId xmlns:a16="http://schemas.microsoft.com/office/drawing/2014/main" id="{8CEE030E-C657-5DD5-6B40-C710FA59B5B1}"/>
                    </a:ext>
                  </a:extLst>
                </p:cNvPr>
                <p:cNvSpPr/>
                <p:nvPr/>
              </p:nvSpPr>
              <p:spPr>
                <a:xfrm>
                  <a:off x="6341300" y="5166781"/>
                  <a:ext cx="1028295" cy="670322"/>
                </a:xfrm>
                <a:custGeom>
                  <a:avLst/>
                  <a:gdLst>
                    <a:gd name="connsiteX0" fmla="*/ 992320 w 1028295"/>
                    <a:gd name="connsiteY0" fmla="*/ 0 h 670322"/>
                    <a:gd name="connsiteX1" fmla="*/ 1028296 w 1028295"/>
                    <a:gd name="connsiteY1" fmla="*/ 0 h 670322"/>
                    <a:gd name="connsiteX2" fmla="*/ 1028296 w 1028295"/>
                    <a:gd name="connsiteY2" fmla="*/ 670322 h 670322"/>
                    <a:gd name="connsiteX3" fmla="*/ 992320 w 1028295"/>
                    <a:gd name="connsiteY3" fmla="*/ 670322 h 670322"/>
                    <a:gd name="connsiteX4" fmla="*/ 35976 w 1028295"/>
                    <a:gd name="connsiteY4" fmla="*/ 670322 h 670322"/>
                    <a:gd name="connsiteX5" fmla="*/ 0 w 1028295"/>
                    <a:gd name="connsiteY5" fmla="*/ 670322 h 670322"/>
                    <a:gd name="connsiteX6" fmla="*/ 0 w 1028295"/>
                    <a:gd name="connsiteY6" fmla="*/ 0 h 670322"/>
                    <a:gd name="connsiteX7" fmla="*/ 35976 w 1028295"/>
                    <a:gd name="connsiteY7" fmla="*/ 0 h 670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28295" h="670322">
                      <a:moveTo>
                        <a:pt x="992320" y="0"/>
                      </a:moveTo>
                      <a:cubicBezTo>
                        <a:pt x="1012188" y="0"/>
                        <a:pt x="1028296" y="0"/>
                        <a:pt x="1028296" y="0"/>
                      </a:cubicBezTo>
                      <a:lnTo>
                        <a:pt x="1028296" y="670322"/>
                      </a:lnTo>
                      <a:cubicBezTo>
                        <a:pt x="1028296" y="670322"/>
                        <a:pt x="1012189" y="670322"/>
                        <a:pt x="992320" y="670322"/>
                      </a:cubicBezTo>
                      <a:lnTo>
                        <a:pt x="35976" y="670322"/>
                      </a:lnTo>
                      <a:cubicBezTo>
                        <a:pt x="16107" y="670322"/>
                        <a:pt x="0" y="670322"/>
                        <a:pt x="0" y="67032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2" name="任意多边形: 形状 291">
                  <a:extLst>
                    <a:ext uri="{FF2B5EF4-FFF2-40B4-BE49-F238E27FC236}">
                      <a16:creationId xmlns:a16="http://schemas.microsoft.com/office/drawing/2014/main" id="{A8DE0FC8-BB6C-ED2C-D6B0-96468EC957A1}"/>
                    </a:ext>
                  </a:extLst>
                </p:cNvPr>
                <p:cNvSpPr/>
                <p:nvPr/>
              </p:nvSpPr>
              <p:spPr>
                <a:xfrm>
                  <a:off x="6557990" y="5273161"/>
                  <a:ext cx="607304" cy="38596"/>
                </a:xfrm>
                <a:custGeom>
                  <a:avLst/>
                  <a:gdLst>
                    <a:gd name="connsiteX0" fmla="*/ 0 w 607304"/>
                    <a:gd name="connsiteY0" fmla="*/ 0 h 38596"/>
                    <a:gd name="connsiteX1" fmla="*/ 607304 w 607304"/>
                    <a:gd name="connsiteY1" fmla="*/ 0 h 38596"/>
                    <a:gd name="connsiteX2" fmla="*/ 607304 w 607304"/>
                    <a:gd name="connsiteY2" fmla="*/ 38597 h 38596"/>
                    <a:gd name="connsiteX3" fmla="*/ 0 w 607304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304" h="38596">
                      <a:moveTo>
                        <a:pt x="0" y="0"/>
                      </a:moveTo>
                      <a:lnTo>
                        <a:pt x="607304" y="0"/>
                      </a:lnTo>
                      <a:lnTo>
                        <a:pt x="607304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3" name="任意多边形: 形状 292">
                  <a:extLst>
                    <a:ext uri="{FF2B5EF4-FFF2-40B4-BE49-F238E27FC236}">
                      <a16:creationId xmlns:a16="http://schemas.microsoft.com/office/drawing/2014/main" id="{ABB1A316-6A23-87D3-71E2-F60245CE40FE}"/>
                    </a:ext>
                  </a:extLst>
                </p:cNvPr>
                <p:cNvSpPr/>
                <p:nvPr/>
              </p:nvSpPr>
              <p:spPr>
                <a:xfrm>
                  <a:off x="6454469" y="5265894"/>
                  <a:ext cx="53130" cy="53130"/>
                </a:xfrm>
                <a:custGeom>
                  <a:avLst/>
                  <a:gdLst>
                    <a:gd name="connsiteX0" fmla="*/ 53130 w 53130"/>
                    <a:gd name="connsiteY0" fmla="*/ 26565 h 53130"/>
                    <a:gd name="connsiteX1" fmla="*/ 26565 w 53130"/>
                    <a:gd name="connsiteY1" fmla="*/ 53130 h 53130"/>
                    <a:gd name="connsiteX2" fmla="*/ 0 w 53130"/>
                    <a:gd name="connsiteY2" fmla="*/ 26565 h 53130"/>
                    <a:gd name="connsiteX3" fmla="*/ 26565 w 53130"/>
                    <a:gd name="connsiteY3" fmla="*/ 0 h 53130"/>
                    <a:gd name="connsiteX4" fmla="*/ 53130 w 53130"/>
                    <a:gd name="connsiteY4" fmla="*/ 26565 h 5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130" h="53130">
                      <a:moveTo>
                        <a:pt x="53130" y="26565"/>
                      </a:moveTo>
                      <a:cubicBezTo>
                        <a:pt x="53130" y="41236"/>
                        <a:pt x="41237" y="53130"/>
                        <a:pt x="26565" y="53130"/>
                      </a:cubicBezTo>
                      <a:cubicBezTo>
                        <a:pt x="11894" y="53130"/>
                        <a:pt x="0" y="41236"/>
                        <a:pt x="0" y="26565"/>
                      </a:cubicBezTo>
                      <a:cubicBezTo>
                        <a:pt x="0" y="11893"/>
                        <a:pt x="11894" y="0"/>
                        <a:pt x="26565" y="0"/>
                      </a:cubicBezTo>
                      <a:cubicBezTo>
                        <a:pt x="41237" y="0"/>
                        <a:pt x="53130" y="11893"/>
                        <a:pt x="53130" y="265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4" name="任意多边形: 形状 293">
                  <a:extLst>
                    <a:ext uri="{FF2B5EF4-FFF2-40B4-BE49-F238E27FC236}">
                      <a16:creationId xmlns:a16="http://schemas.microsoft.com/office/drawing/2014/main" id="{EED09FAF-0F6D-3810-EA54-1EED076237A1}"/>
                    </a:ext>
                  </a:extLst>
                </p:cNvPr>
                <p:cNvSpPr/>
                <p:nvPr/>
              </p:nvSpPr>
              <p:spPr>
                <a:xfrm>
                  <a:off x="6483774" y="5401579"/>
                  <a:ext cx="337007" cy="337007"/>
                </a:xfrm>
                <a:custGeom>
                  <a:avLst/>
                  <a:gdLst>
                    <a:gd name="connsiteX0" fmla="*/ 0 w 337007"/>
                    <a:gd name="connsiteY0" fmla="*/ 0 h 337007"/>
                    <a:gd name="connsiteX1" fmla="*/ 337007 w 337007"/>
                    <a:gd name="connsiteY1" fmla="*/ 0 h 337007"/>
                    <a:gd name="connsiteX2" fmla="*/ 337007 w 337007"/>
                    <a:gd name="connsiteY2" fmla="*/ 337007 h 337007"/>
                    <a:gd name="connsiteX3" fmla="*/ 0 w 337007"/>
                    <a:gd name="connsiteY3" fmla="*/ 337007 h 337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7007" h="337007">
                      <a:moveTo>
                        <a:pt x="0" y="0"/>
                      </a:moveTo>
                      <a:lnTo>
                        <a:pt x="337007" y="0"/>
                      </a:lnTo>
                      <a:lnTo>
                        <a:pt x="337007" y="337007"/>
                      </a:lnTo>
                      <a:lnTo>
                        <a:pt x="0" y="337007"/>
                      </a:ln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任意多边形: 形状 294">
                  <a:extLst>
                    <a:ext uri="{FF2B5EF4-FFF2-40B4-BE49-F238E27FC236}">
                      <a16:creationId xmlns:a16="http://schemas.microsoft.com/office/drawing/2014/main" id="{DB86CD55-A6C9-CFA4-930D-3EC980A51D54}"/>
                    </a:ext>
                  </a:extLst>
                </p:cNvPr>
                <p:cNvSpPr/>
                <p:nvPr/>
              </p:nvSpPr>
              <p:spPr>
                <a:xfrm>
                  <a:off x="6503073" y="5420877"/>
                  <a:ext cx="298291" cy="298291"/>
                </a:xfrm>
                <a:custGeom>
                  <a:avLst/>
                  <a:gdLst>
                    <a:gd name="connsiteX0" fmla="*/ 0 w 298291"/>
                    <a:gd name="connsiteY0" fmla="*/ 0 h 298291"/>
                    <a:gd name="connsiteX1" fmla="*/ 298292 w 298291"/>
                    <a:gd name="connsiteY1" fmla="*/ 0 h 298291"/>
                    <a:gd name="connsiteX2" fmla="*/ 298292 w 298291"/>
                    <a:gd name="connsiteY2" fmla="*/ 298291 h 298291"/>
                    <a:gd name="connsiteX3" fmla="*/ 0 w 298291"/>
                    <a:gd name="connsiteY3" fmla="*/ 298291 h 2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8291" h="298291">
                      <a:moveTo>
                        <a:pt x="0" y="0"/>
                      </a:moveTo>
                      <a:lnTo>
                        <a:pt x="298292" y="0"/>
                      </a:lnTo>
                      <a:lnTo>
                        <a:pt x="298292" y="298291"/>
                      </a:lnTo>
                      <a:lnTo>
                        <a:pt x="0" y="298291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6" name="任意多边形: 形状 295">
                  <a:extLst>
                    <a:ext uri="{FF2B5EF4-FFF2-40B4-BE49-F238E27FC236}">
                      <a16:creationId xmlns:a16="http://schemas.microsoft.com/office/drawing/2014/main" id="{3141FF29-8277-756E-CE6A-B74609BE3E29}"/>
                    </a:ext>
                  </a:extLst>
                </p:cNvPr>
                <p:cNvSpPr/>
                <p:nvPr/>
              </p:nvSpPr>
              <p:spPr>
                <a:xfrm>
                  <a:off x="6503073" y="5420877"/>
                  <a:ext cx="298291" cy="298291"/>
                </a:xfrm>
                <a:custGeom>
                  <a:avLst/>
                  <a:gdLst>
                    <a:gd name="connsiteX0" fmla="*/ 0 w 298291"/>
                    <a:gd name="connsiteY0" fmla="*/ 0 h 298291"/>
                    <a:gd name="connsiteX1" fmla="*/ 298292 w 298291"/>
                    <a:gd name="connsiteY1" fmla="*/ 0 h 298291"/>
                    <a:gd name="connsiteX2" fmla="*/ 298292 w 298291"/>
                    <a:gd name="connsiteY2" fmla="*/ 298291 h 298291"/>
                    <a:gd name="connsiteX3" fmla="*/ 0 w 298291"/>
                    <a:gd name="connsiteY3" fmla="*/ 298291 h 2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8291" h="298291">
                      <a:moveTo>
                        <a:pt x="0" y="0"/>
                      </a:moveTo>
                      <a:lnTo>
                        <a:pt x="298292" y="0"/>
                      </a:lnTo>
                      <a:lnTo>
                        <a:pt x="298292" y="298291"/>
                      </a:lnTo>
                      <a:lnTo>
                        <a:pt x="0" y="298291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7" name="任意多边形: 形状 296">
                  <a:extLst>
                    <a:ext uri="{FF2B5EF4-FFF2-40B4-BE49-F238E27FC236}">
                      <a16:creationId xmlns:a16="http://schemas.microsoft.com/office/drawing/2014/main" id="{2A128108-80A0-B5C3-7331-01C4AC0EC273}"/>
                    </a:ext>
                  </a:extLst>
                </p:cNvPr>
                <p:cNvSpPr/>
                <p:nvPr/>
              </p:nvSpPr>
              <p:spPr>
                <a:xfrm>
                  <a:off x="6503073" y="5540837"/>
                  <a:ext cx="298291" cy="178450"/>
                </a:xfrm>
                <a:custGeom>
                  <a:avLst/>
                  <a:gdLst>
                    <a:gd name="connsiteX0" fmla="*/ 0 w 298291"/>
                    <a:gd name="connsiteY0" fmla="*/ 178451 h 178450"/>
                    <a:gd name="connsiteX1" fmla="*/ 101257 w 298291"/>
                    <a:gd name="connsiteY1" fmla="*/ 43600 h 178450"/>
                    <a:gd name="connsiteX2" fmla="*/ 168444 w 298291"/>
                    <a:gd name="connsiteY2" fmla="*/ 89583 h 178450"/>
                    <a:gd name="connsiteX3" fmla="*/ 249331 w 298291"/>
                    <a:gd name="connsiteY3" fmla="*/ 0 h 178450"/>
                    <a:gd name="connsiteX4" fmla="*/ 298291 w 298291"/>
                    <a:gd name="connsiteY4" fmla="*/ 45864 h 178450"/>
                    <a:gd name="connsiteX5" fmla="*/ 298291 w 298291"/>
                    <a:gd name="connsiteY5" fmla="*/ 178451 h 178450"/>
                    <a:gd name="connsiteX6" fmla="*/ 0 w 298291"/>
                    <a:gd name="connsiteY6" fmla="*/ 178451 h 178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8291" h="178450">
                      <a:moveTo>
                        <a:pt x="0" y="178451"/>
                      </a:moveTo>
                      <a:lnTo>
                        <a:pt x="101257" y="43600"/>
                      </a:lnTo>
                      <a:lnTo>
                        <a:pt x="168444" y="89583"/>
                      </a:lnTo>
                      <a:lnTo>
                        <a:pt x="249331" y="0"/>
                      </a:lnTo>
                      <a:lnTo>
                        <a:pt x="298291" y="45864"/>
                      </a:lnTo>
                      <a:lnTo>
                        <a:pt x="298291" y="178451"/>
                      </a:lnTo>
                      <a:lnTo>
                        <a:pt x="0" y="17845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8" name="任意多边形: 形状 297">
                  <a:extLst>
                    <a:ext uri="{FF2B5EF4-FFF2-40B4-BE49-F238E27FC236}">
                      <a16:creationId xmlns:a16="http://schemas.microsoft.com/office/drawing/2014/main" id="{FB932D1F-D2B1-DBC7-AF0C-48CDABC012B9}"/>
                    </a:ext>
                  </a:extLst>
                </p:cNvPr>
                <p:cNvSpPr/>
                <p:nvPr/>
              </p:nvSpPr>
              <p:spPr>
                <a:xfrm>
                  <a:off x="6615289" y="5455662"/>
                  <a:ext cx="73858" cy="73858"/>
                </a:xfrm>
                <a:custGeom>
                  <a:avLst/>
                  <a:gdLst>
                    <a:gd name="connsiteX0" fmla="*/ 73858 w 73858"/>
                    <a:gd name="connsiteY0" fmla="*/ 37048 h 73858"/>
                    <a:gd name="connsiteX1" fmla="*/ 36810 w 73858"/>
                    <a:gd name="connsiteY1" fmla="*/ 73858 h 73858"/>
                    <a:gd name="connsiteX2" fmla="*/ 0 w 73858"/>
                    <a:gd name="connsiteY2" fmla="*/ 36810 h 73858"/>
                    <a:gd name="connsiteX3" fmla="*/ 36929 w 73858"/>
                    <a:gd name="connsiteY3" fmla="*/ 0 h 73858"/>
                    <a:gd name="connsiteX4" fmla="*/ 73858 w 73858"/>
                    <a:gd name="connsiteY4" fmla="*/ 36929 h 73858"/>
                    <a:gd name="connsiteX5" fmla="*/ 73858 w 73858"/>
                    <a:gd name="connsiteY5" fmla="*/ 37048 h 7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58" h="73858">
                      <a:moveTo>
                        <a:pt x="73858" y="37048"/>
                      </a:moveTo>
                      <a:cubicBezTo>
                        <a:pt x="73787" y="57442"/>
                        <a:pt x="57204" y="73930"/>
                        <a:pt x="36810" y="73858"/>
                      </a:cubicBezTo>
                      <a:cubicBezTo>
                        <a:pt x="16416" y="73787"/>
                        <a:pt x="-59" y="57204"/>
                        <a:pt x="0" y="36810"/>
                      </a:cubicBezTo>
                      <a:cubicBezTo>
                        <a:pt x="72" y="16463"/>
                        <a:pt x="16582" y="0"/>
                        <a:pt x="36929" y="0"/>
                      </a:cubicBezTo>
                      <a:cubicBezTo>
                        <a:pt x="57324" y="0"/>
                        <a:pt x="73858" y="16535"/>
                        <a:pt x="73858" y="36929"/>
                      </a:cubicBezTo>
                      <a:cubicBezTo>
                        <a:pt x="73858" y="36965"/>
                        <a:pt x="73858" y="37012"/>
                        <a:pt x="73858" y="370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任意多边形: 形状 298">
                  <a:extLst>
                    <a:ext uri="{FF2B5EF4-FFF2-40B4-BE49-F238E27FC236}">
                      <a16:creationId xmlns:a16="http://schemas.microsoft.com/office/drawing/2014/main" id="{281626DB-1DA7-C9EE-B182-EB312ED4D59B}"/>
                    </a:ext>
                  </a:extLst>
                </p:cNvPr>
                <p:cNvSpPr/>
                <p:nvPr/>
              </p:nvSpPr>
              <p:spPr>
                <a:xfrm>
                  <a:off x="6892377" y="5531426"/>
                  <a:ext cx="388708" cy="38596"/>
                </a:xfrm>
                <a:custGeom>
                  <a:avLst/>
                  <a:gdLst>
                    <a:gd name="connsiteX0" fmla="*/ 0 w 388708"/>
                    <a:gd name="connsiteY0" fmla="*/ 0 h 38596"/>
                    <a:gd name="connsiteX1" fmla="*/ 388708 w 388708"/>
                    <a:gd name="connsiteY1" fmla="*/ 0 h 38596"/>
                    <a:gd name="connsiteX2" fmla="*/ 388708 w 388708"/>
                    <a:gd name="connsiteY2" fmla="*/ 38597 h 38596"/>
                    <a:gd name="connsiteX3" fmla="*/ 0 w 388708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8708" h="38596">
                      <a:moveTo>
                        <a:pt x="0" y="0"/>
                      </a:moveTo>
                      <a:lnTo>
                        <a:pt x="388708" y="0"/>
                      </a:lnTo>
                      <a:lnTo>
                        <a:pt x="388708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0" name="任意多边形: 形状 299">
                  <a:extLst>
                    <a:ext uri="{FF2B5EF4-FFF2-40B4-BE49-F238E27FC236}">
                      <a16:creationId xmlns:a16="http://schemas.microsoft.com/office/drawing/2014/main" id="{0AAA61AF-676F-8D48-9CAE-364CF7C03630}"/>
                    </a:ext>
                  </a:extLst>
                </p:cNvPr>
                <p:cNvSpPr/>
                <p:nvPr/>
              </p:nvSpPr>
              <p:spPr>
                <a:xfrm>
                  <a:off x="6892377" y="5636257"/>
                  <a:ext cx="169635" cy="38596"/>
                </a:xfrm>
                <a:custGeom>
                  <a:avLst/>
                  <a:gdLst>
                    <a:gd name="connsiteX0" fmla="*/ 0 w 169635"/>
                    <a:gd name="connsiteY0" fmla="*/ 0 h 38596"/>
                    <a:gd name="connsiteX1" fmla="*/ 169635 w 169635"/>
                    <a:gd name="connsiteY1" fmla="*/ 0 h 38596"/>
                    <a:gd name="connsiteX2" fmla="*/ 169635 w 169635"/>
                    <a:gd name="connsiteY2" fmla="*/ 38597 h 38596"/>
                    <a:gd name="connsiteX3" fmla="*/ 0 w 169635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635" h="38596">
                      <a:moveTo>
                        <a:pt x="0" y="0"/>
                      </a:moveTo>
                      <a:lnTo>
                        <a:pt x="169635" y="0"/>
                      </a:lnTo>
                      <a:lnTo>
                        <a:pt x="169635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1" name="任意多边形: 形状 300">
                  <a:extLst>
                    <a:ext uri="{FF2B5EF4-FFF2-40B4-BE49-F238E27FC236}">
                      <a16:creationId xmlns:a16="http://schemas.microsoft.com/office/drawing/2014/main" id="{097D2C1B-2592-489E-8BE4-A42B88E98C91}"/>
                    </a:ext>
                  </a:extLst>
                </p:cNvPr>
                <p:cNvSpPr/>
                <p:nvPr/>
              </p:nvSpPr>
              <p:spPr>
                <a:xfrm>
                  <a:off x="6892377" y="5426714"/>
                  <a:ext cx="388708" cy="38596"/>
                </a:xfrm>
                <a:custGeom>
                  <a:avLst/>
                  <a:gdLst>
                    <a:gd name="connsiteX0" fmla="*/ 0 w 388708"/>
                    <a:gd name="connsiteY0" fmla="*/ 0 h 38596"/>
                    <a:gd name="connsiteX1" fmla="*/ 388708 w 388708"/>
                    <a:gd name="connsiteY1" fmla="*/ 0 h 38596"/>
                    <a:gd name="connsiteX2" fmla="*/ 388708 w 388708"/>
                    <a:gd name="connsiteY2" fmla="*/ 38597 h 38596"/>
                    <a:gd name="connsiteX3" fmla="*/ 0 w 388708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8708" h="38596">
                      <a:moveTo>
                        <a:pt x="0" y="0"/>
                      </a:moveTo>
                      <a:lnTo>
                        <a:pt x="388708" y="0"/>
                      </a:lnTo>
                      <a:lnTo>
                        <a:pt x="388708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8E9AD5-E8F5-7B71-3E84-A56D86DA2C9F}"/>
                </a:ext>
              </a:extLst>
            </p:cNvPr>
            <p:cNvGrpSpPr/>
            <p:nvPr/>
          </p:nvGrpSpPr>
          <p:grpSpPr>
            <a:xfrm>
              <a:off x="3901772" y="1647186"/>
              <a:ext cx="3765454" cy="2912631"/>
              <a:chOff x="3901772" y="1647186"/>
              <a:chExt cx="3765454" cy="2912631"/>
            </a:xfrm>
          </p:grpSpPr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CEFD57B0-1EFD-82C0-A2A5-CEBAB5B04767}"/>
                  </a:ext>
                </a:extLst>
              </p:cNvPr>
              <p:cNvGrpSpPr/>
              <p:nvPr/>
            </p:nvGrpSpPr>
            <p:grpSpPr>
              <a:xfrm>
                <a:off x="3902607" y="1807768"/>
                <a:ext cx="3764619" cy="2752049"/>
                <a:chOff x="3902607" y="1807768"/>
                <a:chExt cx="3764619" cy="2752049"/>
              </a:xfrm>
            </p:grpSpPr>
            <p:sp>
              <p:nvSpPr>
                <p:cNvPr id="282" name="任意多边形: 形状 281">
                  <a:extLst>
                    <a:ext uri="{FF2B5EF4-FFF2-40B4-BE49-F238E27FC236}">
                      <a16:creationId xmlns:a16="http://schemas.microsoft.com/office/drawing/2014/main" id="{A6205CA3-A4C6-6188-C2CD-64A19C403E8D}"/>
                    </a:ext>
                  </a:extLst>
                </p:cNvPr>
                <p:cNvSpPr/>
                <p:nvPr/>
              </p:nvSpPr>
              <p:spPr>
                <a:xfrm>
                  <a:off x="3902607" y="1807768"/>
                  <a:ext cx="3764619" cy="2752049"/>
                </a:xfrm>
                <a:custGeom>
                  <a:avLst/>
                  <a:gdLst>
                    <a:gd name="connsiteX0" fmla="*/ 3684567 w 3764619"/>
                    <a:gd name="connsiteY0" fmla="*/ 0 h 2904411"/>
                    <a:gd name="connsiteX1" fmla="*/ 3764620 w 3764619"/>
                    <a:gd name="connsiteY1" fmla="*/ 0 h 2904411"/>
                    <a:gd name="connsiteX2" fmla="*/ 3764620 w 3764619"/>
                    <a:gd name="connsiteY2" fmla="*/ 2904411 h 2904411"/>
                    <a:gd name="connsiteX3" fmla="*/ 3684567 w 3764619"/>
                    <a:gd name="connsiteY3" fmla="*/ 2904411 h 2904411"/>
                    <a:gd name="connsiteX4" fmla="*/ 80053 w 3764619"/>
                    <a:gd name="connsiteY4" fmla="*/ 2904411 h 2904411"/>
                    <a:gd name="connsiteX5" fmla="*/ 0 w 3764619"/>
                    <a:gd name="connsiteY5" fmla="*/ 2904411 h 2904411"/>
                    <a:gd name="connsiteX6" fmla="*/ 0 w 3764619"/>
                    <a:gd name="connsiteY6" fmla="*/ 0 h 2904411"/>
                    <a:gd name="connsiteX7" fmla="*/ 80053 w 3764619"/>
                    <a:gd name="connsiteY7" fmla="*/ 0 h 2904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64619" h="2904411">
                      <a:moveTo>
                        <a:pt x="3684567" y="0"/>
                      </a:moveTo>
                      <a:cubicBezTo>
                        <a:pt x="3728779" y="0"/>
                        <a:pt x="3764620" y="0"/>
                        <a:pt x="3764620" y="0"/>
                      </a:cubicBezTo>
                      <a:lnTo>
                        <a:pt x="3764620" y="2904411"/>
                      </a:lnTo>
                      <a:cubicBezTo>
                        <a:pt x="3764620" y="2904411"/>
                        <a:pt x="3728779" y="2904411"/>
                        <a:pt x="3684567" y="2904411"/>
                      </a:cubicBezTo>
                      <a:lnTo>
                        <a:pt x="80053" y="2904411"/>
                      </a:lnTo>
                      <a:cubicBezTo>
                        <a:pt x="35841" y="2904411"/>
                        <a:pt x="0" y="2904411"/>
                        <a:pt x="0" y="2904411"/>
                      </a:cubicBezTo>
                      <a:lnTo>
                        <a:pt x="0" y="0"/>
                      </a:lnTo>
                      <a:cubicBezTo>
                        <a:pt x="0" y="0"/>
                        <a:pt x="35841" y="0"/>
                        <a:pt x="8005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635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多边形: 形状 282">
                  <a:extLst>
                    <a:ext uri="{FF2B5EF4-FFF2-40B4-BE49-F238E27FC236}">
                      <a16:creationId xmlns:a16="http://schemas.microsoft.com/office/drawing/2014/main" id="{0054561D-911A-4BE7-697B-565A9B191F91}"/>
                    </a:ext>
                  </a:extLst>
                </p:cNvPr>
                <p:cNvSpPr/>
                <p:nvPr/>
              </p:nvSpPr>
              <p:spPr>
                <a:xfrm>
                  <a:off x="3902607" y="1807768"/>
                  <a:ext cx="3764619" cy="2752049"/>
                </a:xfrm>
                <a:custGeom>
                  <a:avLst/>
                  <a:gdLst>
                    <a:gd name="connsiteX0" fmla="*/ 3684567 w 3764619"/>
                    <a:gd name="connsiteY0" fmla="*/ 0 h 2904411"/>
                    <a:gd name="connsiteX1" fmla="*/ 3764620 w 3764619"/>
                    <a:gd name="connsiteY1" fmla="*/ 0 h 2904411"/>
                    <a:gd name="connsiteX2" fmla="*/ 3764620 w 3764619"/>
                    <a:gd name="connsiteY2" fmla="*/ 2904411 h 2904411"/>
                    <a:gd name="connsiteX3" fmla="*/ 3684567 w 3764619"/>
                    <a:gd name="connsiteY3" fmla="*/ 2904411 h 2904411"/>
                    <a:gd name="connsiteX4" fmla="*/ 80053 w 3764619"/>
                    <a:gd name="connsiteY4" fmla="*/ 2904411 h 2904411"/>
                    <a:gd name="connsiteX5" fmla="*/ 0 w 3764619"/>
                    <a:gd name="connsiteY5" fmla="*/ 2904411 h 2904411"/>
                    <a:gd name="connsiteX6" fmla="*/ 0 w 3764619"/>
                    <a:gd name="connsiteY6" fmla="*/ 0 h 2904411"/>
                    <a:gd name="connsiteX7" fmla="*/ 80053 w 3764619"/>
                    <a:gd name="connsiteY7" fmla="*/ 0 h 2904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64619" h="2904411">
                      <a:moveTo>
                        <a:pt x="3684567" y="0"/>
                      </a:moveTo>
                      <a:cubicBezTo>
                        <a:pt x="3728779" y="0"/>
                        <a:pt x="3764620" y="0"/>
                        <a:pt x="3764620" y="0"/>
                      </a:cubicBezTo>
                      <a:lnTo>
                        <a:pt x="3764620" y="2904411"/>
                      </a:lnTo>
                      <a:cubicBezTo>
                        <a:pt x="3764620" y="2904411"/>
                        <a:pt x="3728779" y="2904411"/>
                        <a:pt x="3684567" y="2904411"/>
                      </a:cubicBezTo>
                      <a:lnTo>
                        <a:pt x="80053" y="2904411"/>
                      </a:lnTo>
                      <a:cubicBezTo>
                        <a:pt x="35841" y="2904411"/>
                        <a:pt x="0" y="2904411"/>
                        <a:pt x="0" y="2904411"/>
                      </a:cubicBezTo>
                      <a:lnTo>
                        <a:pt x="0" y="0"/>
                      </a:lnTo>
                      <a:cubicBezTo>
                        <a:pt x="0" y="0"/>
                        <a:pt x="35841" y="0"/>
                        <a:pt x="8005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635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组合 226">
                <a:extLst>
                  <a:ext uri="{FF2B5EF4-FFF2-40B4-BE49-F238E27FC236}">
                    <a16:creationId xmlns:a16="http://schemas.microsoft.com/office/drawing/2014/main" id="{8F9D1DD9-27E9-5E93-DDB0-E5D223EE7232}"/>
                  </a:ext>
                </a:extLst>
              </p:cNvPr>
              <p:cNvGrpSpPr/>
              <p:nvPr/>
            </p:nvGrpSpPr>
            <p:grpSpPr>
              <a:xfrm>
                <a:off x="6503723" y="2234954"/>
                <a:ext cx="845913" cy="395855"/>
                <a:chOff x="6503723" y="2234954"/>
                <a:chExt cx="845913" cy="395855"/>
              </a:xfrm>
            </p:grpSpPr>
            <p:sp>
              <p:nvSpPr>
                <p:cNvPr id="280" name="任意多边形: 形状 279">
                  <a:extLst>
                    <a:ext uri="{FF2B5EF4-FFF2-40B4-BE49-F238E27FC236}">
                      <a16:creationId xmlns:a16="http://schemas.microsoft.com/office/drawing/2014/main" id="{AC60FD6B-B48F-D756-0D49-5AA51E3EFD53}"/>
                    </a:ext>
                  </a:extLst>
                </p:cNvPr>
                <p:cNvSpPr/>
                <p:nvPr/>
              </p:nvSpPr>
              <p:spPr>
                <a:xfrm>
                  <a:off x="6503723" y="223495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6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1" name="任意多边形: 形状 280">
                  <a:extLst>
                    <a:ext uri="{FF2B5EF4-FFF2-40B4-BE49-F238E27FC236}">
                      <a16:creationId xmlns:a16="http://schemas.microsoft.com/office/drawing/2014/main" id="{B764F797-57F4-C0A5-A668-99937C61FEEB}"/>
                    </a:ext>
                  </a:extLst>
                </p:cNvPr>
                <p:cNvSpPr/>
                <p:nvPr/>
              </p:nvSpPr>
              <p:spPr>
                <a:xfrm>
                  <a:off x="6503723" y="223495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6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AAC19C2F-4CA8-4DAC-A939-6FF6437B37C9}"/>
                  </a:ext>
                </a:extLst>
              </p:cNvPr>
              <p:cNvSpPr/>
              <p:nvPr/>
            </p:nvSpPr>
            <p:spPr>
              <a:xfrm>
                <a:off x="6681935" y="2322393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02361FA4-8874-F81F-7A58-755F7BFAF4A1}"/>
                  </a:ext>
                </a:extLst>
              </p:cNvPr>
              <p:cNvSpPr/>
              <p:nvPr/>
            </p:nvSpPr>
            <p:spPr>
              <a:xfrm>
                <a:off x="6596760" y="2422816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70B252E3-55EB-B3AB-26DD-7C66F2D3CE5D}"/>
                  </a:ext>
                </a:extLst>
              </p:cNvPr>
              <p:cNvSpPr/>
              <p:nvPr/>
            </p:nvSpPr>
            <p:spPr>
              <a:xfrm>
                <a:off x="6596760" y="2507276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5080E70D-C207-0AB0-AAFE-5F200AC41F68}"/>
                  </a:ext>
                </a:extLst>
              </p:cNvPr>
              <p:cNvSpPr/>
              <p:nvPr/>
            </p:nvSpPr>
            <p:spPr>
              <a:xfrm>
                <a:off x="6596641" y="2316436"/>
                <a:ext cx="43838" cy="43838"/>
              </a:xfrm>
              <a:custGeom>
                <a:avLst/>
                <a:gdLst>
                  <a:gd name="connsiteX0" fmla="*/ 43838 w 43838"/>
                  <a:gd name="connsiteY0" fmla="*/ 21920 h 43838"/>
                  <a:gd name="connsiteX1" fmla="*/ 21919 w 43838"/>
                  <a:gd name="connsiteY1" fmla="*/ 43839 h 43838"/>
                  <a:gd name="connsiteX2" fmla="*/ 0 w 43838"/>
                  <a:gd name="connsiteY2" fmla="*/ 21920 h 43838"/>
                  <a:gd name="connsiteX3" fmla="*/ 21919 w 43838"/>
                  <a:gd name="connsiteY3" fmla="*/ 0 h 43838"/>
                  <a:gd name="connsiteX4" fmla="*/ 43838 w 43838"/>
                  <a:gd name="connsiteY4" fmla="*/ 21681 h 43838"/>
                  <a:gd name="connsiteX5" fmla="*/ 43838 w 43838"/>
                  <a:gd name="connsiteY5" fmla="*/ 2192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8" h="43838">
                    <a:moveTo>
                      <a:pt x="43838" y="21920"/>
                    </a:moveTo>
                    <a:cubicBezTo>
                      <a:pt x="43838" y="34023"/>
                      <a:pt x="34023" y="43839"/>
                      <a:pt x="21919" y="43839"/>
                    </a:cubicBezTo>
                    <a:cubicBezTo>
                      <a:pt x="9816" y="43839"/>
                      <a:pt x="0" y="34023"/>
                      <a:pt x="0" y="21920"/>
                    </a:cubicBezTo>
                    <a:cubicBezTo>
                      <a:pt x="0" y="9816"/>
                      <a:pt x="9816" y="0"/>
                      <a:pt x="21919" y="0"/>
                    </a:cubicBezTo>
                    <a:cubicBezTo>
                      <a:pt x="33963" y="-71"/>
                      <a:pt x="43767" y="9638"/>
                      <a:pt x="43838" y="21681"/>
                    </a:cubicBezTo>
                    <a:cubicBezTo>
                      <a:pt x="43838" y="21765"/>
                      <a:pt x="43838" y="21836"/>
                      <a:pt x="43838" y="219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1252BEC6-634C-913F-47F6-9AD9C2546E33}"/>
                  </a:ext>
                </a:extLst>
              </p:cNvPr>
              <p:cNvSpPr/>
              <p:nvPr/>
            </p:nvSpPr>
            <p:spPr>
              <a:xfrm>
                <a:off x="3901772" y="1647186"/>
                <a:ext cx="3765454" cy="177259"/>
              </a:xfrm>
              <a:custGeom>
                <a:avLst/>
                <a:gdLst>
                  <a:gd name="connsiteX0" fmla="*/ 57896 w 3765454"/>
                  <a:gd name="connsiteY0" fmla="*/ 0 h 177259"/>
                  <a:gd name="connsiteX1" fmla="*/ 3719234 w 3765454"/>
                  <a:gd name="connsiteY1" fmla="*/ 0 h 177259"/>
                  <a:gd name="connsiteX2" fmla="*/ 3765454 w 3765454"/>
                  <a:gd name="connsiteY2" fmla="*/ 46221 h 177259"/>
                  <a:gd name="connsiteX3" fmla="*/ 3765454 w 3765454"/>
                  <a:gd name="connsiteY3" fmla="*/ 177260 h 177259"/>
                  <a:gd name="connsiteX4" fmla="*/ 3765454 w 3765454"/>
                  <a:gd name="connsiteY4" fmla="*/ 177260 h 177259"/>
                  <a:gd name="connsiteX5" fmla="*/ 0 w 3765454"/>
                  <a:gd name="connsiteY5" fmla="*/ 177260 h 177259"/>
                  <a:gd name="connsiteX6" fmla="*/ 0 w 3765454"/>
                  <a:gd name="connsiteY6" fmla="*/ 177260 h 177259"/>
                  <a:gd name="connsiteX7" fmla="*/ 0 w 3765454"/>
                  <a:gd name="connsiteY7" fmla="*/ 58134 h 177259"/>
                  <a:gd name="connsiteX8" fmla="*/ 57657 w 3765454"/>
                  <a:gd name="connsiteY8" fmla="*/ 0 h 177259"/>
                  <a:gd name="connsiteX9" fmla="*/ 57896 w 3765454"/>
                  <a:gd name="connsiteY9" fmla="*/ 0 h 177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65454" h="177259">
                    <a:moveTo>
                      <a:pt x="57896" y="0"/>
                    </a:moveTo>
                    <a:lnTo>
                      <a:pt x="3719234" y="0"/>
                    </a:lnTo>
                    <a:cubicBezTo>
                      <a:pt x="3744762" y="0"/>
                      <a:pt x="3765454" y="20693"/>
                      <a:pt x="3765454" y="46221"/>
                    </a:cubicBezTo>
                    <a:lnTo>
                      <a:pt x="3765454" y="177260"/>
                    </a:lnTo>
                    <a:lnTo>
                      <a:pt x="3765454" y="177260"/>
                    </a:lnTo>
                    <a:lnTo>
                      <a:pt x="0" y="177260"/>
                    </a:lnTo>
                    <a:lnTo>
                      <a:pt x="0" y="177260"/>
                    </a:lnTo>
                    <a:lnTo>
                      <a:pt x="0" y="58134"/>
                    </a:lnTo>
                    <a:cubicBezTo>
                      <a:pt x="-131" y="26159"/>
                      <a:pt x="25683" y="132"/>
                      <a:pt x="57657" y="0"/>
                    </a:cubicBezTo>
                    <a:cubicBezTo>
                      <a:pt x="57736" y="0"/>
                      <a:pt x="57816" y="0"/>
                      <a:pt x="57896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30A3DE10-6E8F-67C7-2B0F-68D0CFCEA605}"/>
                  </a:ext>
                </a:extLst>
              </p:cNvPr>
              <p:cNvSpPr/>
              <p:nvPr/>
            </p:nvSpPr>
            <p:spPr>
              <a:xfrm>
                <a:off x="7502118" y="1697696"/>
                <a:ext cx="75287" cy="75287"/>
              </a:xfrm>
              <a:custGeom>
                <a:avLst/>
                <a:gdLst>
                  <a:gd name="connsiteX0" fmla="*/ 75288 w 75287"/>
                  <a:gd name="connsiteY0" fmla="*/ 37644 h 75287"/>
                  <a:gd name="connsiteX1" fmla="*/ 37644 w 75287"/>
                  <a:gd name="connsiteY1" fmla="*/ 75288 h 75287"/>
                  <a:gd name="connsiteX2" fmla="*/ 0 w 75287"/>
                  <a:gd name="connsiteY2" fmla="*/ 37644 h 75287"/>
                  <a:gd name="connsiteX3" fmla="*/ 37644 w 75287"/>
                  <a:gd name="connsiteY3" fmla="*/ 0 h 75287"/>
                  <a:gd name="connsiteX4" fmla="*/ 75288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8" y="37644"/>
                    </a:moveTo>
                    <a:cubicBezTo>
                      <a:pt x="75288" y="58431"/>
                      <a:pt x="58431" y="75288"/>
                      <a:pt x="37644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4" y="0"/>
                    </a:cubicBezTo>
                    <a:cubicBezTo>
                      <a:pt x="58407" y="66"/>
                      <a:pt x="75228" y="16880"/>
                      <a:pt x="75288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3869F4CB-B92A-67A6-D0C3-CB19705FF204}"/>
                  </a:ext>
                </a:extLst>
              </p:cNvPr>
              <p:cNvSpPr/>
              <p:nvPr/>
            </p:nvSpPr>
            <p:spPr>
              <a:xfrm>
                <a:off x="7395024" y="1697696"/>
                <a:ext cx="75287" cy="75287"/>
              </a:xfrm>
              <a:custGeom>
                <a:avLst/>
                <a:gdLst>
                  <a:gd name="connsiteX0" fmla="*/ 75287 w 75287"/>
                  <a:gd name="connsiteY0" fmla="*/ 37644 h 75287"/>
                  <a:gd name="connsiteX1" fmla="*/ 37643 w 75287"/>
                  <a:gd name="connsiteY1" fmla="*/ 75288 h 75287"/>
                  <a:gd name="connsiteX2" fmla="*/ 0 w 75287"/>
                  <a:gd name="connsiteY2" fmla="*/ 37644 h 75287"/>
                  <a:gd name="connsiteX3" fmla="*/ 37643 w 75287"/>
                  <a:gd name="connsiteY3" fmla="*/ 0 h 75287"/>
                  <a:gd name="connsiteX4" fmla="*/ 75287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7" y="37644"/>
                    </a:moveTo>
                    <a:cubicBezTo>
                      <a:pt x="75287" y="58431"/>
                      <a:pt x="58431" y="75288"/>
                      <a:pt x="37643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3" y="0"/>
                    </a:cubicBezTo>
                    <a:cubicBezTo>
                      <a:pt x="58431" y="0"/>
                      <a:pt x="75287" y="16856"/>
                      <a:pt x="75287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0094518E-B179-059E-AD76-5D494B983C8F}"/>
                  </a:ext>
                </a:extLst>
              </p:cNvPr>
              <p:cNvSpPr/>
              <p:nvPr/>
            </p:nvSpPr>
            <p:spPr>
              <a:xfrm>
                <a:off x="7288049" y="1697696"/>
                <a:ext cx="75287" cy="75287"/>
              </a:xfrm>
              <a:custGeom>
                <a:avLst/>
                <a:gdLst>
                  <a:gd name="connsiteX0" fmla="*/ 75288 w 75287"/>
                  <a:gd name="connsiteY0" fmla="*/ 37644 h 75287"/>
                  <a:gd name="connsiteX1" fmla="*/ 37644 w 75287"/>
                  <a:gd name="connsiteY1" fmla="*/ 75288 h 75287"/>
                  <a:gd name="connsiteX2" fmla="*/ 0 w 75287"/>
                  <a:gd name="connsiteY2" fmla="*/ 37644 h 75287"/>
                  <a:gd name="connsiteX3" fmla="*/ 37644 w 75287"/>
                  <a:gd name="connsiteY3" fmla="*/ 0 h 75287"/>
                  <a:gd name="connsiteX4" fmla="*/ 75288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8" y="37644"/>
                    </a:moveTo>
                    <a:cubicBezTo>
                      <a:pt x="75288" y="58431"/>
                      <a:pt x="58431" y="75288"/>
                      <a:pt x="37644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4" y="0"/>
                    </a:cubicBezTo>
                    <a:cubicBezTo>
                      <a:pt x="58431" y="0"/>
                      <a:pt x="75288" y="16856"/>
                      <a:pt x="75288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8A26D12B-62DF-F0F5-1036-05CD0DB61435}"/>
                  </a:ext>
                </a:extLst>
              </p:cNvPr>
              <p:cNvSpPr/>
              <p:nvPr/>
            </p:nvSpPr>
            <p:spPr>
              <a:xfrm>
                <a:off x="4075578" y="2039707"/>
                <a:ext cx="1064152" cy="2410037"/>
              </a:xfrm>
              <a:custGeom>
                <a:avLst/>
                <a:gdLst>
                  <a:gd name="connsiteX0" fmla="*/ 1064153 w 1064152"/>
                  <a:gd name="connsiteY0" fmla="*/ 2410038 h 2410037"/>
                  <a:gd name="connsiteX1" fmla="*/ 0 w 1064152"/>
                  <a:gd name="connsiteY1" fmla="*/ 2410038 h 2410037"/>
                  <a:gd name="connsiteX2" fmla="*/ 0 w 1064152"/>
                  <a:gd name="connsiteY2" fmla="*/ 0 h 2410037"/>
                  <a:gd name="connsiteX3" fmla="*/ 1064153 w 1064152"/>
                  <a:gd name="connsiteY3" fmla="*/ 0 h 2410037"/>
                  <a:gd name="connsiteX4" fmla="*/ 11913 w 1064152"/>
                  <a:gd name="connsiteY4" fmla="*/ 2398125 h 2410037"/>
                  <a:gd name="connsiteX5" fmla="*/ 1052240 w 1064152"/>
                  <a:gd name="connsiteY5" fmla="*/ 2398125 h 2410037"/>
                  <a:gd name="connsiteX6" fmla="*/ 1052240 w 1064152"/>
                  <a:gd name="connsiteY6" fmla="*/ 11913 h 2410037"/>
                  <a:gd name="connsiteX7" fmla="*/ 11913 w 1064152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152" h="2410037">
                    <a:moveTo>
                      <a:pt x="1064153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153" y="0"/>
                    </a:lnTo>
                    <a:close/>
                    <a:moveTo>
                      <a:pt x="11913" y="2398125"/>
                    </a:moveTo>
                    <a:lnTo>
                      <a:pt x="1052240" y="2398125"/>
                    </a:lnTo>
                    <a:lnTo>
                      <a:pt x="1052240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46862B9D-F7EA-97FF-0183-289710593361}"/>
                  </a:ext>
                </a:extLst>
              </p:cNvPr>
              <p:cNvSpPr/>
              <p:nvPr/>
            </p:nvSpPr>
            <p:spPr>
              <a:xfrm>
                <a:off x="5227884" y="2039707"/>
                <a:ext cx="1064509" cy="2410037"/>
              </a:xfrm>
              <a:custGeom>
                <a:avLst/>
                <a:gdLst>
                  <a:gd name="connsiteX0" fmla="*/ 1064510 w 1064509"/>
                  <a:gd name="connsiteY0" fmla="*/ 2410038 h 2410037"/>
                  <a:gd name="connsiteX1" fmla="*/ 0 w 1064509"/>
                  <a:gd name="connsiteY1" fmla="*/ 2410038 h 2410037"/>
                  <a:gd name="connsiteX2" fmla="*/ 0 w 1064509"/>
                  <a:gd name="connsiteY2" fmla="*/ 0 h 2410037"/>
                  <a:gd name="connsiteX3" fmla="*/ 1064272 w 1064509"/>
                  <a:gd name="connsiteY3" fmla="*/ 0 h 2410037"/>
                  <a:gd name="connsiteX4" fmla="*/ 12151 w 1064509"/>
                  <a:gd name="connsiteY4" fmla="*/ 2398125 h 2410037"/>
                  <a:gd name="connsiteX5" fmla="*/ 1052597 w 1064509"/>
                  <a:gd name="connsiteY5" fmla="*/ 2398125 h 2410037"/>
                  <a:gd name="connsiteX6" fmla="*/ 1052597 w 1064509"/>
                  <a:gd name="connsiteY6" fmla="*/ 11913 h 2410037"/>
                  <a:gd name="connsiteX7" fmla="*/ 11913 w 1064509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509" h="2410037">
                    <a:moveTo>
                      <a:pt x="1064510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272" y="0"/>
                    </a:lnTo>
                    <a:close/>
                    <a:moveTo>
                      <a:pt x="12151" y="2398125"/>
                    </a:moveTo>
                    <a:lnTo>
                      <a:pt x="1052597" y="2398125"/>
                    </a:lnTo>
                    <a:lnTo>
                      <a:pt x="1052597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AC3B7906-71C4-9D8B-C833-23A4AF61E84A}"/>
                  </a:ext>
                </a:extLst>
              </p:cNvPr>
              <p:cNvSpPr/>
              <p:nvPr/>
            </p:nvSpPr>
            <p:spPr>
              <a:xfrm>
                <a:off x="6380666" y="2039707"/>
                <a:ext cx="1064271" cy="2410037"/>
              </a:xfrm>
              <a:custGeom>
                <a:avLst/>
                <a:gdLst>
                  <a:gd name="connsiteX0" fmla="*/ 1064272 w 1064271"/>
                  <a:gd name="connsiteY0" fmla="*/ 2410038 h 2410037"/>
                  <a:gd name="connsiteX1" fmla="*/ 0 w 1064271"/>
                  <a:gd name="connsiteY1" fmla="*/ 2410038 h 2410037"/>
                  <a:gd name="connsiteX2" fmla="*/ 0 w 1064271"/>
                  <a:gd name="connsiteY2" fmla="*/ 0 h 2410037"/>
                  <a:gd name="connsiteX3" fmla="*/ 1064272 w 1064271"/>
                  <a:gd name="connsiteY3" fmla="*/ 0 h 2410037"/>
                  <a:gd name="connsiteX4" fmla="*/ 11913 w 1064271"/>
                  <a:gd name="connsiteY4" fmla="*/ 2398125 h 2410037"/>
                  <a:gd name="connsiteX5" fmla="*/ 1052359 w 1064271"/>
                  <a:gd name="connsiteY5" fmla="*/ 2398125 h 2410037"/>
                  <a:gd name="connsiteX6" fmla="*/ 1052359 w 1064271"/>
                  <a:gd name="connsiteY6" fmla="*/ 11913 h 2410037"/>
                  <a:gd name="connsiteX7" fmla="*/ 11913 w 1064271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271" h="2410037">
                    <a:moveTo>
                      <a:pt x="1064272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272" y="0"/>
                    </a:lnTo>
                    <a:close/>
                    <a:moveTo>
                      <a:pt x="11913" y="2398125"/>
                    </a:moveTo>
                    <a:lnTo>
                      <a:pt x="1052359" y="2398125"/>
                    </a:lnTo>
                    <a:lnTo>
                      <a:pt x="1052359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39" name="组合 238">
                <a:extLst>
                  <a:ext uri="{FF2B5EF4-FFF2-40B4-BE49-F238E27FC236}">
                    <a16:creationId xmlns:a16="http://schemas.microsoft.com/office/drawing/2014/main" id="{E87B7BF5-A9FA-DDE6-174C-5EEE397821FE}"/>
                  </a:ext>
                </a:extLst>
              </p:cNvPr>
              <p:cNvGrpSpPr/>
              <p:nvPr/>
            </p:nvGrpSpPr>
            <p:grpSpPr>
              <a:xfrm>
                <a:off x="4178264" y="2209104"/>
                <a:ext cx="845913" cy="395855"/>
                <a:chOff x="4178264" y="2209104"/>
                <a:chExt cx="845913" cy="395855"/>
              </a:xfrm>
            </p:grpSpPr>
            <p:sp>
              <p:nvSpPr>
                <p:cNvPr id="278" name="任意多边形: 形状 277">
                  <a:extLst>
                    <a:ext uri="{FF2B5EF4-FFF2-40B4-BE49-F238E27FC236}">
                      <a16:creationId xmlns:a16="http://schemas.microsoft.com/office/drawing/2014/main" id="{AD535857-384A-436A-382C-6EA8A9669E07}"/>
                    </a:ext>
                  </a:extLst>
                </p:cNvPr>
                <p:cNvSpPr/>
                <p:nvPr/>
              </p:nvSpPr>
              <p:spPr>
                <a:xfrm>
                  <a:off x="4178264" y="220910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9" name="任意多边形: 形状 278">
                  <a:extLst>
                    <a:ext uri="{FF2B5EF4-FFF2-40B4-BE49-F238E27FC236}">
                      <a16:creationId xmlns:a16="http://schemas.microsoft.com/office/drawing/2014/main" id="{A4C73B41-8E26-62BB-2711-9B877DEE2838}"/>
                    </a:ext>
                  </a:extLst>
                </p:cNvPr>
                <p:cNvSpPr/>
                <p:nvPr/>
              </p:nvSpPr>
              <p:spPr>
                <a:xfrm>
                  <a:off x="4178264" y="220910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8C48A4D1-9B7A-1008-974B-19F26B99C362}"/>
                  </a:ext>
                </a:extLst>
              </p:cNvPr>
              <p:cNvSpPr/>
              <p:nvPr/>
            </p:nvSpPr>
            <p:spPr>
              <a:xfrm>
                <a:off x="4356477" y="2296661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5 w 499614"/>
                  <a:gd name="connsiteY1" fmla="*/ 0 h 31806"/>
                  <a:gd name="connsiteX2" fmla="*/ 499615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5" y="0"/>
                    </a:lnTo>
                    <a:lnTo>
                      <a:pt x="499615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1" name="任意多边形: 形状 240">
                <a:extLst>
                  <a:ext uri="{FF2B5EF4-FFF2-40B4-BE49-F238E27FC236}">
                    <a16:creationId xmlns:a16="http://schemas.microsoft.com/office/drawing/2014/main" id="{B6B0FD7D-5C51-E659-0B15-154749FB5281}"/>
                  </a:ext>
                </a:extLst>
              </p:cNvPr>
              <p:cNvSpPr/>
              <p:nvPr/>
            </p:nvSpPr>
            <p:spPr>
              <a:xfrm>
                <a:off x="4271421" y="2397085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2" name="任意多边形: 形状 241">
                <a:extLst>
                  <a:ext uri="{FF2B5EF4-FFF2-40B4-BE49-F238E27FC236}">
                    <a16:creationId xmlns:a16="http://schemas.microsoft.com/office/drawing/2014/main" id="{7FF8D2B6-76F6-F36A-7BD1-A1EE49FD6D90}"/>
                  </a:ext>
                </a:extLst>
              </p:cNvPr>
              <p:cNvSpPr/>
              <p:nvPr/>
            </p:nvSpPr>
            <p:spPr>
              <a:xfrm>
                <a:off x="4271421" y="2481545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2CD2F305-2D24-8677-A10D-D7100BD16E82}"/>
                  </a:ext>
                </a:extLst>
              </p:cNvPr>
              <p:cNvSpPr/>
              <p:nvPr/>
            </p:nvSpPr>
            <p:spPr>
              <a:xfrm>
                <a:off x="4271421" y="2290705"/>
                <a:ext cx="43600" cy="43600"/>
              </a:xfrm>
              <a:custGeom>
                <a:avLst/>
                <a:gdLst>
                  <a:gd name="connsiteX0" fmla="*/ 43600 w 43600"/>
                  <a:gd name="connsiteY0" fmla="*/ 21919 h 43600"/>
                  <a:gd name="connsiteX1" fmla="*/ 21681 w 43600"/>
                  <a:gd name="connsiteY1" fmla="*/ 43600 h 43600"/>
                  <a:gd name="connsiteX2" fmla="*/ 0 w 43600"/>
                  <a:gd name="connsiteY2" fmla="*/ 21681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  <a:gd name="connsiteX5" fmla="*/ 43600 w 43600"/>
                  <a:gd name="connsiteY5" fmla="*/ 21919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00" h="43600">
                    <a:moveTo>
                      <a:pt x="43600" y="21919"/>
                    </a:moveTo>
                    <a:cubicBezTo>
                      <a:pt x="43529" y="33963"/>
                      <a:pt x="33725" y="43672"/>
                      <a:pt x="21681" y="43600"/>
                    </a:cubicBezTo>
                    <a:cubicBezTo>
                      <a:pt x="9638" y="43529"/>
                      <a:pt x="-59" y="33725"/>
                      <a:pt x="0" y="21681"/>
                    </a:cubicBezTo>
                    <a:cubicBezTo>
                      <a:pt x="72" y="9685"/>
                      <a:pt x="9804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ubicBezTo>
                      <a:pt x="43600" y="21836"/>
                      <a:pt x="43600" y="21884"/>
                      <a:pt x="43600" y="219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E9E0BD3E-7D08-7F95-B294-1AF0CAEB90F2}"/>
                  </a:ext>
                </a:extLst>
              </p:cNvPr>
              <p:cNvGrpSpPr/>
              <p:nvPr/>
            </p:nvGrpSpPr>
            <p:grpSpPr>
              <a:xfrm>
                <a:off x="4178264" y="3702706"/>
                <a:ext cx="845913" cy="395855"/>
                <a:chOff x="4178264" y="3702706"/>
                <a:chExt cx="845913" cy="395855"/>
              </a:xfrm>
            </p:grpSpPr>
            <p:sp>
              <p:nvSpPr>
                <p:cNvPr id="276" name="任意多边形: 形状 275">
                  <a:extLst>
                    <a:ext uri="{FF2B5EF4-FFF2-40B4-BE49-F238E27FC236}">
                      <a16:creationId xmlns:a16="http://schemas.microsoft.com/office/drawing/2014/main" id="{7C9F3B95-895B-F846-4668-60107F9C6125}"/>
                    </a:ext>
                  </a:extLst>
                </p:cNvPr>
                <p:cNvSpPr/>
                <p:nvPr/>
              </p:nvSpPr>
              <p:spPr>
                <a:xfrm>
                  <a:off x="4178264" y="3702706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7" name="任意多边形: 形状 276">
                  <a:extLst>
                    <a:ext uri="{FF2B5EF4-FFF2-40B4-BE49-F238E27FC236}">
                      <a16:creationId xmlns:a16="http://schemas.microsoft.com/office/drawing/2014/main" id="{35E3B6CB-AADA-74F4-8DE3-0F983C0207B9}"/>
                    </a:ext>
                  </a:extLst>
                </p:cNvPr>
                <p:cNvSpPr/>
                <p:nvPr/>
              </p:nvSpPr>
              <p:spPr>
                <a:xfrm>
                  <a:off x="4178264" y="3702706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83456EBF-D44F-3626-C959-FC6F16F46A88}"/>
                  </a:ext>
                </a:extLst>
              </p:cNvPr>
              <p:cNvSpPr/>
              <p:nvPr/>
            </p:nvSpPr>
            <p:spPr>
              <a:xfrm>
                <a:off x="4356477" y="3790263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5 w 499614"/>
                  <a:gd name="connsiteY1" fmla="*/ 0 h 31806"/>
                  <a:gd name="connsiteX2" fmla="*/ 499615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5" y="0"/>
                    </a:lnTo>
                    <a:lnTo>
                      <a:pt x="499615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6" name="任意多边形: 形状 245">
                <a:extLst>
                  <a:ext uri="{FF2B5EF4-FFF2-40B4-BE49-F238E27FC236}">
                    <a16:creationId xmlns:a16="http://schemas.microsoft.com/office/drawing/2014/main" id="{8F462A6E-FE8E-385E-8595-FB5640937951}"/>
                  </a:ext>
                </a:extLst>
              </p:cNvPr>
              <p:cNvSpPr/>
              <p:nvPr/>
            </p:nvSpPr>
            <p:spPr>
              <a:xfrm>
                <a:off x="4271421" y="3890567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45ACC6F0-FF71-1230-D376-F60771A6599C}"/>
                  </a:ext>
                </a:extLst>
              </p:cNvPr>
              <p:cNvSpPr/>
              <p:nvPr/>
            </p:nvSpPr>
            <p:spPr>
              <a:xfrm>
                <a:off x="4271421" y="3975028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8" name="任意多边形: 形状 247">
                <a:extLst>
                  <a:ext uri="{FF2B5EF4-FFF2-40B4-BE49-F238E27FC236}">
                    <a16:creationId xmlns:a16="http://schemas.microsoft.com/office/drawing/2014/main" id="{90CFB95F-F91C-9334-5BA5-C64E9D3BE57D}"/>
                  </a:ext>
                </a:extLst>
              </p:cNvPr>
              <p:cNvSpPr/>
              <p:nvPr/>
            </p:nvSpPr>
            <p:spPr>
              <a:xfrm>
                <a:off x="4271421" y="3784307"/>
                <a:ext cx="43600" cy="43600"/>
              </a:xfrm>
              <a:custGeom>
                <a:avLst/>
                <a:gdLst>
                  <a:gd name="connsiteX0" fmla="*/ 43600 w 43600"/>
                  <a:gd name="connsiteY0" fmla="*/ 21800 h 43600"/>
                  <a:gd name="connsiteX1" fmla="*/ 21800 w 43600"/>
                  <a:gd name="connsiteY1" fmla="*/ 43600 h 43600"/>
                  <a:gd name="connsiteX2" fmla="*/ 0 w 43600"/>
                  <a:gd name="connsiteY2" fmla="*/ 21800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00" h="43600">
                    <a:moveTo>
                      <a:pt x="43600" y="21800"/>
                    </a:moveTo>
                    <a:cubicBezTo>
                      <a:pt x="43600" y="33844"/>
                      <a:pt x="33844" y="43600"/>
                      <a:pt x="21800" y="43600"/>
                    </a:cubicBezTo>
                    <a:cubicBezTo>
                      <a:pt x="9756" y="43600"/>
                      <a:pt x="0" y="33844"/>
                      <a:pt x="0" y="21800"/>
                    </a:cubicBezTo>
                    <a:cubicBezTo>
                      <a:pt x="0" y="9756"/>
                      <a:pt x="9756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C0966E5F-24F7-BFD4-8040-D43392F2C173}"/>
                  </a:ext>
                </a:extLst>
              </p:cNvPr>
              <p:cNvGrpSpPr/>
              <p:nvPr/>
            </p:nvGrpSpPr>
            <p:grpSpPr>
              <a:xfrm>
                <a:off x="5337241" y="2909207"/>
                <a:ext cx="845913" cy="551434"/>
                <a:chOff x="5337241" y="2909207"/>
                <a:chExt cx="845913" cy="551434"/>
              </a:xfrm>
            </p:grpSpPr>
            <p:sp>
              <p:nvSpPr>
                <p:cNvPr id="274" name="任意多边形: 形状 273">
                  <a:extLst>
                    <a:ext uri="{FF2B5EF4-FFF2-40B4-BE49-F238E27FC236}">
                      <a16:creationId xmlns:a16="http://schemas.microsoft.com/office/drawing/2014/main" id="{15782657-5060-7CC6-94E5-9EC583088808}"/>
                    </a:ext>
                  </a:extLst>
                </p:cNvPr>
                <p:cNvSpPr/>
                <p:nvPr/>
              </p:nvSpPr>
              <p:spPr>
                <a:xfrm>
                  <a:off x="5337241" y="2909207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>
                  <a:extLst>
                    <a:ext uri="{FF2B5EF4-FFF2-40B4-BE49-F238E27FC236}">
                      <a16:creationId xmlns:a16="http://schemas.microsoft.com/office/drawing/2014/main" id="{138CFBD9-58B9-E67D-52A0-43AD1D73B260}"/>
                    </a:ext>
                  </a:extLst>
                </p:cNvPr>
                <p:cNvSpPr/>
                <p:nvPr/>
              </p:nvSpPr>
              <p:spPr>
                <a:xfrm>
                  <a:off x="5337241" y="2909207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0" name="任意多边形: 形状 249">
                <a:extLst>
                  <a:ext uri="{FF2B5EF4-FFF2-40B4-BE49-F238E27FC236}">
                    <a16:creationId xmlns:a16="http://schemas.microsoft.com/office/drawing/2014/main" id="{32E352C3-7B57-87C2-1681-B4B1F7387375}"/>
                  </a:ext>
                </a:extLst>
              </p:cNvPr>
              <p:cNvSpPr/>
              <p:nvPr/>
            </p:nvSpPr>
            <p:spPr>
              <a:xfrm>
                <a:off x="5515454" y="2996765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774194A8-2EB8-B3E7-FA26-D3B546ED0784}"/>
                  </a:ext>
                </a:extLst>
              </p:cNvPr>
              <p:cNvSpPr/>
              <p:nvPr/>
            </p:nvSpPr>
            <p:spPr>
              <a:xfrm>
                <a:off x="5430159" y="2990809"/>
                <a:ext cx="43839" cy="43838"/>
              </a:xfrm>
              <a:custGeom>
                <a:avLst/>
                <a:gdLst>
                  <a:gd name="connsiteX0" fmla="*/ 43839 w 43839"/>
                  <a:gd name="connsiteY0" fmla="*/ 21800 h 43838"/>
                  <a:gd name="connsiteX1" fmla="*/ 22039 w 43839"/>
                  <a:gd name="connsiteY1" fmla="*/ 43838 h 43838"/>
                  <a:gd name="connsiteX2" fmla="*/ 0 w 43839"/>
                  <a:gd name="connsiteY2" fmla="*/ 22038 h 43838"/>
                  <a:gd name="connsiteX3" fmla="*/ 21800 w 43839"/>
                  <a:gd name="connsiteY3" fmla="*/ 0 h 43838"/>
                  <a:gd name="connsiteX4" fmla="*/ 22039 w 43839"/>
                  <a:gd name="connsiteY4" fmla="*/ 0 h 43838"/>
                  <a:gd name="connsiteX5" fmla="*/ 43839 w 43839"/>
                  <a:gd name="connsiteY5" fmla="*/ 2180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9" h="43838">
                    <a:moveTo>
                      <a:pt x="43839" y="21800"/>
                    </a:moveTo>
                    <a:cubicBezTo>
                      <a:pt x="43910" y="33903"/>
                      <a:pt x="34142" y="43767"/>
                      <a:pt x="22039" y="43838"/>
                    </a:cubicBezTo>
                    <a:cubicBezTo>
                      <a:pt x="9935" y="43898"/>
                      <a:pt x="72" y="34141"/>
                      <a:pt x="0" y="22038"/>
                    </a:cubicBezTo>
                    <a:cubicBezTo>
                      <a:pt x="-59" y="9935"/>
                      <a:pt x="9697" y="71"/>
                      <a:pt x="21800" y="0"/>
                    </a:cubicBezTo>
                    <a:cubicBezTo>
                      <a:pt x="21884" y="0"/>
                      <a:pt x="21955" y="0"/>
                      <a:pt x="22039" y="0"/>
                    </a:cubicBezTo>
                    <a:cubicBezTo>
                      <a:pt x="34082" y="0"/>
                      <a:pt x="43839" y="9756"/>
                      <a:pt x="43839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A6346315-69FA-F90B-244C-198EE87D8A4B}"/>
                  </a:ext>
                </a:extLst>
              </p:cNvPr>
              <p:cNvGrpSpPr/>
              <p:nvPr/>
            </p:nvGrpSpPr>
            <p:grpSpPr>
              <a:xfrm>
                <a:off x="5337241" y="2261281"/>
                <a:ext cx="845913" cy="551434"/>
                <a:chOff x="5337241" y="2261281"/>
                <a:chExt cx="845913" cy="551434"/>
              </a:xfrm>
            </p:grpSpPr>
            <p:sp>
              <p:nvSpPr>
                <p:cNvPr id="272" name="任意多边形: 形状 271">
                  <a:extLst>
                    <a:ext uri="{FF2B5EF4-FFF2-40B4-BE49-F238E27FC236}">
                      <a16:creationId xmlns:a16="http://schemas.microsoft.com/office/drawing/2014/main" id="{7B27D351-EF36-7BEE-E4EB-AA081BDE5F50}"/>
                    </a:ext>
                  </a:extLst>
                </p:cNvPr>
                <p:cNvSpPr/>
                <p:nvPr/>
              </p:nvSpPr>
              <p:spPr>
                <a:xfrm>
                  <a:off x="5337241" y="2261281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3" name="任意多边形: 形状 272">
                  <a:extLst>
                    <a:ext uri="{FF2B5EF4-FFF2-40B4-BE49-F238E27FC236}">
                      <a16:creationId xmlns:a16="http://schemas.microsoft.com/office/drawing/2014/main" id="{F64B4832-C3DE-E702-2834-210CCD4C38A8}"/>
                    </a:ext>
                  </a:extLst>
                </p:cNvPr>
                <p:cNvSpPr/>
                <p:nvPr/>
              </p:nvSpPr>
              <p:spPr>
                <a:xfrm>
                  <a:off x="5337241" y="2261281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07AC1E2C-F4C2-D226-C88E-41D86B25A7FE}"/>
                  </a:ext>
                </a:extLst>
              </p:cNvPr>
              <p:cNvSpPr/>
              <p:nvPr/>
            </p:nvSpPr>
            <p:spPr>
              <a:xfrm>
                <a:off x="5515454" y="2348839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4" name="任意多边形: 形状 253">
                <a:extLst>
                  <a:ext uri="{FF2B5EF4-FFF2-40B4-BE49-F238E27FC236}">
                    <a16:creationId xmlns:a16="http://schemas.microsoft.com/office/drawing/2014/main" id="{97E27394-F52D-46B1-D2B5-C75A9E222978}"/>
                  </a:ext>
                </a:extLst>
              </p:cNvPr>
              <p:cNvSpPr/>
              <p:nvPr/>
            </p:nvSpPr>
            <p:spPr>
              <a:xfrm>
                <a:off x="5430159" y="2342882"/>
                <a:ext cx="43839" cy="43838"/>
              </a:xfrm>
              <a:custGeom>
                <a:avLst/>
                <a:gdLst>
                  <a:gd name="connsiteX0" fmla="*/ 43839 w 43839"/>
                  <a:gd name="connsiteY0" fmla="*/ 21800 h 43838"/>
                  <a:gd name="connsiteX1" fmla="*/ 22039 w 43839"/>
                  <a:gd name="connsiteY1" fmla="*/ 43838 h 43838"/>
                  <a:gd name="connsiteX2" fmla="*/ 0 w 43839"/>
                  <a:gd name="connsiteY2" fmla="*/ 22038 h 43838"/>
                  <a:gd name="connsiteX3" fmla="*/ 21800 w 43839"/>
                  <a:gd name="connsiteY3" fmla="*/ 0 h 43838"/>
                  <a:gd name="connsiteX4" fmla="*/ 22039 w 43839"/>
                  <a:gd name="connsiteY4" fmla="*/ 0 h 43838"/>
                  <a:gd name="connsiteX5" fmla="*/ 43839 w 43839"/>
                  <a:gd name="connsiteY5" fmla="*/ 2180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9" h="43838">
                    <a:moveTo>
                      <a:pt x="43839" y="21800"/>
                    </a:moveTo>
                    <a:cubicBezTo>
                      <a:pt x="43910" y="33903"/>
                      <a:pt x="34142" y="43767"/>
                      <a:pt x="22039" y="43838"/>
                    </a:cubicBezTo>
                    <a:cubicBezTo>
                      <a:pt x="9935" y="43898"/>
                      <a:pt x="72" y="34141"/>
                      <a:pt x="0" y="22038"/>
                    </a:cubicBezTo>
                    <a:cubicBezTo>
                      <a:pt x="-59" y="9935"/>
                      <a:pt x="9697" y="71"/>
                      <a:pt x="21800" y="0"/>
                    </a:cubicBezTo>
                    <a:cubicBezTo>
                      <a:pt x="21884" y="0"/>
                      <a:pt x="21955" y="0"/>
                      <a:pt x="22039" y="0"/>
                    </a:cubicBezTo>
                    <a:cubicBezTo>
                      <a:pt x="34082" y="0"/>
                      <a:pt x="43839" y="9756"/>
                      <a:pt x="43839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4D33FDFE-EF70-0078-A72C-FA49DA342349}"/>
                  </a:ext>
                </a:extLst>
              </p:cNvPr>
              <p:cNvSpPr/>
              <p:nvPr/>
            </p:nvSpPr>
            <p:spPr>
              <a:xfrm>
                <a:off x="5454342" y="2454503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6" name="任意多边形: 形状 255">
                <a:extLst>
                  <a:ext uri="{FF2B5EF4-FFF2-40B4-BE49-F238E27FC236}">
                    <a16:creationId xmlns:a16="http://schemas.microsoft.com/office/drawing/2014/main" id="{2FCD731F-2748-96FF-AC24-6647F8782448}"/>
                  </a:ext>
                </a:extLst>
              </p:cNvPr>
              <p:cNvSpPr/>
              <p:nvPr/>
            </p:nvSpPr>
            <p:spPr>
              <a:xfrm>
                <a:off x="5470186" y="2470466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7" name="任意多边形: 形状 256">
                <a:extLst>
                  <a:ext uri="{FF2B5EF4-FFF2-40B4-BE49-F238E27FC236}">
                    <a16:creationId xmlns:a16="http://schemas.microsoft.com/office/drawing/2014/main" id="{B4C86602-ED32-2C4E-D0BF-C8184A1E882E}"/>
                  </a:ext>
                </a:extLst>
              </p:cNvPr>
              <p:cNvSpPr/>
              <p:nvPr/>
            </p:nvSpPr>
            <p:spPr>
              <a:xfrm>
                <a:off x="5470186" y="2470466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8" name="任意多边形: 形状 257">
                <a:extLst>
                  <a:ext uri="{FF2B5EF4-FFF2-40B4-BE49-F238E27FC236}">
                    <a16:creationId xmlns:a16="http://schemas.microsoft.com/office/drawing/2014/main" id="{EDE1B857-76E9-4E83-1C81-A2262BF4CEAC}"/>
                  </a:ext>
                </a:extLst>
              </p:cNvPr>
              <p:cNvSpPr/>
              <p:nvPr/>
            </p:nvSpPr>
            <p:spPr>
              <a:xfrm>
                <a:off x="5470186" y="2569103"/>
                <a:ext cx="245518" cy="146763"/>
              </a:xfrm>
              <a:custGeom>
                <a:avLst/>
                <a:gdLst>
                  <a:gd name="connsiteX0" fmla="*/ 0 w 245518"/>
                  <a:gd name="connsiteY0" fmla="*/ 146763 h 146763"/>
                  <a:gd name="connsiteX1" fmla="*/ 83388 w 245518"/>
                  <a:gd name="connsiteY1" fmla="*/ 35857 h 146763"/>
                  <a:gd name="connsiteX2" fmla="*/ 138663 w 245518"/>
                  <a:gd name="connsiteY2" fmla="*/ 73620 h 146763"/>
                  <a:gd name="connsiteX3" fmla="*/ 205135 w 245518"/>
                  <a:gd name="connsiteY3" fmla="*/ 0 h 146763"/>
                  <a:gd name="connsiteX4" fmla="*/ 245519 w 245518"/>
                  <a:gd name="connsiteY4" fmla="*/ 37763 h 146763"/>
                  <a:gd name="connsiteX5" fmla="*/ 245519 w 245518"/>
                  <a:gd name="connsiteY5" fmla="*/ 146763 h 146763"/>
                  <a:gd name="connsiteX6" fmla="*/ 0 w 245518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518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663" y="73620"/>
                    </a:lnTo>
                    <a:lnTo>
                      <a:pt x="205135" y="0"/>
                    </a:lnTo>
                    <a:lnTo>
                      <a:pt x="245519" y="37763"/>
                    </a:lnTo>
                    <a:lnTo>
                      <a:pt x="245519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9" name="任意多边形: 形状 258">
                <a:extLst>
                  <a:ext uri="{FF2B5EF4-FFF2-40B4-BE49-F238E27FC236}">
                    <a16:creationId xmlns:a16="http://schemas.microsoft.com/office/drawing/2014/main" id="{0398331A-6861-36E8-A941-38C019C29B29}"/>
                  </a:ext>
                </a:extLst>
              </p:cNvPr>
              <p:cNvSpPr/>
              <p:nvPr/>
            </p:nvSpPr>
            <p:spPr>
              <a:xfrm>
                <a:off x="5562389" y="2499056"/>
                <a:ext cx="60992" cy="60992"/>
              </a:xfrm>
              <a:custGeom>
                <a:avLst/>
                <a:gdLst>
                  <a:gd name="connsiteX0" fmla="*/ 60993 w 60992"/>
                  <a:gd name="connsiteY0" fmla="*/ 30377 h 60992"/>
                  <a:gd name="connsiteX1" fmla="*/ 30615 w 60992"/>
                  <a:gd name="connsiteY1" fmla="*/ 60992 h 60992"/>
                  <a:gd name="connsiteX2" fmla="*/ 0 w 60992"/>
                  <a:gd name="connsiteY2" fmla="*/ 30615 h 60992"/>
                  <a:gd name="connsiteX3" fmla="*/ 30377 w 60992"/>
                  <a:gd name="connsiteY3" fmla="*/ 0 h 60992"/>
                  <a:gd name="connsiteX4" fmla="*/ 30615 w 60992"/>
                  <a:gd name="connsiteY4" fmla="*/ 0 h 60992"/>
                  <a:gd name="connsiteX5" fmla="*/ 60993 w 60992"/>
                  <a:gd name="connsiteY5" fmla="*/ 30377 h 60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92" h="60992">
                    <a:moveTo>
                      <a:pt x="60993" y="30377"/>
                    </a:moveTo>
                    <a:cubicBezTo>
                      <a:pt x="61064" y="47222"/>
                      <a:pt x="47460" y="60921"/>
                      <a:pt x="30615" y="60992"/>
                    </a:cubicBezTo>
                    <a:cubicBezTo>
                      <a:pt x="13771" y="61052"/>
                      <a:pt x="72" y="47460"/>
                      <a:pt x="0" y="30615"/>
                    </a:cubicBezTo>
                    <a:cubicBezTo>
                      <a:pt x="-59" y="13771"/>
                      <a:pt x="13533" y="71"/>
                      <a:pt x="30377" y="0"/>
                    </a:cubicBezTo>
                    <a:cubicBezTo>
                      <a:pt x="30461" y="0"/>
                      <a:pt x="30532" y="0"/>
                      <a:pt x="30615" y="0"/>
                    </a:cubicBezTo>
                    <a:cubicBezTo>
                      <a:pt x="47365" y="60"/>
                      <a:pt x="60933" y="13628"/>
                      <a:pt x="60993" y="303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A0127BED-B6E1-B2FA-B879-B1F646FCCB32}"/>
                  </a:ext>
                </a:extLst>
              </p:cNvPr>
              <p:cNvSpPr/>
              <p:nvPr/>
            </p:nvSpPr>
            <p:spPr>
              <a:xfrm>
                <a:off x="5790516" y="2561359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73D4B427-3871-FF33-A941-22F68077561E}"/>
                  </a:ext>
                </a:extLst>
              </p:cNvPr>
              <p:cNvSpPr/>
              <p:nvPr/>
            </p:nvSpPr>
            <p:spPr>
              <a:xfrm>
                <a:off x="5790516" y="2647607"/>
                <a:ext cx="139496" cy="31806"/>
              </a:xfrm>
              <a:custGeom>
                <a:avLst/>
                <a:gdLst>
                  <a:gd name="connsiteX0" fmla="*/ 0 w 139496"/>
                  <a:gd name="connsiteY0" fmla="*/ 0 h 31806"/>
                  <a:gd name="connsiteX1" fmla="*/ 139497 w 139496"/>
                  <a:gd name="connsiteY1" fmla="*/ 0 h 31806"/>
                  <a:gd name="connsiteX2" fmla="*/ 139497 w 139496"/>
                  <a:gd name="connsiteY2" fmla="*/ 31807 h 31806"/>
                  <a:gd name="connsiteX3" fmla="*/ 0 w 139496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6" h="31806">
                    <a:moveTo>
                      <a:pt x="0" y="0"/>
                    </a:moveTo>
                    <a:lnTo>
                      <a:pt x="139497" y="0"/>
                    </a:lnTo>
                    <a:lnTo>
                      <a:pt x="139497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2" name="任意多边形: 形状 261">
                <a:extLst>
                  <a:ext uri="{FF2B5EF4-FFF2-40B4-BE49-F238E27FC236}">
                    <a16:creationId xmlns:a16="http://schemas.microsoft.com/office/drawing/2014/main" id="{790FA29F-45CC-655F-7AE2-4D9E652DA5F3}"/>
                  </a:ext>
                </a:extLst>
              </p:cNvPr>
              <p:cNvSpPr/>
              <p:nvPr/>
            </p:nvSpPr>
            <p:spPr>
              <a:xfrm>
                <a:off x="5790516" y="2475231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3" name="任意多边形: 形状 262">
                <a:extLst>
                  <a:ext uri="{FF2B5EF4-FFF2-40B4-BE49-F238E27FC236}">
                    <a16:creationId xmlns:a16="http://schemas.microsoft.com/office/drawing/2014/main" id="{1A192C6F-C2F7-EB98-47F4-82AA38D7E771}"/>
                  </a:ext>
                </a:extLst>
              </p:cNvPr>
              <p:cNvSpPr/>
              <p:nvPr/>
            </p:nvSpPr>
            <p:spPr>
              <a:xfrm>
                <a:off x="5731548" y="3085276"/>
                <a:ext cx="144857" cy="148549"/>
              </a:xfrm>
              <a:custGeom>
                <a:avLst/>
                <a:gdLst>
                  <a:gd name="connsiteX0" fmla="*/ 0 w 144857"/>
                  <a:gd name="connsiteY0" fmla="*/ 148550 h 148549"/>
                  <a:gd name="connsiteX1" fmla="*/ 54083 w 144857"/>
                  <a:gd name="connsiteY1" fmla="*/ 0 h 148549"/>
                  <a:gd name="connsiteX2" fmla="*/ 144857 w 144857"/>
                  <a:gd name="connsiteY2" fmla="*/ 85413 h 14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857" h="148549">
                    <a:moveTo>
                      <a:pt x="0" y="148550"/>
                    </a:moveTo>
                    <a:lnTo>
                      <a:pt x="54083" y="0"/>
                    </a:lnTo>
                    <a:cubicBezTo>
                      <a:pt x="94801" y="14772"/>
                      <a:pt x="127631" y="45673"/>
                      <a:pt x="144857" y="854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4" name="任意多边形: 形状 263">
                <a:extLst>
                  <a:ext uri="{FF2B5EF4-FFF2-40B4-BE49-F238E27FC236}">
                    <a16:creationId xmlns:a16="http://schemas.microsoft.com/office/drawing/2014/main" id="{067AD91B-A1B1-C69C-5C83-42106DC68597}"/>
                  </a:ext>
                </a:extLst>
              </p:cNvPr>
              <p:cNvSpPr/>
              <p:nvPr/>
            </p:nvSpPr>
            <p:spPr>
              <a:xfrm>
                <a:off x="5573357" y="3075732"/>
                <a:ext cx="211559" cy="316202"/>
              </a:xfrm>
              <a:custGeom>
                <a:avLst/>
                <a:gdLst>
                  <a:gd name="connsiteX0" fmla="*/ 158191 w 211559"/>
                  <a:gd name="connsiteY0" fmla="*/ 158094 h 316202"/>
                  <a:gd name="connsiteX1" fmla="*/ 204293 w 211559"/>
                  <a:gd name="connsiteY1" fmla="*/ 309265 h 316202"/>
                  <a:gd name="connsiteX2" fmla="*/ 6937 w 211559"/>
                  <a:gd name="connsiteY2" fmla="*/ 204255 h 316202"/>
                  <a:gd name="connsiteX3" fmla="*/ 111947 w 211559"/>
                  <a:gd name="connsiteY3" fmla="*/ 6887 h 316202"/>
                  <a:gd name="connsiteX4" fmla="*/ 211560 w 211559"/>
                  <a:gd name="connsiteY4" fmla="*/ 9306 h 316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559" h="316202">
                    <a:moveTo>
                      <a:pt x="158191" y="158094"/>
                    </a:moveTo>
                    <a:lnTo>
                      <a:pt x="204293" y="309265"/>
                    </a:lnTo>
                    <a:cubicBezTo>
                      <a:pt x="120798" y="334770"/>
                      <a:pt x="32430" y="287751"/>
                      <a:pt x="6937" y="204255"/>
                    </a:cubicBezTo>
                    <a:cubicBezTo>
                      <a:pt x="-18568" y="120760"/>
                      <a:pt x="28451" y="32392"/>
                      <a:pt x="111947" y="6887"/>
                    </a:cubicBezTo>
                    <a:cubicBezTo>
                      <a:pt x="144540" y="-3060"/>
                      <a:pt x="179479" y="-2214"/>
                      <a:pt x="211560" y="93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5" name="任意多边形: 形状 264">
                <a:extLst>
                  <a:ext uri="{FF2B5EF4-FFF2-40B4-BE49-F238E27FC236}">
                    <a16:creationId xmlns:a16="http://schemas.microsoft.com/office/drawing/2014/main" id="{8A044E94-515F-2BEF-AD73-87473D92D691}"/>
                  </a:ext>
                </a:extLst>
              </p:cNvPr>
              <p:cNvSpPr/>
              <p:nvPr/>
            </p:nvSpPr>
            <p:spPr>
              <a:xfrm>
                <a:off x="5731548" y="3171404"/>
                <a:ext cx="158111" cy="213473"/>
              </a:xfrm>
              <a:custGeom>
                <a:avLst/>
                <a:gdLst>
                  <a:gd name="connsiteX0" fmla="*/ 0 w 158111"/>
                  <a:gd name="connsiteY0" fmla="*/ 62422 h 213473"/>
                  <a:gd name="connsiteX1" fmla="*/ 145215 w 158111"/>
                  <a:gd name="connsiteY1" fmla="*/ 0 h 213473"/>
                  <a:gd name="connsiteX2" fmla="*/ 62446 w 158111"/>
                  <a:gd name="connsiteY2" fmla="*/ 207672 h 213473"/>
                  <a:gd name="connsiteX3" fmla="*/ 46697 w 158111"/>
                  <a:gd name="connsiteY3" fmla="*/ 213474 h 21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111" h="213473">
                    <a:moveTo>
                      <a:pt x="0" y="62422"/>
                    </a:moveTo>
                    <a:lnTo>
                      <a:pt x="145215" y="0"/>
                    </a:lnTo>
                    <a:cubicBezTo>
                      <a:pt x="179701" y="80208"/>
                      <a:pt x="142641" y="173185"/>
                      <a:pt x="62446" y="207672"/>
                    </a:cubicBezTo>
                    <a:cubicBezTo>
                      <a:pt x="57300" y="209888"/>
                      <a:pt x="52046" y="211818"/>
                      <a:pt x="46697" y="21347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D318D639-D9C3-CE80-9D1B-7C96859F701C}"/>
                  </a:ext>
                </a:extLst>
              </p:cNvPr>
              <p:cNvSpPr/>
              <p:nvPr/>
            </p:nvSpPr>
            <p:spPr>
              <a:xfrm>
                <a:off x="6535053" y="2758156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7" name="任意多边形: 形状 266">
                <a:extLst>
                  <a:ext uri="{FF2B5EF4-FFF2-40B4-BE49-F238E27FC236}">
                    <a16:creationId xmlns:a16="http://schemas.microsoft.com/office/drawing/2014/main" id="{D423A42C-6F13-18E4-2BFE-01170CC03A7E}"/>
                  </a:ext>
                </a:extLst>
              </p:cNvPr>
              <p:cNvSpPr/>
              <p:nvPr/>
            </p:nvSpPr>
            <p:spPr>
              <a:xfrm>
                <a:off x="5384534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8" name="任意多边形: 形状 267">
                <a:extLst>
                  <a:ext uri="{FF2B5EF4-FFF2-40B4-BE49-F238E27FC236}">
                    <a16:creationId xmlns:a16="http://schemas.microsoft.com/office/drawing/2014/main" id="{9F28A022-AAC3-37D0-CE2A-D45772D164C8}"/>
                  </a:ext>
                </a:extLst>
              </p:cNvPr>
              <p:cNvSpPr/>
              <p:nvPr/>
            </p:nvSpPr>
            <p:spPr>
              <a:xfrm>
                <a:off x="5651496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9" name="任意多边形: 形状 268">
                <a:extLst>
                  <a:ext uri="{FF2B5EF4-FFF2-40B4-BE49-F238E27FC236}">
                    <a16:creationId xmlns:a16="http://schemas.microsoft.com/office/drawing/2014/main" id="{A2065267-9148-9C81-80E5-C0EE7CF09E83}"/>
                  </a:ext>
                </a:extLst>
              </p:cNvPr>
              <p:cNvSpPr/>
              <p:nvPr/>
            </p:nvSpPr>
            <p:spPr>
              <a:xfrm>
                <a:off x="5929655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8EC4857D-B389-2EAB-48DD-2670B229C26F}"/>
                  </a:ext>
                </a:extLst>
              </p:cNvPr>
              <p:cNvSpPr/>
              <p:nvPr/>
            </p:nvSpPr>
            <p:spPr>
              <a:xfrm>
                <a:off x="5385845" y="3866385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3 h 220502"/>
                  <a:gd name="connsiteX3" fmla="*/ 0 w 220502"/>
                  <a:gd name="connsiteY3" fmla="*/ 220503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3"/>
                    </a:lnTo>
                    <a:lnTo>
                      <a:pt x="0" y="220503"/>
                    </a:ln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1" name="任意多边形: 形状 270">
                <a:extLst>
                  <a:ext uri="{FF2B5EF4-FFF2-40B4-BE49-F238E27FC236}">
                    <a16:creationId xmlns:a16="http://schemas.microsoft.com/office/drawing/2014/main" id="{62F0D604-1627-7992-FDFA-B5D0705F0729}"/>
                  </a:ext>
                </a:extLst>
              </p:cNvPr>
              <p:cNvSpPr/>
              <p:nvPr/>
            </p:nvSpPr>
            <p:spPr>
              <a:xfrm>
                <a:off x="6821432" y="2758156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A010D123-EBFC-B041-89CE-1C7AA1F4102E}"/>
                </a:ext>
              </a:extLst>
            </p:cNvPr>
            <p:cNvGrpSpPr/>
            <p:nvPr/>
          </p:nvGrpSpPr>
          <p:grpSpPr>
            <a:xfrm>
              <a:off x="2948546" y="2144858"/>
              <a:ext cx="1463939" cy="3739640"/>
              <a:chOff x="1360085" y="1968671"/>
              <a:chExt cx="1463939" cy="3739640"/>
            </a:xfrm>
          </p:grpSpPr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C7CB38A-D837-EAFC-663E-A9D5B8ACE1E4}"/>
                  </a:ext>
                </a:extLst>
              </p:cNvPr>
              <p:cNvSpPr/>
              <p:nvPr/>
            </p:nvSpPr>
            <p:spPr>
              <a:xfrm>
                <a:off x="1440529" y="2907183"/>
                <a:ext cx="273517" cy="342002"/>
              </a:xfrm>
              <a:custGeom>
                <a:avLst/>
                <a:gdLst>
                  <a:gd name="connsiteX0" fmla="*/ 43686 w 273517"/>
                  <a:gd name="connsiteY0" fmla="*/ 0 h 342002"/>
                  <a:gd name="connsiteX1" fmla="*/ 16287 w 273517"/>
                  <a:gd name="connsiteY1" fmla="*/ 316399 h 342002"/>
                  <a:gd name="connsiteX2" fmla="*/ 226544 w 273517"/>
                  <a:gd name="connsiteY2" fmla="*/ 328311 h 342002"/>
                  <a:gd name="connsiteX3" fmla="*/ 273480 w 273517"/>
                  <a:gd name="connsiteY3" fmla="*/ 12389 h 342002"/>
                  <a:gd name="connsiteX4" fmla="*/ 43686 w 273517"/>
                  <a:gd name="connsiteY4" fmla="*/ 0 h 34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517" h="342002">
                    <a:moveTo>
                      <a:pt x="43686" y="0"/>
                    </a:moveTo>
                    <a:cubicBezTo>
                      <a:pt x="43686" y="0"/>
                      <a:pt x="-32436" y="269463"/>
                      <a:pt x="16287" y="316399"/>
                    </a:cubicBezTo>
                    <a:cubicBezTo>
                      <a:pt x="65009" y="363334"/>
                      <a:pt x="235240" y="332123"/>
                      <a:pt x="226544" y="328311"/>
                    </a:cubicBezTo>
                    <a:cubicBezTo>
                      <a:pt x="217848" y="324499"/>
                      <a:pt x="270025" y="596"/>
                      <a:pt x="273480" y="12389"/>
                    </a:cubicBezTo>
                    <a:cubicBezTo>
                      <a:pt x="276934" y="24183"/>
                      <a:pt x="43686" y="0"/>
                      <a:pt x="43686" y="0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2CF72A38-1693-9D28-0EFB-D359B5DD3C60}"/>
                  </a:ext>
                </a:extLst>
              </p:cNvPr>
              <p:cNvSpPr/>
              <p:nvPr/>
            </p:nvSpPr>
            <p:spPr>
              <a:xfrm>
                <a:off x="1933677" y="2540037"/>
                <a:ext cx="845913" cy="821731"/>
              </a:xfrm>
              <a:custGeom>
                <a:avLst/>
                <a:gdLst>
                  <a:gd name="connsiteX0" fmla="*/ 809938 w 845913"/>
                  <a:gd name="connsiteY0" fmla="*/ 0 h 821731"/>
                  <a:gd name="connsiteX1" fmla="*/ 845914 w 845913"/>
                  <a:gd name="connsiteY1" fmla="*/ 0 h 821731"/>
                  <a:gd name="connsiteX2" fmla="*/ 845914 w 845913"/>
                  <a:gd name="connsiteY2" fmla="*/ 821731 h 821731"/>
                  <a:gd name="connsiteX3" fmla="*/ 809938 w 845913"/>
                  <a:gd name="connsiteY3" fmla="*/ 821731 h 821731"/>
                  <a:gd name="connsiteX4" fmla="*/ 35976 w 845913"/>
                  <a:gd name="connsiteY4" fmla="*/ 821731 h 821731"/>
                  <a:gd name="connsiteX5" fmla="*/ 0 w 845913"/>
                  <a:gd name="connsiteY5" fmla="*/ 821731 h 821731"/>
                  <a:gd name="connsiteX6" fmla="*/ 0 w 845913"/>
                  <a:gd name="connsiteY6" fmla="*/ 0 h 821731"/>
                  <a:gd name="connsiteX7" fmla="*/ 35976 w 845913"/>
                  <a:gd name="connsiteY7" fmla="*/ 0 h 82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5913" h="821731">
                    <a:moveTo>
                      <a:pt x="809938" y="0"/>
                    </a:moveTo>
                    <a:cubicBezTo>
                      <a:pt x="829807" y="0"/>
                      <a:pt x="845914" y="0"/>
                      <a:pt x="845914" y="0"/>
                    </a:cubicBezTo>
                    <a:lnTo>
                      <a:pt x="845914" y="821731"/>
                    </a:lnTo>
                    <a:cubicBezTo>
                      <a:pt x="845914" y="821731"/>
                      <a:pt x="829807" y="821731"/>
                      <a:pt x="809938" y="821731"/>
                    </a:cubicBezTo>
                    <a:lnTo>
                      <a:pt x="35976" y="821731"/>
                    </a:lnTo>
                    <a:cubicBezTo>
                      <a:pt x="16107" y="821731"/>
                      <a:pt x="0" y="821731"/>
                      <a:pt x="0" y="821731"/>
                    </a:cubicBezTo>
                    <a:lnTo>
                      <a:pt x="0" y="0"/>
                    </a:lnTo>
                    <a:cubicBezTo>
                      <a:pt x="0" y="0"/>
                      <a:pt x="16107" y="0"/>
                      <a:pt x="35976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DF687ACD-BC52-83CC-236D-02778B1ED262}"/>
                  </a:ext>
                </a:extLst>
              </p:cNvPr>
              <p:cNvSpPr/>
              <p:nvPr/>
            </p:nvSpPr>
            <p:spPr>
              <a:xfrm>
                <a:off x="2112008" y="2627594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2D05B918-46CC-D08C-1678-3B0940CCBC3D}"/>
                  </a:ext>
                </a:extLst>
              </p:cNvPr>
              <p:cNvSpPr/>
              <p:nvPr/>
            </p:nvSpPr>
            <p:spPr>
              <a:xfrm>
                <a:off x="2026833" y="3114105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2557FEE2-D2CD-4610-B84A-E1D9EAD7629F}"/>
                  </a:ext>
                </a:extLst>
              </p:cNvPr>
              <p:cNvSpPr/>
              <p:nvPr/>
            </p:nvSpPr>
            <p:spPr>
              <a:xfrm>
                <a:off x="2026833" y="3198565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946494F1-1F2D-F3EE-B9BF-1A2B69EC4D42}"/>
                  </a:ext>
                </a:extLst>
              </p:cNvPr>
              <p:cNvSpPr/>
              <p:nvPr/>
            </p:nvSpPr>
            <p:spPr>
              <a:xfrm>
                <a:off x="2026833" y="2621638"/>
                <a:ext cx="43600" cy="43600"/>
              </a:xfrm>
              <a:custGeom>
                <a:avLst/>
                <a:gdLst>
                  <a:gd name="connsiteX0" fmla="*/ 43600 w 43600"/>
                  <a:gd name="connsiteY0" fmla="*/ 21800 h 43600"/>
                  <a:gd name="connsiteX1" fmla="*/ 21800 w 43600"/>
                  <a:gd name="connsiteY1" fmla="*/ 43600 h 43600"/>
                  <a:gd name="connsiteX2" fmla="*/ 0 w 43600"/>
                  <a:gd name="connsiteY2" fmla="*/ 21800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00" h="43600">
                    <a:moveTo>
                      <a:pt x="43600" y="21800"/>
                    </a:moveTo>
                    <a:cubicBezTo>
                      <a:pt x="43600" y="33844"/>
                      <a:pt x="33844" y="43600"/>
                      <a:pt x="21800" y="43600"/>
                    </a:cubicBezTo>
                    <a:cubicBezTo>
                      <a:pt x="9756" y="43600"/>
                      <a:pt x="0" y="33844"/>
                      <a:pt x="0" y="21800"/>
                    </a:cubicBezTo>
                    <a:cubicBezTo>
                      <a:pt x="0" y="9756"/>
                      <a:pt x="9756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3237AD6A-9319-7BC3-E8B8-BCDFE85D0677}"/>
                  </a:ext>
                </a:extLst>
              </p:cNvPr>
              <p:cNvSpPr/>
              <p:nvPr/>
            </p:nvSpPr>
            <p:spPr>
              <a:xfrm>
                <a:off x="2396600" y="2748865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DC1EF5F0-9A15-4E6D-2F1B-A492C5BCD425}"/>
                  </a:ext>
                </a:extLst>
              </p:cNvPr>
              <p:cNvSpPr/>
              <p:nvPr/>
            </p:nvSpPr>
            <p:spPr>
              <a:xfrm>
                <a:off x="2412444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0EEDE487-8118-C34C-803C-40DD8B1879D7}"/>
                  </a:ext>
                </a:extLst>
              </p:cNvPr>
              <p:cNvSpPr/>
              <p:nvPr/>
            </p:nvSpPr>
            <p:spPr>
              <a:xfrm>
                <a:off x="2412444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E11BB8EC-E1C2-6F45-125F-D7A719BA5AA5}"/>
                  </a:ext>
                </a:extLst>
              </p:cNvPr>
              <p:cNvSpPr/>
              <p:nvPr/>
            </p:nvSpPr>
            <p:spPr>
              <a:xfrm>
                <a:off x="2412444" y="2863464"/>
                <a:ext cx="245518" cy="146763"/>
              </a:xfrm>
              <a:custGeom>
                <a:avLst/>
                <a:gdLst>
                  <a:gd name="connsiteX0" fmla="*/ 0 w 245518"/>
                  <a:gd name="connsiteY0" fmla="*/ 146763 h 146763"/>
                  <a:gd name="connsiteX1" fmla="*/ 83388 w 245518"/>
                  <a:gd name="connsiteY1" fmla="*/ 35857 h 146763"/>
                  <a:gd name="connsiteX2" fmla="*/ 138544 w 245518"/>
                  <a:gd name="connsiteY2" fmla="*/ 73620 h 146763"/>
                  <a:gd name="connsiteX3" fmla="*/ 205135 w 245518"/>
                  <a:gd name="connsiteY3" fmla="*/ 0 h 146763"/>
                  <a:gd name="connsiteX4" fmla="*/ 245519 w 245518"/>
                  <a:gd name="connsiteY4" fmla="*/ 37644 h 146763"/>
                  <a:gd name="connsiteX5" fmla="*/ 245519 w 245518"/>
                  <a:gd name="connsiteY5" fmla="*/ 146763 h 146763"/>
                  <a:gd name="connsiteX6" fmla="*/ 0 w 245518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518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544" y="73620"/>
                    </a:lnTo>
                    <a:lnTo>
                      <a:pt x="205135" y="0"/>
                    </a:lnTo>
                    <a:lnTo>
                      <a:pt x="245519" y="37644"/>
                    </a:lnTo>
                    <a:lnTo>
                      <a:pt x="245519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2E70CFA7-004F-DE11-0921-E2F116A6AE05}"/>
                  </a:ext>
                </a:extLst>
              </p:cNvPr>
              <p:cNvSpPr/>
              <p:nvPr/>
            </p:nvSpPr>
            <p:spPr>
              <a:xfrm>
                <a:off x="2504648" y="2793418"/>
                <a:ext cx="60992" cy="60992"/>
              </a:xfrm>
              <a:custGeom>
                <a:avLst/>
                <a:gdLst>
                  <a:gd name="connsiteX0" fmla="*/ 60993 w 60992"/>
                  <a:gd name="connsiteY0" fmla="*/ 30377 h 60992"/>
                  <a:gd name="connsiteX1" fmla="*/ 30615 w 60992"/>
                  <a:gd name="connsiteY1" fmla="*/ 60993 h 60992"/>
                  <a:gd name="connsiteX2" fmla="*/ 0 w 60992"/>
                  <a:gd name="connsiteY2" fmla="*/ 30615 h 60992"/>
                  <a:gd name="connsiteX3" fmla="*/ 30377 w 60992"/>
                  <a:gd name="connsiteY3" fmla="*/ 0 h 60992"/>
                  <a:gd name="connsiteX4" fmla="*/ 30615 w 60992"/>
                  <a:gd name="connsiteY4" fmla="*/ 0 h 60992"/>
                  <a:gd name="connsiteX5" fmla="*/ 60993 w 60992"/>
                  <a:gd name="connsiteY5" fmla="*/ 30377 h 60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92" h="60992">
                    <a:moveTo>
                      <a:pt x="60993" y="30377"/>
                    </a:moveTo>
                    <a:cubicBezTo>
                      <a:pt x="61064" y="47222"/>
                      <a:pt x="47460" y="60921"/>
                      <a:pt x="30615" y="60993"/>
                    </a:cubicBezTo>
                    <a:cubicBezTo>
                      <a:pt x="13771" y="61052"/>
                      <a:pt x="72" y="47460"/>
                      <a:pt x="0" y="30615"/>
                    </a:cubicBezTo>
                    <a:cubicBezTo>
                      <a:pt x="-59" y="13771"/>
                      <a:pt x="13533" y="72"/>
                      <a:pt x="30377" y="0"/>
                    </a:cubicBezTo>
                    <a:cubicBezTo>
                      <a:pt x="30461" y="0"/>
                      <a:pt x="30532" y="0"/>
                      <a:pt x="30615" y="0"/>
                    </a:cubicBezTo>
                    <a:cubicBezTo>
                      <a:pt x="47388" y="0"/>
                      <a:pt x="60993" y="13604"/>
                      <a:pt x="60993" y="303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A50E8D4E-1F89-AACB-2C6A-542C679CEFC9}"/>
                  </a:ext>
                </a:extLst>
              </p:cNvPr>
              <p:cNvSpPr/>
              <p:nvPr/>
            </p:nvSpPr>
            <p:spPr>
              <a:xfrm>
                <a:off x="2065549" y="2748865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FC1EFEFC-D0A2-3099-7848-A5A72E40DDE3}"/>
                  </a:ext>
                </a:extLst>
              </p:cNvPr>
              <p:cNvSpPr/>
              <p:nvPr/>
            </p:nvSpPr>
            <p:spPr>
              <a:xfrm>
                <a:off x="2081393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398677E1-1E96-A71F-6CB8-9BC87290B149}"/>
                  </a:ext>
                </a:extLst>
              </p:cNvPr>
              <p:cNvSpPr/>
              <p:nvPr/>
            </p:nvSpPr>
            <p:spPr>
              <a:xfrm>
                <a:off x="2081393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B82A704A-36A8-FA4F-B593-23722A593F61}"/>
                  </a:ext>
                </a:extLst>
              </p:cNvPr>
              <p:cNvSpPr/>
              <p:nvPr/>
            </p:nvSpPr>
            <p:spPr>
              <a:xfrm>
                <a:off x="2081393" y="2863464"/>
                <a:ext cx="245399" cy="146763"/>
              </a:xfrm>
              <a:custGeom>
                <a:avLst/>
                <a:gdLst>
                  <a:gd name="connsiteX0" fmla="*/ 0 w 245399"/>
                  <a:gd name="connsiteY0" fmla="*/ 146763 h 146763"/>
                  <a:gd name="connsiteX1" fmla="*/ 83388 w 245399"/>
                  <a:gd name="connsiteY1" fmla="*/ 35857 h 146763"/>
                  <a:gd name="connsiteX2" fmla="*/ 138544 w 245399"/>
                  <a:gd name="connsiteY2" fmla="*/ 73620 h 146763"/>
                  <a:gd name="connsiteX3" fmla="*/ 205135 w 245399"/>
                  <a:gd name="connsiteY3" fmla="*/ 0 h 146763"/>
                  <a:gd name="connsiteX4" fmla="*/ 245400 w 245399"/>
                  <a:gd name="connsiteY4" fmla="*/ 37644 h 146763"/>
                  <a:gd name="connsiteX5" fmla="*/ 245400 w 245399"/>
                  <a:gd name="connsiteY5" fmla="*/ 146763 h 146763"/>
                  <a:gd name="connsiteX6" fmla="*/ 0 w 245399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399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544" y="73620"/>
                    </a:lnTo>
                    <a:lnTo>
                      <a:pt x="205135" y="0"/>
                    </a:lnTo>
                    <a:lnTo>
                      <a:pt x="245400" y="37644"/>
                    </a:lnTo>
                    <a:lnTo>
                      <a:pt x="245400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3A120235-A0CD-22D5-DC45-9478B318BADF}"/>
                  </a:ext>
                </a:extLst>
              </p:cNvPr>
              <p:cNvSpPr/>
              <p:nvPr/>
            </p:nvSpPr>
            <p:spPr>
              <a:xfrm>
                <a:off x="1574035" y="5329285"/>
                <a:ext cx="146644" cy="254182"/>
              </a:xfrm>
              <a:custGeom>
                <a:avLst/>
                <a:gdLst>
                  <a:gd name="connsiteX0" fmla="*/ 0 w 146644"/>
                  <a:gd name="connsiteY0" fmla="*/ 11881 h 254182"/>
                  <a:gd name="connsiteX1" fmla="*/ 0 w 146644"/>
                  <a:gd name="connsiteY1" fmla="*/ 245725 h 254182"/>
                  <a:gd name="connsiteX2" fmla="*/ 108524 w 146644"/>
                  <a:gd name="connsiteY2" fmla="*/ 254183 h 254182"/>
                  <a:gd name="connsiteX3" fmla="*/ 146644 w 146644"/>
                  <a:gd name="connsiteY3" fmla="*/ 34515 h 254182"/>
                  <a:gd name="connsiteX4" fmla="*/ 0 w 146644"/>
                  <a:gd name="connsiteY4" fmla="*/ 11881 h 254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644" h="254182">
                    <a:moveTo>
                      <a:pt x="0" y="11881"/>
                    </a:moveTo>
                    <a:lnTo>
                      <a:pt x="0" y="245725"/>
                    </a:lnTo>
                    <a:lnTo>
                      <a:pt x="108524" y="254183"/>
                    </a:lnTo>
                    <a:lnTo>
                      <a:pt x="146644" y="34515"/>
                    </a:lnTo>
                    <a:cubicBezTo>
                      <a:pt x="96969" y="-1342"/>
                      <a:pt x="48008" y="-9919"/>
                      <a:pt x="0" y="11881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3925E065-C0F7-A524-7157-C71993496C65}"/>
                  </a:ext>
                </a:extLst>
              </p:cNvPr>
              <p:cNvSpPr/>
              <p:nvPr/>
            </p:nvSpPr>
            <p:spPr>
              <a:xfrm>
                <a:off x="1565697" y="5522580"/>
                <a:ext cx="234438" cy="185136"/>
              </a:xfrm>
              <a:custGeom>
                <a:avLst/>
                <a:gdLst>
                  <a:gd name="connsiteX0" fmla="*/ 11913 w 234438"/>
                  <a:gd name="connsiteY0" fmla="*/ 28010 h 185136"/>
                  <a:gd name="connsiteX1" fmla="*/ 0 w 234438"/>
                  <a:gd name="connsiteY1" fmla="*/ 185137 h 185136"/>
                  <a:gd name="connsiteX2" fmla="*/ 230151 w 234438"/>
                  <a:gd name="connsiteY2" fmla="*/ 185137 h 185136"/>
                  <a:gd name="connsiteX3" fmla="*/ 195843 w 234438"/>
                  <a:gd name="connsiteY3" fmla="*/ 104250 h 185136"/>
                  <a:gd name="connsiteX4" fmla="*/ 160820 w 234438"/>
                  <a:gd name="connsiteY4" fmla="*/ 78400 h 185136"/>
                  <a:gd name="connsiteX5" fmla="*/ 137948 w 234438"/>
                  <a:gd name="connsiteY5" fmla="*/ 3470 h 185136"/>
                  <a:gd name="connsiteX6" fmla="*/ 126869 w 234438"/>
                  <a:gd name="connsiteY6" fmla="*/ 3470 h 185136"/>
                  <a:gd name="connsiteX7" fmla="*/ 117339 w 234438"/>
                  <a:gd name="connsiteY7" fmla="*/ 34442 h 185136"/>
                  <a:gd name="connsiteX8" fmla="*/ 11913 w 234438"/>
                  <a:gd name="connsiteY8" fmla="*/ 28010 h 18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438" h="185136">
                    <a:moveTo>
                      <a:pt x="11913" y="28010"/>
                    </a:moveTo>
                    <a:cubicBezTo>
                      <a:pt x="1310" y="58863"/>
                      <a:pt x="0" y="185137"/>
                      <a:pt x="0" y="185137"/>
                    </a:cubicBezTo>
                    <a:lnTo>
                      <a:pt x="230151" y="185137"/>
                    </a:lnTo>
                    <a:cubicBezTo>
                      <a:pt x="243851" y="139511"/>
                      <a:pt x="222647" y="108300"/>
                      <a:pt x="195843" y="104250"/>
                    </a:cubicBezTo>
                    <a:cubicBezTo>
                      <a:pt x="181871" y="99283"/>
                      <a:pt x="169684" y="90289"/>
                      <a:pt x="160820" y="78400"/>
                    </a:cubicBezTo>
                    <a:cubicBezTo>
                      <a:pt x="160820" y="76970"/>
                      <a:pt x="146644" y="6924"/>
                      <a:pt x="137948" y="3470"/>
                    </a:cubicBezTo>
                    <a:cubicBezTo>
                      <a:pt x="137948" y="3470"/>
                      <a:pt x="131992" y="-3797"/>
                      <a:pt x="126869" y="3470"/>
                    </a:cubicBezTo>
                    <a:cubicBezTo>
                      <a:pt x="122335" y="13321"/>
                      <a:pt x="119131" y="23745"/>
                      <a:pt x="117339" y="34442"/>
                    </a:cubicBezTo>
                    <a:cubicBezTo>
                      <a:pt x="81959" y="-13685"/>
                      <a:pt x="46817" y="-7133"/>
                      <a:pt x="11913" y="28010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F7A76318-5082-C692-834B-3266E9E3D340}"/>
                  </a:ext>
                </a:extLst>
              </p:cNvPr>
              <p:cNvSpPr/>
              <p:nvPr/>
            </p:nvSpPr>
            <p:spPr>
              <a:xfrm>
                <a:off x="1570297" y="5573248"/>
                <a:ext cx="86635" cy="25592"/>
              </a:xfrm>
              <a:custGeom>
                <a:avLst/>
                <a:gdLst>
                  <a:gd name="connsiteX0" fmla="*/ 4572 w 86635"/>
                  <a:gd name="connsiteY0" fmla="*/ 14032 h 25592"/>
                  <a:gd name="connsiteX1" fmla="*/ 81170 w 86635"/>
                  <a:gd name="connsiteY1" fmla="*/ 24872 h 25592"/>
                  <a:gd name="connsiteX2" fmla="*/ 84982 w 86635"/>
                  <a:gd name="connsiteY2" fmla="*/ 17844 h 25592"/>
                  <a:gd name="connsiteX3" fmla="*/ 2547 w 86635"/>
                  <a:gd name="connsiteY3" fmla="*/ 5931 h 25592"/>
                  <a:gd name="connsiteX4" fmla="*/ 4572 w 86635"/>
                  <a:gd name="connsiteY4" fmla="*/ 13794 h 2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35" h="25592">
                    <a:moveTo>
                      <a:pt x="4572" y="14032"/>
                    </a:moveTo>
                    <a:cubicBezTo>
                      <a:pt x="30197" y="3620"/>
                      <a:pt x="59442" y="7754"/>
                      <a:pt x="81170" y="24872"/>
                    </a:cubicBezTo>
                    <a:cubicBezTo>
                      <a:pt x="85101" y="27850"/>
                      <a:pt x="88913" y="20822"/>
                      <a:pt x="84982" y="17844"/>
                    </a:cubicBezTo>
                    <a:cubicBezTo>
                      <a:pt x="61597" y="-549"/>
                      <a:pt x="30183" y="-5088"/>
                      <a:pt x="2547" y="5931"/>
                    </a:cubicBezTo>
                    <a:cubicBezTo>
                      <a:pt x="-1980" y="7718"/>
                      <a:pt x="45" y="15580"/>
                      <a:pt x="4572" y="137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59A36949-475D-2A39-E585-1F572259DA5F}"/>
                  </a:ext>
                </a:extLst>
              </p:cNvPr>
              <p:cNvSpPr/>
              <p:nvPr/>
            </p:nvSpPr>
            <p:spPr>
              <a:xfrm>
                <a:off x="1565339" y="5681270"/>
                <a:ext cx="234203" cy="8100"/>
              </a:xfrm>
              <a:custGeom>
                <a:avLst/>
                <a:gdLst>
                  <a:gd name="connsiteX0" fmla="*/ 230390 w 234203"/>
                  <a:gd name="connsiteY0" fmla="*/ 8100 h 8100"/>
                  <a:gd name="connsiteX1" fmla="*/ 230390 w 234203"/>
                  <a:gd name="connsiteY1" fmla="*/ 8100 h 8100"/>
                  <a:gd name="connsiteX2" fmla="*/ 4050 w 234203"/>
                  <a:gd name="connsiteY2" fmla="*/ 8100 h 8100"/>
                  <a:gd name="connsiteX3" fmla="*/ 0 w 234203"/>
                  <a:gd name="connsiteY3" fmla="*/ 4050 h 8100"/>
                  <a:gd name="connsiteX4" fmla="*/ 4050 w 234203"/>
                  <a:gd name="connsiteY4" fmla="*/ 0 h 8100"/>
                  <a:gd name="connsiteX5" fmla="*/ 4050 w 234203"/>
                  <a:gd name="connsiteY5" fmla="*/ 0 h 8100"/>
                  <a:gd name="connsiteX6" fmla="*/ 230390 w 234203"/>
                  <a:gd name="connsiteY6" fmla="*/ 0 h 8100"/>
                  <a:gd name="connsiteX7" fmla="*/ 234202 w 234203"/>
                  <a:gd name="connsiteY7" fmla="*/ 4050 h 8100"/>
                  <a:gd name="connsiteX8" fmla="*/ 234202 w 234203"/>
                  <a:gd name="connsiteY8" fmla="*/ 4050 h 8100"/>
                  <a:gd name="connsiteX9" fmla="*/ 230393 w 234203"/>
                  <a:gd name="connsiteY9" fmla="*/ 8100 h 8100"/>
                  <a:gd name="connsiteX10" fmla="*/ 230390 w 234203"/>
                  <a:gd name="connsiteY10" fmla="*/ 8100 h 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203" h="8100">
                    <a:moveTo>
                      <a:pt x="230390" y="8100"/>
                    </a:moveTo>
                    <a:lnTo>
                      <a:pt x="230390" y="8100"/>
                    </a:lnTo>
                    <a:lnTo>
                      <a:pt x="4050" y="8100"/>
                    </a:lnTo>
                    <a:cubicBezTo>
                      <a:pt x="1813" y="8100"/>
                      <a:pt x="0" y="6290"/>
                      <a:pt x="0" y="4050"/>
                    </a:cubicBezTo>
                    <a:cubicBezTo>
                      <a:pt x="0" y="1810"/>
                      <a:pt x="1813" y="0"/>
                      <a:pt x="4050" y="0"/>
                    </a:cubicBezTo>
                    <a:lnTo>
                      <a:pt x="4050" y="0"/>
                    </a:lnTo>
                    <a:lnTo>
                      <a:pt x="230390" y="0"/>
                    </a:lnTo>
                    <a:cubicBezTo>
                      <a:pt x="232560" y="60"/>
                      <a:pt x="234266" y="1882"/>
                      <a:pt x="234202" y="4050"/>
                    </a:cubicBezTo>
                    <a:cubicBezTo>
                      <a:pt x="234202" y="4050"/>
                      <a:pt x="234202" y="4050"/>
                      <a:pt x="234202" y="4050"/>
                    </a:cubicBezTo>
                    <a:cubicBezTo>
                      <a:pt x="234268" y="6218"/>
                      <a:pt x="232564" y="8029"/>
                      <a:pt x="230393" y="8100"/>
                    </a:cubicBezTo>
                    <a:cubicBezTo>
                      <a:pt x="230392" y="8100"/>
                      <a:pt x="230391" y="8100"/>
                      <a:pt x="230390" y="8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653FCEF3-79E5-0CE3-7DEB-0D37B30BB3A4}"/>
                  </a:ext>
                </a:extLst>
              </p:cNvPr>
              <p:cNvSpPr/>
              <p:nvPr/>
            </p:nvSpPr>
            <p:spPr>
              <a:xfrm>
                <a:off x="1510660" y="3585681"/>
                <a:ext cx="406295" cy="1882591"/>
              </a:xfrm>
              <a:custGeom>
                <a:avLst/>
                <a:gdLst>
                  <a:gd name="connsiteX0" fmla="*/ 23110 w 406295"/>
                  <a:gd name="connsiteY0" fmla="*/ 1870679 h 1882591"/>
                  <a:gd name="connsiteX1" fmla="*/ 254572 w 406295"/>
                  <a:gd name="connsiteY1" fmla="*/ 1882592 h 1882591"/>
                  <a:gd name="connsiteX2" fmla="*/ 363096 w 406295"/>
                  <a:gd name="connsiteY2" fmla="*/ 929584 h 1882591"/>
                  <a:gd name="connsiteX3" fmla="*/ 378344 w 406295"/>
                  <a:gd name="connsiteY3" fmla="*/ 56986 h 1882591"/>
                  <a:gd name="connsiteX4" fmla="*/ 0 w 406295"/>
                  <a:gd name="connsiteY4" fmla="*/ 33995 h 1882591"/>
                  <a:gd name="connsiteX5" fmla="*/ 23110 w 406295"/>
                  <a:gd name="connsiteY5" fmla="*/ 906235 h 1882591"/>
                  <a:gd name="connsiteX6" fmla="*/ 23110 w 406295"/>
                  <a:gd name="connsiteY6" fmla="*/ 1870679 h 1882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295" h="1882591">
                    <a:moveTo>
                      <a:pt x="23110" y="1870679"/>
                    </a:moveTo>
                    <a:lnTo>
                      <a:pt x="254572" y="1882592"/>
                    </a:lnTo>
                    <a:cubicBezTo>
                      <a:pt x="306511" y="1714267"/>
                      <a:pt x="357735" y="1111013"/>
                      <a:pt x="363096" y="929584"/>
                    </a:cubicBezTo>
                    <a:cubicBezTo>
                      <a:pt x="369410" y="713132"/>
                      <a:pt x="446484" y="170036"/>
                      <a:pt x="378344" y="56986"/>
                    </a:cubicBezTo>
                    <a:cubicBezTo>
                      <a:pt x="310204" y="-56065"/>
                      <a:pt x="0" y="33995"/>
                      <a:pt x="0" y="33995"/>
                    </a:cubicBezTo>
                    <a:cubicBezTo>
                      <a:pt x="0" y="33995"/>
                      <a:pt x="38597" y="695382"/>
                      <a:pt x="23110" y="906235"/>
                    </a:cubicBezTo>
                    <a:cubicBezTo>
                      <a:pt x="9768" y="1089927"/>
                      <a:pt x="-10960" y="1627186"/>
                      <a:pt x="23110" y="1870679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C70A1428-51E8-0C84-61D3-3A8FD808D6EF}"/>
                  </a:ext>
                </a:extLst>
              </p:cNvPr>
              <p:cNvSpPr/>
              <p:nvPr/>
            </p:nvSpPr>
            <p:spPr>
              <a:xfrm>
                <a:off x="1515187" y="5402635"/>
                <a:ext cx="274942" cy="82435"/>
              </a:xfrm>
              <a:custGeom>
                <a:avLst/>
                <a:gdLst>
                  <a:gd name="connsiteX0" fmla="*/ 274943 w 274942"/>
                  <a:gd name="connsiteY0" fmla="*/ 5122 h 82435"/>
                  <a:gd name="connsiteX1" fmla="*/ 259933 w 274942"/>
                  <a:gd name="connsiteY1" fmla="*/ 82435 h 82435"/>
                  <a:gd name="connsiteX2" fmla="*/ 9173 w 274942"/>
                  <a:gd name="connsiteY2" fmla="*/ 74335 h 82435"/>
                  <a:gd name="connsiteX3" fmla="*/ 0 w 274942"/>
                  <a:gd name="connsiteY3" fmla="*/ 0 h 82435"/>
                  <a:gd name="connsiteX4" fmla="*/ 274943 w 274942"/>
                  <a:gd name="connsiteY4" fmla="*/ 5122 h 82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42" h="82435">
                    <a:moveTo>
                      <a:pt x="274943" y="5122"/>
                    </a:moveTo>
                    <a:lnTo>
                      <a:pt x="259933" y="82435"/>
                    </a:lnTo>
                    <a:lnTo>
                      <a:pt x="9173" y="74335"/>
                    </a:lnTo>
                    <a:lnTo>
                      <a:pt x="0" y="0"/>
                    </a:lnTo>
                    <a:lnTo>
                      <a:pt x="274943" y="512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B7E8041F-CC2B-763B-895C-90F9F70DEDAE}"/>
                  </a:ext>
                </a:extLst>
              </p:cNvPr>
              <p:cNvSpPr/>
              <p:nvPr/>
            </p:nvSpPr>
            <p:spPr>
              <a:xfrm>
                <a:off x="2042558" y="5298748"/>
                <a:ext cx="155816" cy="284481"/>
              </a:xfrm>
              <a:custGeom>
                <a:avLst/>
                <a:gdLst>
                  <a:gd name="connsiteX0" fmla="*/ 0 w 155816"/>
                  <a:gd name="connsiteY0" fmla="*/ 11921 h 284481"/>
                  <a:gd name="connsiteX1" fmla="*/ 0 w 155816"/>
                  <a:gd name="connsiteY1" fmla="*/ 275785 h 284481"/>
                  <a:gd name="connsiteX2" fmla="*/ 104474 w 155816"/>
                  <a:gd name="connsiteY2" fmla="*/ 284482 h 284481"/>
                  <a:gd name="connsiteX3" fmla="*/ 155817 w 155816"/>
                  <a:gd name="connsiteY3" fmla="*/ 37415 h 284481"/>
                  <a:gd name="connsiteX4" fmla="*/ 0 w 155816"/>
                  <a:gd name="connsiteY4" fmla="*/ 11921 h 28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816" h="284481">
                    <a:moveTo>
                      <a:pt x="0" y="11921"/>
                    </a:moveTo>
                    <a:lnTo>
                      <a:pt x="0" y="275785"/>
                    </a:lnTo>
                    <a:lnTo>
                      <a:pt x="104474" y="284482"/>
                    </a:lnTo>
                    <a:lnTo>
                      <a:pt x="155817" y="37415"/>
                    </a:lnTo>
                    <a:cubicBezTo>
                      <a:pt x="113646" y="3583"/>
                      <a:pt x="64924" y="-12857"/>
                      <a:pt x="0" y="11921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4658BC0D-A532-D85F-9E26-40925740D114}"/>
                  </a:ext>
                </a:extLst>
              </p:cNvPr>
              <p:cNvSpPr/>
              <p:nvPr/>
            </p:nvSpPr>
            <p:spPr>
              <a:xfrm>
                <a:off x="2030407" y="5523145"/>
                <a:ext cx="268004" cy="185166"/>
              </a:xfrm>
              <a:custGeom>
                <a:avLst/>
                <a:gdLst>
                  <a:gd name="connsiteX0" fmla="*/ 11913 w 268004"/>
                  <a:gd name="connsiteY0" fmla="*/ 28039 h 185166"/>
                  <a:gd name="connsiteX1" fmla="*/ 0 w 268004"/>
                  <a:gd name="connsiteY1" fmla="*/ 185166 h 185166"/>
                  <a:gd name="connsiteX2" fmla="*/ 264460 w 268004"/>
                  <a:gd name="connsiteY2" fmla="*/ 185166 h 185166"/>
                  <a:gd name="connsiteX3" fmla="*/ 222766 w 268004"/>
                  <a:gd name="connsiteY3" fmla="*/ 108330 h 185166"/>
                  <a:gd name="connsiteX4" fmla="*/ 160820 w 268004"/>
                  <a:gd name="connsiteY4" fmla="*/ 78430 h 185166"/>
                  <a:gd name="connsiteX5" fmla="*/ 138067 w 268004"/>
                  <a:gd name="connsiteY5" fmla="*/ 3499 h 185166"/>
                  <a:gd name="connsiteX6" fmla="*/ 126988 w 268004"/>
                  <a:gd name="connsiteY6" fmla="*/ 3499 h 185166"/>
                  <a:gd name="connsiteX7" fmla="*/ 117458 w 268004"/>
                  <a:gd name="connsiteY7" fmla="*/ 34591 h 185166"/>
                  <a:gd name="connsiteX8" fmla="*/ 11913 w 268004"/>
                  <a:gd name="connsiteY8" fmla="*/ 28039 h 1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8004" h="185166">
                    <a:moveTo>
                      <a:pt x="11913" y="28039"/>
                    </a:moveTo>
                    <a:cubicBezTo>
                      <a:pt x="1191" y="58893"/>
                      <a:pt x="0" y="185166"/>
                      <a:pt x="0" y="185166"/>
                    </a:cubicBezTo>
                    <a:lnTo>
                      <a:pt x="264460" y="185166"/>
                    </a:lnTo>
                    <a:cubicBezTo>
                      <a:pt x="278159" y="139541"/>
                      <a:pt x="249569" y="112500"/>
                      <a:pt x="222766" y="108330"/>
                    </a:cubicBezTo>
                    <a:cubicBezTo>
                      <a:pt x="210853" y="106543"/>
                      <a:pt x="170708" y="89628"/>
                      <a:pt x="160820" y="78430"/>
                    </a:cubicBezTo>
                    <a:cubicBezTo>
                      <a:pt x="160820" y="77000"/>
                      <a:pt x="146763" y="6954"/>
                      <a:pt x="138067" y="3499"/>
                    </a:cubicBezTo>
                    <a:cubicBezTo>
                      <a:pt x="138067" y="3499"/>
                      <a:pt x="131992" y="-3886"/>
                      <a:pt x="126988" y="3499"/>
                    </a:cubicBezTo>
                    <a:cubicBezTo>
                      <a:pt x="122462" y="13399"/>
                      <a:pt x="119257" y="23858"/>
                      <a:pt x="117458" y="34591"/>
                    </a:cubicBezTo>
                    <a:cubicBezTo>
                      <a:pt x="81959" y="-13655"/>
                      <a:pt x="46697" y="-7222"/>
                      <a:pt x="11913" y="28039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6F5A592C-04A7-FC2E-D008-E797B69884E0}"/>
                  </a:ext>
                </a:extLst>
              </p:cNvPr>
              <p:cNvSpPr/>
              <p:nvPr/>
            </p:nvSpPr>
            <p:spPr>
              <a:xfrm>
                <a:off x="2034966" y="5573757"/>
                <a:ext cx="86580" cy="25601"/>
              </a:xfrm>
              <a:custGeom>
                <a:avLst/>
                <a:gdLst>
                  <a:gd name="connsiteX0" fmla="*/ 4494 w 86580"/>
                  <a:gd name="connsiteY0" fmla="*/ 13999 h 25601"/>
                  <a:gd name="connsiteX1" fmla="*/ 81092 w 86580"/>
                  <a:gd name="connsiteY1" fmla="*/ 24839 h 25601"/>
                  <a:gd name="connsiteX2" fmla="*/ 84904 w 86580"/>
                  <a:gd name="connsiteY2" fmla="*/ 17811 h 25601"/>
                  <a:gd name="connsiteX3" fmla="*/ 2588 w 86580"/>
                  <a:gd name="connsiteY3" fmla="*/ 5899 h 25601"/>
                  <a:gd name="connsiteX4" fmla="*/ 4494 w 86580"/>
                  <a:gd name="connsiteY4" fmla="*/ 13761 h 2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80" h="25601">
                    <a:moveTo>
                      <a:pt x="4494" y="13999"/>
                    </a:moveTo>
                    <a:cubicBezTo>
                      <a:pt x="30118" y="3563"/>
                      <a:pt x="59376" y="7697"/>
                      <a:pt x="81092" y="24839"/>
                    </a:cubicBezTo>
                    <a:cubicBezTo>
                      <a:pt x="85143" y="27937"/>
                      <a:pt x="88836" y="20789"/>
                      <a:pt x="84904" y="17811"/>
                    </a:cubicBezTo>
                    <a:cubicBezTo>
                      <a:pt x="61544" y="-534"/>
                      <a:pt x="30190" y="-5073"/>
                      <a:pt x="2588" y="5899"/>
                    </a:cubicBezTo>
                    <a:cubicBezTo>
                      <a:pt x="-1938" y="7805"/>
                      <a:pt x="-32" y="15667"/>
                      <a:pt x="4494" y="137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4DE3EFAD-B7DD-FE27-5FD0-C72501E3C99E}"/>
                  </a:ext>
                </a:extLst>
              </p:cNvPr>
              <p:cNvSpPr/>
              <p:nvPr/>
            </p:nvSpPr>
            <p:spPr>
              <a:xfrm>
                <a:off x="2029452" y="5681866"/>
                <a:ext cx="269941" cy="8219"/>
              </a:xfrm>
              <a:custGeom>
                <a:avLst/>
                <a:gdLst>
                  <a:gd name="connsiteX0" fmla="*/ 265891 w 269941"/>
                  <a:gd name="connsiteY0" fmla="*/ 8220 h 8219"/>
                  <a:gd name="connsiteX1" fmla="*/ 265891 w 269941"/>
                  <a:gd name="connsiteY1" fmla="*/ 8220 h 8219"/>
                  <a:gd name="connsiteX2" fmla="*/ 3814 w 269941"/>
                  <a:gd name="connsiteY2" fmla="*/ 8220 h 8219"/>
                  <a:gd name="connsiteX3" fmla="*/ 2 w 269941"/>
                  <a:gd name="connsiteY3" fmla="*/ 4169 h 8219"/>
                  <a:gd name="connsiteX4" fmla="*/ 2 w 269941"/>
                  <a:gd name="connsiteY4" fmla="*/ 4169 h 8219"/>
                  <a:gd name="connsiteX5" fmla="*/ 3814 w 269941"/>
                  <a:gd name="connsiteY5" fmla="*/ 0 h 8219"/>
                  <a:gd name="connsiteX6" fmla="*/ 3814 w 269941"/>
                  <a:gd name="connsiteY6" fmla="*/ 0 h 8219"/>
                  <a:gd name="connsiteX7" fmla="*/ 265891 w 269941"/>
                  <a:gd name="connsiteY7" fmla="*/ 0 h 8219"/>
                  <a:gd name="connsiteX8" fmla="*/ 269942 w 269941"/>
                  <a:gd name="connsiteY8" fmla="*/ 4050 h 8219"/>
                  <a:gd name="connsiteX9" fmla="*/ 265891 w 269941"/>
                  <a:gd name="connsiteY9" fmla="*/ 8100 h 8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941" h="8219">
                    <a:moveTo>
                      <a:pt x="265891" y="8220"/>
                    </a:moveTo>
                    <a:lnTo>
                      <a:pt x="265891" y="8220"/>
                    </a:lnTo>
                    <a:lnTo>
                      <a:pt x="3814" y="8220"/>
                    </a:lnTo>
                    <a:cubicBezTo>
                      <a:pt x="1646" y="8160"/>
                      <a:pt x="-57" y="6338"/>
                      <a:pt x="2" y="4169"/>
                    </a:cubicBezTo>
                    <a:cubicBezTo>
                      <a:pt x="2" y="4169"/>
                      <a:pt x="2" y="4169"/>
                      <a:pt x="2" y="4169"/>
                    </a:cubicBezTo>
                    <a:cubicBezTo>
                      <a:pt x="-69" y="1978"/>
                      <a:pt x="1622" y="131"/>
                      <a:pt x="3814" y="0"/>
                    </a:cubicBezTo>
                    <a:lnTo>
                      <a:pt x="3814" y="0"/>
                    </a:lnTo>
                    <a:lnTo>
                      <a:pt x="265891" y="0"/>
                    </a:lnTo>
                    <a:cubicBezTo>
                      <a:pt x="268131" y="0"/>
                      <a:pt x="269942" y="1811"/>
                      <a:pt x="269942" y="4050"/>
                    </a:cubicBezTo>
                    <a:cubicBezTo>
                      <a:pt x="269942" y="6290"/>
                      <a:pt x="268131" y="8100"/>
                      <a:pt x="265891" y="8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5885A932-F1B4-66D3-234E-82D75442E373}"/>
                  </a:ext>
                </a:extLst>
              </p:cNvPr>
              <p:cNvSpPr/>
              <p:nvPr/>
            </p:nvSpPr>
            <p:spPr>
              <a:xfrm>
                <a:off x="1751652" y="3562994"/>
                <a:ext cx="605095" cy="1905278"/>
              </a:xfrm>
              <a:custGeom>
                <a:avLst/>
                <a:gdLst>
                  <a:gd name="connsiteX0" fmla="*/ 244208 w 605095"/>
                  <a:gd name="connsiteY0" fmla="*/ 1893366 h 1905278"/>
                  <a:gd name="connsiteX1" fmla="*/ 473526 w 605095"/>
                  <a:gd name="connsiteY1" fmla="*/ 1905279 h 1905278"/>
                  <a:gd name="connsiteX2" fmla="*/ 604564 w 605095"/>
                  <a:gd name="connsiteY2" fmla="*/ 910815 h 1905278"/>
                  <a:gd name="connsiteX3" fmla="*/ 411104 w 605095"/>
                  <a:gd name="connsiteY3" fmla="*/ 12128 h 1905278"/>
                  <a:gd name="connsiteX4" fmla="*/ 0 w 605095"/>
                  <a:gd name="connsiteY4" fmla="*/ 96470 h 1905278"/>
                  <a:gd name="connsiteX5" fmla="*/ 265770 w 605095"/>
                  <a:gd name="connsiteY5" fmla="*/ 942264 h 1905278"/>
                  <a:gd name="connsiteX6" fmla="*/ 244208 w 605095"/>
                  <a:gd name="connsiteY6" fmla="*/ 1893366 h 1905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5095" h="1905278">
                    <a:moveTo>
                      <a:pt x="244208" y="1893366"/>
                    </a:moveTo>
                    <a:lnTo>
                      <a:pt x="473526" y="1905279"/>
                    </a:lnTo>
                    <a:cubicBezTo>
                      <a:pt x="501520" y="1718966"/>
                      <a:pt x="613737" y="1040662"/>
                      <a:pt x="604564" y="910815"/>
                    </a:cubicBezTo>
                    <a:cubicBezTo>
                      <a:pt x="593367" y="752139"/>
                      <a:pt x="460541" y="65020"/>
                      <a:pt x="411104" y="12128"/>
                    </a:cubicBezTo>
                    <a:cubicBezTo>
                      <a:pt x="361667" y="-40764"/>
                      <a:pt x="0" y="96470"/>
                      <a:pt x="0" y="96470"/>
                    </a:cubicBezTo>
                    <a:cubicBezTo>
                      <a:pt x="0" y="96470"/>
                      <a:pt x="148550" y="687216"/>
                      <a:pt x="265770" y="942264"/>
                    </a:cubicBezTo>
                    <a:cubicBezTo>
                      <a:pt x="290191" y="996229"/>
                      <a:pt x="225506" y="1666908"/>
                      <a:pt x="244208" y="1893366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BFCDAF25-D72E-A4F6-D245-76A89DD74DD1}"/>
                  </a:ext>
                </a:extLst>
              </p:cNvPr>
              <p:cNvSpPr/>
              <p:nvPr/>
            </p:nvSpPr>
            <p:spPr>
              <a:xfrm>
                <a:off x="1979779" y="5393819"/>
                <a:ext cx="271845" cy="91250"/>
              </a:xfrm>
              <a:custGeom>
                <a:avLst/>
                <a:gdLst>
                  <a:gd name="connsiteX0" fmla="*/ 271846 w 271845"/>
                  <a:gd name="connsiteY0" fmla="*/ 19775 h 91250"/>
                  <a:gd name="connsiteX1" fmla="*/ 260052 w 271845"/>
                  <a:gd name="connsiteY1" fmla="*/ 91251 h 91250"/>
                  <a:gd name="connsiteX2" fmla="*/ 5122 w 271845"/>
                  <a:gd name="connsiteY2" fmla="*/ 74930 h 91250"/>
                  <a:gd name="connsiteX3" fmla="*/ 0 w 271845"/>
                  <a:gd name="connsiteY3" fmla="*/ 0 h 91250"/>
                  <a:gd name="connsiteX4" fmla="*/ 271846 w 271845"/>
                  <a:gd name="connsiteY4" fmla="*/ 19775 h 9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845" h="91250">
                    <a:moveTo>
                      <a:pt x="271846" y="19775"/>
                    </a:moveTo>
                    <a:lnTo>
                      <a:pt x="260052" y="91251"/>
                    </a:lnTo>
                    <a:lnTo>
                      <a:pt x="5122" y="74930"/>
                    </a:lnTo>
                    <a:lnTo>
                      <a:pt x="0" y="0"/>
                    </a:lnTo>
                    <a:lnTo>
                      <a:pt x="271846" y="19775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3" name="图形 9">
                <a:extLst>
                  <a:ext uri="{FF2B5EF4-FFF2-40B4-BE49-F238E27FC236}">
                    <a16:creationId xmlns:a16="http://schemas.microsoft.com/office/drawing/2014/main" id="{27F38A9A-3F1D-1F2F-BDDB-37DA691552B8}"/>
                  </a:ext>
                </a:extLst>
              </p:cNvPr>
              <p:cNvGrpSpPr/>
              <p:nvPr/>
            </p:nvGrpSpPr>
            <p:grpSpPr>
              <a:xfrm>
                <a:off x="1561646" y="3689681"/>
                <a:ext cx="761096" cy="1718433"/>
                <a:chOff x="6853045" y="3399089"/>
                <a:chExt cx="761096" cy="1718433"/>
              </a:xfrm>
              <a:solidFill>
                <a:srgbClr val="FFFFFF"/>
              </a:solidFill>
            </p:grpSpPr>
            <p:sp>
              <p:nvSpPr>
                <p:cNvPr id="221" name="任意多边形: 形状 220">
                  <a:extLst>
                    <a:ext uri="{FF2B5EF4-FFF2-40B4-BE49-F238E27FC236}">
                      <a16:creationId xmlns:a16="http://schemas.microsoft.com/office/drawing/2014/main" id="{52341926-9C12-7B8A-00CE-50C0806B1442}"/>
                    </a:ext>
                  </a:extLst>
                </p:cNvPr>
                <p:cNvSpPr/>
                <p:nvPr/>
              </p:nvSpPr>
              <p:spPr>
                <a:xfrm>
                  <a:off x="6952623" y="3539855"/>
                  <a:ext cx="249950" cy="1575642"/>
                </a:xfrm>
                <a:custGeom>
                  <a:avLst/>
                  <a:gdLst>
                    <a:gd name="connsiteX0" fmla="*/ 178224 w 249950"/>
                    <a:gd name="connsiteY0" fmla="*/ 224872 h 1575642"/>
                    <a:gd name="connsiteX1" fmla="*/ 165359 w 249950"/>
                    <a:gd name="connsiteY1" fmla="*/ 195687 h 1575642"/>
                    <a:gd name="connsiteX2" fmla="*/ 114015 w 249950"/>
                    <a:gd name="connsiteY2" fmla="*/ 32841 h 1575642"/>
                    <a:gd name="connsiteX3" fmla="*/ 2632 w 249950"/>
                    <a:gd name="connsiteY3" fmla="*/ 8063 h 1575642"/>
                    <a:gd name="connsiteX4" fmla="*/ 4658 w 249950"/>
                    <a:gd name="connsiteY4" fmla="*/ 201 h 1575642"/>
                    <a:gd name="connsiteX5" fmla="*/ 182036 w 249950"/>
                    <a:gd name="connsiteY5" fmla="*/ 27362 h 1575642"/>
                    <a:gd name="connsiteX6" fmla="*/ 182036 w 249950"/>
                    <a:gd name="connsiteY6" fmla="*/ 35462 h 1575642"/>
                    <a:gd name="connsiteX7" fmla="*/ 122473 w 249950"/>
                    <a:gd name="connsiteY7" fmla="*/ 33556 h 1575642"/>
                    <a:gd name="connsiteX8" fmla="*/ 173817 w 249950"/>
                    <a:gd name="connsiteY8" fmla="*/ 195329 h 1575642"/>
                    <a:gd name="connsiteX9" fmla="*/ 249342 w 249950"/>
                    <a:gd name="connsiteY9" fmla="*/ 346024 h 1575642"/>
                    <a:gd name="connsiteX10" fmla="*/ 242910 w 249950"/>
                    <a:gd name="connsiteY10" fmla="*/ 350074 h 1575642"/>
                    <a:gd name="connsiteX11" fmla="*/ 185253 w 249950"/>
                    <a:gd name="connsiteY11" fmla="*/ 240121 h 1575642"/>
                    <a:gd name="connsiteX12" fmla="*/ 173340 w 249950"/>
                    <a:gd name="connsiteY12" fmla="*/ 606433 h 1575642"/>
                    <a:gd name="connsiteX13" fmla="*/ 68867 w 249950"/>
                    <a:gd name="connsiteY13" fmla="*/ 1575642 h 1575642"/>
                    <a:gd name="connsiteX14" fmla="*/ 60647 w 249950"/>
                    <a:gd name="connsiteY14" fmla="*/ 1575642 h 1575642"/>
                    <a:gd name="connsiteX15" fmla="*/ 165239 w 249950"/>
                    <a:gd name="connsiteY15" fmla="*/ 606195 h 1575642"/>
                    <a:gd name="connsiteX16" fmla="*/ 178224 w 249950"/>
                    <a:gd name="connsiteY16" fmla="*/ 224872 h 1575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9950" h="1575642">
                      <a:moveTo>
                        <a:pt x="178224" y="224872"/>
                      </a:moveTo>
                      <a:cubicBezTo>
                        <a:pt x="173817" y="215223"/>
                        <a:pt x="169409" y="205574"/>
                        <a:pt x="165359" y="195687"/>
                      </a:cubicBezTo>
                      <a:cubicBezTo>
                        <a:pt x="143786" y="142914"/>
                        <a:pt x="126613" y="88449"/>
                        <a:pt x="114015" y="32841"/>
                      </a:cubicBezTo>
                      <a:cubicBezTo>
                        <a:pt x="76075" y="28791"/>
                        <a:pt x="38712" y="20476"/>
                        <a:pt x="2632" y="8063"/>
                      </a:cubicBezTo>
                      <a:cubicBezTo>
                        <a:pt x="-2013" y="6515"/>
                        <a:pt x="12" y="-1348"/>
                        <a:pt x="4658" y="201"/>
                      </a:cubicBezTo>
                      <a:cubicBezTo>
                        <a:pt x="61678" y="19809"/>
                        <a:pt x="121760" y="29018"/>
                        <a:pt x="182036" y="27362"/>
                      </a:cubicBezTo>
                      <a:cubicBezTo>
                        <a:pt x="186920" y="27362"/>
                        <a:pt x="186801" y="35343"/>
                        <a:pt x="182036" y="35462"/>
                      </a:cubicBezTo>
                      <a:cubicBezTo>
                        <a:pt x="162161" y="35998"/>
                        <a:pt x="142273" y="35367"/>
                        <a:pt x="122473" y="33556"/>
                      </a:cubicBezTo>
                      <a:cubicBezTo>
                        <a:pt x="135163" y="88783"/>
                        <a:pt x="152335" y="142890"/>
                        <a:pt x="173817" y="195329"/>
                      </a:cubicBezTo>
                      <a:cubicBezTo>
                        <a:pt x="196193" y="246911"/>
                        <a:pt x="221406" y="297230"/>
                        <a:pt x="249342" y="346024"/>
                      </a:cubicBezTo>
                      <a:cubicBezTo>
                        <a:pt x="251963" y="350431"/>
                        <a:pt x="245411" y="354601"/>
                        <a:pt x="242910" y="350074"/>
                      </a:cubicBezTo>
                      <a:cubicBezTo>
                        <a:pt x="222658" y="314336"/>
                        <a:pt x="203002" y="277646"/>
                        <a:pt x="185253" y="240121"/>
                      </a:cubicBezTo>
                      <a:cubicBezTo>
                        <a:pt x="183585" y="284793"/>
                        <a:pt x="178582" y="423218"/>
                        <a:pt x="173340" y="606433"/>
                      </a:cubicBezTo>
                      <a:cubicBezTo>
                        <a:pt x="163691" y="922713"/>
                        <a:pt x="89952" y="1436861"/>
                        <a:pt x="68867" y="1575642"/>
                      </a:cubicBezTo>
                      <a:lnTo>
                        <a:pt x="60647" y="1575642"/>
                      </a:lnTo>
                      <a:cubicBezTo>
                        <a:pt x="81017" y="1439124"/>
                        <a:pt x="155948" y="922951"/>
                        <a:pt x="165239" y="606195"/>
                      </a:cubicBezTo>
                      <a:cubicBezTo>
                        <a:pt x="172030" y="389505"/>
                        <a:pt x="177867" y="235594"/>
                        <a:pt x="178224" y="2248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>
                  <a:extLst>
                    <a:ext uri="{FF2B5EF4-FFF2-40B4-BE49-F238E27FC236}">
                      <a16:creationId xmlns:a16="http://schemas.microsoft.com/office/drawing/2014/main" id="{D9511A65-7CD3-BAB5-5C9F-3B1906228834}"/>
                    </a:ext>
                  </a:extLst>
                </p:cNvPr>
                <p:cNvSpPr/>
                <p:nvPr/>
              </p:nvSpPr>
              <p:spPr>
                <a:xfrm>
                  <a:off x="6853045" y="4194573"/>
                  <a:ext cx="207160" cy="15953"/>
                </a:xfrm>
                <a:custGeom>
                  <a:avLst/>
                  <a:gdLst>
                    <a:gd name="connsiteX0" fmla="*/ 3574 w 207160"/>
                    <a:gd name="connsiteY0" fmla="*/ 1986 h 15953"/>
                    <a:gd name="connsiteX1" fmla="*/ 203586 w 207160"/>
                    <a:gd name="connsiteY1" fmla="*/ 7824 h 15953"/>
                    <a:gd name="connsiteX2" fmla="*/ 203586 w 207160"/>
                    <a:gd name="connsiteY2" fmla="*/ 15924 h 15953"/>
                    <a:gd name="connsiteX3" fmla="*/ 3574 w 207160"/>
                    <a:gd name="connsiteY3" fmla="*/ 10087 h 15953"/>
                    <a:gd name="connsiteX4" fmla="*/ 3574 w 207160"/>
                    <a:gd name="connsiteY4" fmla="*/ 1986 h 15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160" h="15953">
                      <a:moveTo>
                        <a:pt x="3574" y="1986"/>
                      </a:moveTo>
                      <a:cubicBezTo>
                        <a:pt x="70287" y="-1969"/>
                        <a:pt x="137218" y="-15"/>
                        <a:pt x="203586" y="7824"/>
                      </a:cubicBezTo>
                      <a:cubicBezTo>
                        <a:pt x="208351" y="7824"/>
                        <a:pt x="208351" y="16520"/>
                        <a:pt x="203586" y="15924"/>
                      </a:cubicBezTo>
                      <a:cubicBezTo>
                        <a:pt x="137214" y="8145"/>
                        <a:pt x="70287" y="6192"/>
                        <a:pt x="3574" y="10087"/>
                      </a:cubicBezTo>
                      <a:cubicBezTo>
                        <a:pt x="-1191" y="10325"/>
                        <a:pt x="-1191" y="2225"/>
                        <a:pt x="3574" y="19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>
                  <a:extLst>
                    <a:ext uri="{FF2B5EF4-FFF2-40B4-BE49-F238E27FC236}">
                      <a16:creationId xmlns:a16="http://schemas.microsoft.com/office/drawing/2014/main" id="{C8AEFA30-A7AC-2483-089D-BF1B31396DFB}"/>
                    </a:ext>
                  </a:extLst>
                </p:cNvPr>
                <p:cNvSpPr/>
                <p:nvPr/>
              </p:nvSpPr>
              <p:spPr>
                <a:xfrm>
                  <a:off x="7485803" y="3667020"/>
                  <a:ext cx="128338" cy="1450502"/>
                </a:xfrm>
                <a:custGeom>
                  <a:avLst/>
                  <a:gdLst>
                    <a:gd name="connsiteX0" fmla="*/ 120714 w 128338"/>
                    <a:gd name="connsiteY0" fmla="*/ 530254 h 1450502"/>
                    <a:gd name="connsiteX1" fmla="*/ 158 w 128338"/>
                    <a:gd name="connsiteY1" fmla="*/ 5266 h 1450502"/>
                    <a:gd name="connsiteX2" fmla="*/ 2660 w 128338"/>
                    <a:gd name="connsiteY2" fmla="*/ 143 h 1450502"/>
                    <a:gd name="connsiteX3" fmla="*/ 7223 w 128338"/>
                    <a:gd name="connsiteY3" fmla="*/ 2680 h 1450502"/>
                    <a:gd name="connsiteX4" fmla="*/ 7306 w 128338"/>
                    <a:gd name="connsiteY4" fmla="*/ 3002 h 1450502"/>
                    <a:gd name="connsiteX5" fmla="*/ 128219 w 128338"/>
                    <a:gd name="connsiteY5" fmla="*/ 529777 h 1450502"/>
                    <a:gd name="connsiteX6" fmla="*/ 8497 w 128338"/>
                    <a:gd name="connsiteY6" fmla="*/ 1447048 h 1450502"/>
                    <a:gd name="connsiteX7" fmla="*/ 4804 w 128338"/>
                    <a:gd name="connsiteY7" fmla="*/ 1450502 h 1450502"/>
                    <a:gd name="connsiteX8" fmla="*/ 4804 w 128338"/>
                    <a:gd name="connsiteY8" fmla="*/ 1450502 h 1450502"/>
                    <a:gd name="connsiteX9" fmla="*/ 1707 w 128338"/>
                    <a:gd name="connsiteY9" fmla="*/ 1445737 h 1450502"/>
                    <a:gd name="connsiteX10" fmla="*/ 120714 w 128338"/>
                    <a:gd name="connsiteY10" fmla="*/ 530254 h 1450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8338" h="1450502">
                      <a:moveTo>
                        <a:pt x="120714" y="530254"/>
                      </a:moveTo>
                      <a:cubicBezTo>
                        <a:pt x="115472" y="430903"/>
                        <a:pt x="1588" y="9435"/>
                        <a:pt x="158" y="5266"/>
                      </a:cubicBezTo>
                      <a:cubicBezTo>
                        <a:pt x="-425" y="3169"/>
                        <a:pt x="647" y="965"/>
                        <a:pt x="2660" y="143"/>
                      </a:cubicBezTo>
                      <a:cubicBezTo>
                        <a:pt x="4626" y="-417"/>
                        <a:pt x="6663" y="715"/>
                        <a:pt x="7223" y="2680"/>
                      </a:cubicBezTo>
                      <a:cubicBezTo>
                        <a:pt x="7258" y="2788"/>
                        <a:pt x="7282" y="2895"/>
                        <a:pt x="7306" y="3002"/>
                      </a:cubicBezTo>
                      <a:cubicBezTo>
                        <a:pt x="12071" y="20275"/>
                        <a:pt x="122977" y="429592"/>
                        <a:pt x="128219" y="529777"/>
                      </a:cubicBezTo>
                      <a:cubicBezTo>
                        <a:pt x="132627" y="615905"/>
                        <a:pt x="13620" y="1412859"/>
                        <a:pt x="8497" y="1447048"/>
                      </a:cubicBezTo>
                      <a:cubicBezTo>
                        <a:pt x="8366" y="1448989"/>
                        <a:pt x="6758" y="1450502"/>
                        <a:pt x="4804" y="1450502"/>
                      </a:cubicBezTo>
                      <a:lnTo>
                        <a:pt x="4804" y="1450502"/>
                      </a:lnTo>
                      <a:cubicBezTo>
                        <a:pt x="2684" y="1449978"/>
                        <a:pt x="1326" y="1447893"/>
                        <a:pt x="1707" y="1445737"/>
                      </a:cubicBezTo>
                      <a:cubicBezTo>
                        <a:pt x="2422" y="1437160"/>
                        <a:pt x="125122" y="615548"/>
                        <a:pt x="120714" y="53025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>
                  <a:extLst>
                    <a:ext uri="{FF2B5EF4-FFF2-40B4-BE49-F238E27FC236}">
                      <a16:creationId xmlns:a16="http://schemas.microsoft.com/office/drawing/2014/main" id="{546A0DC8-9B11-5C18-9019-5656EE98D484}"/>
                    </a:ext>
                  </a:extLst>
                </p:cNvPr>
                <p:cNvSpPr/>
                <p:nvPr/>
              </p:nvSpPr>
              <p:spPr>
                <a:xfrm>
                  <a:off x="7407179" y="3399089"/>
                  <a:ext cx="138935" cy="229773"/>
                </a:xfrm>
                <a:custGeom>
                  <a:avLst/>
                  <a:gdLst>
                    <a:gd name="connsiteX0" fmla="*/ 134415 w 138935"/>
                    <a:gd name="connsiteY0" fmla="*/ 229477 h 229773"/>
                    <a:gd name="connsiteX1" fmla="*/ 160 w 138935"/>
                    <a:gd name="connsiteY1" fmla="*/ 4806 h 229773"/>
                    <a:gd name="connsiteX2" fmla="*/ 2662 w 138935"/>
                    <a:gd name="connsiteY2" fmla="*/ 160 h 229773"/>
                    <a:gd name="connsiteX3" fmla="*/ 7307 w 138935"/>
                    <a:gd name="connsiteY3" fmla="*/ 2661 h 229773"/>
                    <a:gd name="connsiteX4" fmla="*/ 136440 w 138935"/>
                    <a:gd name="connsiteY4" fmla="*/ 221734 h 229773"/>
                    <a:gd name="connsiteX5" fmla="*/ 134415 w 138935"/>
                    <a:gd name="connsiteY5" fmla="*/ 229477 h 229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8935" h="229773">
                      <a:moveTo>
                        <a:pt x="134415" y="229477"/>
                      </a:moveTo>
                      <a:cubicBezTo>
                        <a:pt x="48406" y="194335"/>
                        <a:pt x="20530" y="92244"/>
                        <a:pt x="160" y="4806"/>
                      </a:cubicBezTo>
                      <a:cubicBezTo>
                        <a:pt x="-436" y="2828"/>
                        <a:pt x="684" y="756"/>
                        <a:pt x="2662" y="160"/>
                      </a:cubicBezTo>
                      <a:cubicBezTo>
                        <a:pt x="4639" y="-436"/>
                        <a:pt x="6712" y="684"/>
                        <a:pt x="7307" y="2661"/>
                      </a:cubicBezTo>
                      <a:cubicBezTo>
                        <a:pt x="27082" y="86765"/>
                        <a:pt x="53290" y="187664"/>
                        <a:pt x="136440" y="221734"/>
                      </a:cubicBezTo>
                      <a:cubicBezTo>
                        <a:pt x="140848" y="223521"/>
                        <a:pt x="138942" y="231383"/>
                        <a:pt x="134415" y="2294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任意多边形: 形状 224">
                  <a:extLst>
                    <a:ext uri="{FF2B5EF4-FFF2-40B4-BE49-F238E27FC236}">
                      <a16:creationId xmlns:a16="http://schemas.microsoft.com/office/drawing/2014/main" id="{218091B9-B93C-69C2-0EF4-C9099A37485D}"/>
                    </a:ext>
                  </a:extLst>
                </p:cNvPr>
                <p:cNvSpPr/>
                <p:nvPr/>
              </p:nvSpPr>
              <p:spPr>
                <a:xfrm>
                  <a:off x="7345423" y="4192390"/>
                  <a:ext cx="174936" cy="20143"/>
                </a:xfrm>
                <a:custGeom>
                  <a:avLst/>
                  <a:gdLst>
                    <a:gd name="connsiteX0" fmla="*/ 3663 w 174936"/>
                    <a:gd name="connsiteY0" fmla="*/ 11913 h 20143"/>
                    <a:gd name="connsiteX1" fmla="*/ 171273 w 174936"/>
                    <a:gd name="connsiteY1" fmla="*/ 0 h 20143"/>
                    <a:gd name="connsiteX2" fmla="*/ 171273 w 174936"/>
                    <a:gd name="connsiteY2" fmla="*/ 8220 h 20143"/>
                    <a:gd name="connsiteX3" fmla="*/ 3663 w 174936"/>
                    <a:gd name="connsiteY3" fmla="*/ 20132 h 20143"/>
                    <a:gd name="connsiteX4" fmla="*/ 3663 w 174936"/>
                    <a:gd name="connsiteY4" fmla="*/ 11913 h 20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936" h="20143">
                      <a:moveTo>
                        <a:pt x="3663" y="11913"/>
                      </a:moveTo>
                      <a:lnTo>
                        <a:pt x="171273" y="0"/>
                      </a:lnTo>
                      <a:cubicBezTo>
                        <a:pt x="176158" y="0"/>
                        <a:pt x="176158" y="7862"/>
                        <a:pt x="171273" y="8220"/>
                      </a:cubicBezTo>
                      <a:lnTo>
                        <a:pt x="3663" y="20132"/>
                      </a:lnTo>
                      <a:cubicBezTo>
                        <a:pt x="-1221" y="20490"/>
                        <a:pt x="-1221" y="12270"/>
                        <a:pt x="3663" y="119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99042014-70E8-5B1A-406F-10641E5C1991}"/>
                  </a:ext>
                </a:extLst>
              </p:cNvPr>
              <p:cNvSpPr/>
              <p:nvPr/>
            </p:nvSpPr>
            <p:spPr>
              <a:xfrm>
                <a:off x="2025165" y="2169938"/>
                <a:ext cx="22395" cy="35329"/>
              </a:xfrm>
              <a:custGeom>
                <a:avLst/>
                <a:gdLst>
                  <a:gd name="connsiteX0" fmla="*/ 0 w 22395"/>
                  <a:gd name="connsiteY0" fmla="*/ 17128 h 35329"/>
                  <a:gd name="connsiteX1" fmla="*/ 10483 w 22395"/>
                  <a:gd name="connsiteY1" fmla="*/ 35235 h 35329"/>
                  <a:gd name="connsiteX2" fmla="*/ 22396 w 22395"/>
                  <a:gd name="connsiteY2" fmla="*/ 18200 h 35329"/>
                  <a:gd name="connsiteX3" fmla="*/ 12151 w 22395"/>
                  <a:gd name="connsiteY3" fmla="*/ 93 h 35329"/>
                  <a:gd name="connsiteX4" fmla="*/ 0 w 22395"/>
                  <a:gd name="connsiteY4" fmla="*/ 17128 h 35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95" h="35329">
                    <a:moveTo>
                      <a:pt x="0" y="17128"/>
                    </a:moveTo>
                    <a:cubicBezTo>
                      <a:pt x="0" y="26897"/>
                      <a:pt x="4289" y="34163"/>
                      <a:pt x="10483" y="35235"/>
                    </a:cubicBezTo>
                    <a:cubicBezTo>
                      <a:pt x="16678" y="36307"/>
                      <a:pt x="22396" y="28088"/>
                      <a:pt x="22396" y="18200"/>
                    </a:cubicBezTo>
                    <a:cubicBezTo>
                      <a:pt x="22396" y="8313"/>
                      <a:pt x="18226" y="1165"/>
                      <a:pt x="12151" y="93"/>
                    </a:cubicBezTo>
                    <a:cubicBezTo>
                      <a:pt x="6075" y="-979"/>
                      <a:pt x="1191" y="7360"/>
                      <a:pt x="0" y="17128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90E11A75-8884-63A5-E66D-F552914F6E31}"/>
                  </a:ext>
                </a:extLst>
              </p:cNvPr>
              <p:cNvSpPr/>
              <p:nvPr/>
            </p:nvSpPr>
            <p:spPr>
              <a:xfrm>
                <a:off x="2005510" y="2185399"/>
                <a:ext cx="46697" cy="94552"/>
              </a:xfrm>
              <a:custGeom>
                <a:avLst/>
                <a:gdLst>
                  <a:gd name="connsiteX0" fmla="*/ 23587 w 46697"/>
                  <a:gd name="connsiteY0" fmla="*/ 0 h 94552"/>
                  <a:gd name="connsiteX1" fmla="*/ 46697 w 46697"/>
                  <a:gd name="connsiteY1" fmla="*/ 91131 h 94552"/>
                  <a:gd name="connsiteX2" fmla="*/ 0 w 46697"/>
                  <a:gd name="connsiteY2" fmla="*/ 87319 h 94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697" h="94552">
                    <a:moveTo>
                      <a:pt x="23587" y="0"/>
                    </a:moveTo>
                    <a:cubicBezTo>
                      <a:pt x="27042" y="31294"/>
                      <a:pt x="34821" y="61969"/>
                      <a:pt x="46697" y="91131"/>
                    </a:cubicBezTo>
                    <a:cubicBezTo>
                      <a:pt x="31330" y="96778"/>
                      <a:pt x="14247" y="95384"/>
                      <a:pt x="0" y="87319"/>
                    </a:cubicBezTo>
                    <a:close/>
                  </a:path>
                </a:pathLst>
              </a:custGeom>
              <a:solidFill>
                <a:srgbClr val="A24E3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7868D9BE-88D7-B0C4-2502-6BC0D94CCF35}"/>
                  </a:ext>
                </a:extLst>
              </p:cNvPr>
              <p:cNvSpPr/>
              <p:nvPr/>
            </p:nvSpPr>
            <p:spPr>
              <a:xfrm>
                <a:off x="2002530" y="2125705"/>
                <a:ext cx="54227" cy="30023"/>
              </a:xfrm>
              <a:custGeom>
                <a:avLst/>
                <a:gdLst>
                  <a:gd name="connsiteX0" fmla="*/ 5243 w 54227"/>
                  <a:gd name="connsiteY0" fmla="*/ 29793 h 30023"/>
                  <a:gd name="connsiteX1" fmla="*/ 1669 w 54227"/>
                  <a:gd name="connsiteY1" fmla="*/ 28959 h 30023"/>
                  <a:gd name="connsiteX2" fmla="*/ 1610 w 54227"/>
                  <a:gd name="connsiteY2" fmla="*/ 21037 h 30023"/>
                  <a:gd name="connsiteX3" fmla="*/ 1669 w 54227"/>
                  <a:gd name="connsiteY3" fmla="*/ 20978 h 30023"/>
                  <a:gd name="connsiteX4" fmla="*/ 1669 w 54227"/>
                  <a:gd name="connsiteY4" fmla="*/ 20978 h 30023"/>
                  <a:gd name="connsiteX5" fmla="*/ 49320 w 54227"/>
                  <a:gd name="connsiteY5" fmla="*/ 131 h 30023"/>
                  <a:gd name="connsiteX6" fmla="*/ 54204 w 54227"/>
                  <a:gd name="connsiteY6" fmla="*/ 6087 h 30023"/>
                  <a:gd name="connsiteX7" fmla="*/ 54204 w 54227"/>
                  <a:gd name="connsiteY7" fmla="*/ 6087 h 30023"/>
                  <a:gd name="connsiteX8" fmla="*/ 47890 w 54227"/>
                  <a:gd name="connsiteY8" fmla="*/ 11090 h 30023"/>
                  <a:gd name="connsiteX9" fmla="*/ 47890 w 54227"/>
                  <a:gd name="connsiteY9" fmla="*/ 11090 h 30023"/>
                  <a:gd name="connsiteX10" fmla="*/ 10961 w 54227"/>
                  <a:gd name="connsiteY10" fmla="*/ 28125 h 30023"/>
                  <a:gd name="connsiteX11" fmla="*/ 5243 w 54227"/>
                  <a:gd name="connsiteY11" fmla="*/ 29793 h 3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227" h="30023">
                    <a:moveTo>
                      <a:pt x="5243" y="29793"/>
                    </a:moveTo>
                    <a:cubicBezTo>
                      <a:pt x="3992" y="29936"/>
                      <a:pt x="2730" y="29638"/>
                      <a:pt x="1669" y="28959"/>
                    </a:cubicBezTo>
                    <a:cubicBezTo>
                      <a:pt x="-534" y="26791"/>
                      <a:pt x="-558" y="23241"/>
                      <a:pt x="1610" y="21037"/>
                    </a:cubicBezTo>
                    <a:cubicBezTo>
                      <a:pt x="1622" y="21025"/>
                      <a:pt x="1646" y="21002"/>
                      <a:pt x="1669" y="20978"/>
                    </a:cubicBezTo>
                    <a:lnTo>
                      <a:pt x="1669" y="20978"/>
                    </a:lnTo>
                    <a:cubicBezTo>
                      <a:pt x="13189" y="6659"/>
                      <a:pt x="30986" y="-1120"/>
                      <a:pt x="49320" y="131"/>
                    </a:cubicBezTo>
                    <a:cubicBezTo>
                      <a:pt x="52310" y="441"/>
                      <a:pt x="54478" y="3097"/>
                      <a:pt x="54204" y="6087"/>
                    </a:cubicBezTo>
                    <a:lnTo>
                      <a:pt x="54204" y="6087"/>
                    </a:lnTo>
                    <a:cubicBezTo>
                      <a:pt x="53775" y="9172"/>
                      <a:pt x="50988" y="11376"/>
                      <a:pt x="47890" y="11090"/>
                    </a:cubicBezTo>
                    <a:lnTo>
                      <a:pt x="47890" y="11090"/>
                    </a:lnTo>
                    <a:cubicBezTo>
                      <a:pt x="33548" y="10435"/>
                      <a:pt x="19777" y="16785"/>
                      <a:pt x="10961" y="28125"/>
                    </a:cubicBezTo>
                    <a:cubicBezTo>
                      <a:pt x="9556" y="29757"/>
                      <a:pt x="7316" y="30413"/>
                      <a:pt x="5243" y="29793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688F671B-0065-DB78-4E74-A6D6C905804B}"/>
                  </a:ext>
                </a:extLst>
              </p:cNvPr>
              <p:cNvSpPr/>
              <p:nvPr/>
            </p:nvSpPr>
            <p:spPr>
              <a:xfrm>
                <a:off x="1725782" y="2006276"/>
                <a:ext cx="312981" cy="424120"/>
              </a:xfrm>
              <a:custGeom>
                <a:avLst/>
                <a:gdLst>
                  <a:gd name="connsiteX0" fmla="*/ 303553 w 312981"/>
                  <a:gd name="connsiteY0" fmla="*/ 309446 h 424120"/>
                  <a:gd name="connsiteX1" fmla="*/ 298788 w 312981"/>
                  <a:gd name="connsiteY1" fmla="*/ 324695 h 424120"/>
                  <a:gd name="connsiteX2" fmla="*/ 244467 w 312981"/>
                  <a:gd name="connsiteY2" fmla="*/ 396170 h 424120"/>
                  <a:gd name="connsiteX3" fmla="*/ 224573 w 312981"/>
                  <a:gd name="connsiteY3" fmla="*/ 408083 h 424120"/>
                  <a:gd name="connsiteX4" fmla="*/ 59940 w 312981"/>
                  <a:gd name="connsiteY4" fmla="*/ 382351 h 424120"/>
                  <a:gd name="connsiteX5" fmla="*/ 377 w 312981"/>
                  <a:gd name="connsiteY5" fmla="*/ 157680 h 424120"/>
                  <a:gd name="connsiteX6" fmla="*/ 11456 w 312981"/>
                  <a:gd name="connsiteY6" fmla="*/ 90374 h 424120"/>
                  <a:gd name="connsiteX7" fmla="*/ 206108 w 312981"/>
                  <a:gd name="connsiteY7" fmla="*/ 11393 h 424120"/>
                  <a:gd name="connsiteX8" fmla="*/ 206108 w 312981"/>
                  <a:gd name="connsiteY8" fmla="*/ 11393 h 424120"/>
                  <a:gd name="connsiteX9" fmla="*/ 303553 w 312981"/>
                  <a:gd name="connsiteY9" fmla="*/ 309446 h 42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2981" h="424120">
                    <a:moveTo>
                      <a:pt x="303553" y="309446"/>
                    </a:moveTo>
                    <a:cubicBezTo>
                      <a:pt x="302255" y="314616"/>
                      <a:pt x="300658" y="319703"/>
                      <a:pt x="298788" y="324695"/>
                    </a:cubicBezTo>
                    <a:cubicBezTo>
                      <a:pt x="288341" y="353475"/>
                      <a:pt x="269398" y="378397"/>
                      <a:pt x="244467" y="396170"/>
                    </a:cubicBezTo>
                    <a:cubicBezTo>
                      <a:pt x="238159" y="400661"/>
                      <a:pt x="231507" y="404640"/>
                      <a:pt x="224573" y="408083"/>
                    </a:cubicBezTo>
                    <a:cubicBezTo>
                      <a:pt x="170025" y="436744"/>
                      <a:pt x="103141" y="426285"/>
                      <a:pt x="59940" y="382351"/>
                    </a:cubicBezTo>
                    <a:cubicBezTo>
                      <a:pt x="4904" y="327673"/>
                      <a:pt x="6334" y="264536"/>
                      <a:pt x="377" y="157680"/>
                    </a:cubicBezTo>
                    <a:cubicBezTo>
                      <a:pt x="-1276" y="134689"/>
                      <a:pt x="2519" y="111626"/>
                      <a:pt x="11456" y="90374"/>
                    </a:cubicBezTo>
                    <a:cubicBezTo>
                      <a:pt x="43894" y="15312"/>
                      <a:pt x="130543" y="-19842"/>
                      <a:pt x="206108" y="11393"/>
                    </a:cubicBezTo>
                    <a:lnTo>
                      <a:pt x="206108" y="11393"/>
                    </a:lnTo>
                    <a:cubicBezTo>
                      <a:pt x="312011" y="54159"/>
                      <a:pt x="326664" y="213074"/>
                      <a:pt x="303553" y="309446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F53273DC-B411-BBCB-B266-56D654FCF6F4}"/>
                  </a:ext>
                </a:extLst>
              </p:cNvPr>
              <p:cNvSpPr/>
              <p:nvPr/>
            </p:nvSpPr>
            <p:spPr>
              <a:xfrm>
                <a:off x="1830752" y="2381965"/>
                <a:ext cx="139020" cy="47821"/>
              </a:xfrm>
              <a:custGeom>
                <a:avLst/>
                <a:gdLst>
                  <a:gd name="connsiteX0" fmla="*/ 139020 w 139020"/>
                  <a:gd name="connsiteY0" fmla="*/ 20362 h 47821"/>
                  <a:gd name="connsiteX1" fmla="*/ 0 w 139020"/>
                  <a:gd name="connsiteY1" fmla="*/ 37516 h 47821"/>
                  <a:gd name="connsiteX2" fmla="*/ 19418 w 139020"/>
                  <a:gd name="connsiteY2" fmla="*/ 1778 h 47821"/>
                  <a:gd name="connsiteX3" fmla="*/ 139020 w 139020"/>
                  <a:gd name="connsiteY3" fmla="*/ 20362 h 47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20" h="47821">
                    <a:moveTo>
                      <a:pt x="139020" y="20362"/>
                    </a:moveTo>
                    <a:cubicBezTo>
                      <a:pt x="98641" y="49417"/>
                      <a:pt x="46232" y="55885"/>
                      <a:pt x="0" y="37516"/>
                    </a:cubicBezTo>
                    <a:cubicBezTo>
                      <a:pt x="4933" y="24829"/>
                      <a:pt x="11458" y="12821"/>
                      <a:pt x="19418" y="1778"/>
                    </a:cubicBezTo>
                    <a:cubicBezTo>
                      <a:pt x="60241" y="-3475"/>
                      <a:pt x="101717" y="2969"/>
                      <a:pt x="139020" y="20362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7301C3C7-2C68-918B-EBD2-945BDB6D9A3F}"/>
                  </a:ext>
                </a:extLst>
              </p:cNvPr>
              <p:cNvSpPr/>
              <p:nvPr/>
            </p:nvSpPr>
            <p:spPr>
              <a:xfrm>
                <a:off x="1750937" y="2262592"/>
                <a:ext cx="251844" cy="311633"/>
              </a:xfrm>
              <a:custGeom>
                <a:avLst/>
                <a:gdLst>
                  <a:gd name="connsiteX0" fmla="*/ 0 w 251844"/>
                  <a:gd name="connsiteY0" fmla="*/ 278278 h 311633"/>
                  <a:gd name="connsiteX1" fmla="*/ 184884 w 251844"/>
                  <a:gd name="connsiteY1" fmla="*/ 308536 h 311633"/>
                  <a:gd name="connsiteX2" fmla="*/ 249450 w 251844"/>
                  <a:gd name="connsiteY2" fmla="*/ 260886 h 311633"/>
                  <a:gd name="connsiteX3" fmla="*/ 168206 w 251844"/>
                  <a:gd name="connsiteY3" fmla="*/ 202514 h 311633"/>
                  <a:gd name="connsiteX4" fmla="*/ 163441 w 251844"/>
                  <a:gd name="connsiteY4" fmla="*/ 148312 h 311633"/>
                  <a:gd name="connsiteX5" fmla="*/ 167491 w 251844"/>
                  <a:gd name="connsiteY5" fmla="*/ 118054 h 311633"/>
                  <a:gd name="connsiteX6" fmla="*/ 5241 w 251844"/>
                  <a:gd name="connsiteY6" fmla="*/ 0 h 311633"/>
                  <a:gd name="connsiteX7" fmla="*/ 0 w 251844"/>
                  <a:gd name="connsiteY7" fmla="*/ 278278 h 3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1844" h="311633">
                    <a:moveTo>
                      <a:pt x="0" y="278278"/>
                    </a:moveTo>
                    <a:cubicBezTo>
                      <a:pt x="53607" y="325929"/>
                      <a:pt x="184884" y="308536"/>
                      <a:pt x="184884" y="308536"/>
                    </a:cubicBezTo>
                    <a:cubicBezTo>
                      <a:pt x="184884" y="308536"/>
                      <a:pt x="266723" y="286498"/>
                      <a:pt x="249450" y="260886"/>
                    </a:cubicBezTo>
                    <a:cubicBezTo>
                      <a:pt x="201799" y="253024"/>
                      <a:pt x="177974" y="230866"/>
                      <a:pt x="168206" y="202514"/>
                    </a:cubicBezTo>
                    <a:cubicBezTo>
                      <a:pt x="163002" y="184943"/>
                      <a:pt x="161382" y="166514"/>
                      <a:pt x="163441" y="148312"/>
                    </a:cubicBezTo>
                    <a:cubicBezTo>
                      <a:pt x="164138" y="138150"/>
                      <a:pt x="165491" y="128037"/>
                      <a:pt x="167491" y="118054"/>
                    </a:cubicBezTo>
                    <a:lnTo>
                      <a:pt x="5241" y="0"/>
                    </a:lnTo>
                    <a:cubicBezTo>
                      <a:pt x="26446" y="78504"/>
                      <a:pt x="52415" y="222289"/>
                      <a:pt x="0" y="278278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2959770A-5078-B8A6-C9B6-0405EEC72DE3}"/>
                  </a:ext>
                </a:extLst>
              </p:cNvPr>
              <p:cNvSpPr/>
              <p:nvPr/>
            </p:nvSpPr>
            <p:spPr>
              <a:xfrm>
                <a:off x="1671904" y="1968671"/>
                <a:ext cx="367607" cy="389225"/>
              </a:xfrm>
              <a:custGeom>
                <a:avLst/>
                <a:gdLst>
                  <a:gd name="connsiteX0" fmla="*/ 297868 w 367607"/>
                  <a:gd name="connsiteY0" fmla="*/ 249845 h 389225"/>
                  <a:gd name="connsiteX1" fmla="*/ 321693 w 367607"/>
                  <a:gd name="connsiteY1" fmla="*/ 258422 h 389225"/>
                  <a:gd name="connsiteX2" fmla="*/ 309780 w 367607"/>
                  <a:gd name="connsiteY2" fmla="*/ 210772 h 389225"/>
                  <a:gd name="connsiteX3" fmla="*/ 309780 w 367607"/>
                  <a:gd name="connsiteY3" fmla="*/ 114637 h 389225"/>
                  <a:gd name="connsiteX4" fmla="*/ 350998 w 367607"/>
                  <a:gd name="connsiteY4" fmla="*/ 37443 h 389225"/>
                  <a:gd name="connsiteX5" fmla="*/ 240925 w 367607"/>
                  <a:gd name="connsiteY5" fmla="*/ 9568 h 389225"/>
                  <a:gd name="connsiteX6" fmla="*/ 89040 w 367607"/>
                  <a:gd name="connsiteY6" fmla="*/ 37443 h 389225"/>
                  <a:gd name="connsiteX7" fmla="*/ 529 w 367607"/>
                  <a:gd name="connsiteY7" fmla="*/ 171222 h 389225"/>
                  <a:gd name="connsiteX8" fmla="*/ 85109 w 367607"/>
                  <a:gd name="connsiteY8" fmla="*/ 382670 h 389225"/>
                  <a:gd name="connsiteX9" fmla="*/ 229013 w 367607"/>
                  <a:gd name="connsiteY9" fmla="*/ 367065 h 389225"/>
                  <a:gd name="connsiteX10" fmla="*/ 297868 w 367607"/>
                  <a:gd name="connsiteY10" fmla="*/ 249845 h 38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7607" h="389225">
                    <a:moveTo>
                      <a:pt x="297868" y="249845"/>
                    </a:moveTo>
                    <a:lnTo>
                      <a:pt x="321693" y="258422"/>
                    </a:lnTo>
                    <a:lnTo>
                      <a:pt x="309780" y="210772"/>
                    </a:lnTo>
                    <a:cubicBezTo>
                      <a:pt x="309780" y="210772"/>
                      <a:pt x="344089" y="159309"/>
                      <a:pt x="309780" y="114637"/>
                    </a:cubicBezTo>
                    <a:cubicBezTo>
                      <a:pt x="309780" y="114637"/>
                      <a:pt x="405081" y="86404"/>
                      <a:pt x="350998" y="37443"/>
                    </a:cubicBezTo>
                    <a:cubicBezTo>
                      <a:pt x="331104" y="19217"/>
                      <a:pt x="306326" y="37443"/>
                      <a:pt x="240925" y="9568"/>
                    </a:cubicBezTo>
                    <a:cubicBezTo>
                      <a:pt x="205188" y="-5680"/>
                      <a:pt x="94639" y="-6872"/>
                      <a:pt x="89040" y="37443"/>
                    </a:cubicBezTo>
                    <a:cubicBezTo>
                      <a:pt x="89040" y="37443"/>
                      <a:pt x="9106" y="37443"/>
                      <a:pt x="529" y="171222"/>
                    </a:cubicBezTo>
                    <a:cubicBezTo>
                      <a:pt x="-4503" y="250834"/>
                      <a:pt x="26558" y="328492"/>
                      <a:pt x="85109" y="382670"/>
                    </a:cubicBezTo>
                    <a:cubicBezTo>
                      <a:pt x="85109" y="382670"/>
                      <a:pt x="181720" y="405066"/>
                      <a:pt x="229013" y="367065"/>
                    </a:cubicBezTo>
                    <a:cubicBezTo>
                      <a:pt x="276306" y="329064"/>
                      <a:pt x="297868" y="249845"/>
                      <a:pt x="297868" y="249845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98B2D916-9596-C2AA-4DD1-7837848E5229}"/>
                  </a:ext>
                </a:extLst>
              </p:cNvPr>
              <p:cNvSpPr/>
              <p:nvPr/>
            </p:nvSpPr>
            <p:spPr>
              <a:xfrm>
                <a:off x="1905766" y="2156323"/>
                <a:ext cx="71982" cy="118998"/>
              </a:xfrm>
              <a:custGeom>
                <a:avLst/>
                <a:gdLst>
                  <a:gd name="connsiteX0" fmla="*/ 2298 w 71982"/>
                  <a:gd name="connsiteY0" fmla="*/ 69698 h 118998"/>
                  <a:gd name="connsiteX1" fmla="*/ 38036 w 71982"/>
                  <a:gd name="connsiteY1" fmla="*/ 117349 h 118998"/>
                  <a:gd name="connsiteX2" fmla="*/ 71510 w 71982"/>
                  <a:gd name="connsiteY2" fmla="*/ 63861 h 118998"/>
                  <a:gd name="connsiteX3" fmla="*/ 29816 w 71982"/>
                  <a:gd name="connsiteY3" fmla="*/ 486 h 118998"/>
                  <a:gd name="connsiteX4" fmla="*/ 2298 w 71982"/>
                  <a:gd name="connsiteY4" fmla="*/ 69698 h 11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82" h="118998">
                    <a:moveTo>
                      <a:pt x="2298" y="69698"/>
                    </a:moveTo>
                    <a:cubicBezTo>
                      <a:pt x="6401" y="90164"/>
                      <a:pt x="19537" y="107675"/>
                      <a:pt x="38036" y="117349"/>
                    </a:cubicBezTo>
                    <a:cubicBezTo>
                      <a:pt x="60193" y="126521"/>
                      <a:pt x="74846" y="95906"/>
                      <a:pt x="71510" y="63861"/>
                    </a:cubicBezTo>
                    <a:cubicBezTo>
                      <a:pt x="68532" y="35271"/>
                      <a:pt x="53522" y="-4875"/>
                      <a:pt x="29816" y="486"/>
                    </a:cubicBezTo>
                    <a:cubicBezTo>
                      <a:pt x="6110" y="5847"/>
                      <a:pt x="-5207" y="40870"/>
                      <a:pt x="2298" y="69698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B90ABB64-50A0-CD4E-C47C-63F8736DB797}"/>
                  </a:ext>
                </a:extLst>
              </p:cNvPr>
              <p:cNvSpPr/>
              <p:nvPr/>
            </p:nvSpPr>
            <p:spPr>
              <a:xfrm>
                <a:off x="1360085" y="2515259"/>
                <a:ext cx="310680" cy="512956"/>
              </a:xfrm>
              <a:custGeom>
                <a:avLst/>
                <a:gdLst>
                  <a:gd name="connsiteX0" fmla="*/ 225863 w 310680"/>
                  <a:gd name="connsiteY0" fmla="*/ 0 h 512956"/>
                  <a:gd name="connsiteX1" fmla="*/ 169397 w 310680"/>
                  <a:gd name="connsiteY1" fmla="*/ 18345 h 512956"/>
                  <a:gd name="connsiteX2" fmla="*/ 90417 w 310680"/>
                  <a:gd name="connsiteY2" fmla="*/ 118888 h 512956"/>
                  <a:gd name="connsiteX3" fmla="*/ 0 w 310680"/>
                  <a:gd name="connsiteY3" fmla="*/ 470428 h 512956"/>
                  <a:gd name="connsiteX4" fmla="*/ 202514 w 310680"/>
                  <a:gd name="connsiteY4" fmla="*/ 512957 h 512956"/>
                  <a:gd name="connsiteX5" fmla="*/ 310681 w 310680"/>
                  <a:gd name="connsiteY5" fmla="*/ 280065 h 512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0680" h="512956">
                    <a:moveTo>
                      <a:pt x="225863" y="0"/>
                    </a:moveTo>
                    <a:cubicBezTo>
                      <a:pt x="225863" y="0"/>
                      <a:pt x="188219" y="11913"/>
                      <a:pt x="169397" y="18345"/>
                    </a:cubicBezTo>
                    <a:cubicBezTo>
                      <a:pt x="130324" y="32640"/>
                      <a:pt x="104593" y="76122"/>
                      <a:pt x="90417" y="118888"/>
                    </a:cubicBezTo>
                    <a:cubicBezTo>
                      <a:pt x="55870" y="223242"/>
                      <a:pt x="0" y="470428"/>
                      <a:pt x="0" y="470428"/>
                    </a:cubicBezTo>
                    <a:lnTo>
                      <a:pt x="202514" y="512957"/>
                    </a:lnTo>
                    <a:lnTo>
                      <a:pt x="310681" y="280065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BD6A7C78-A6DE-FA34-7AEC-6BAD9DF32867}"/>
                  </a:ext>
                </a:extLst>
              </p:cNvPr>
              <p:cNvSpPr/>
              <p:nvPr/>
            </p:nvSpPr>
            <p:spPr>
              <a:xfrm>
                <a:off x="1498748" y="2500853"/>
                <a:ext cx="716542" cy="1256771"/>
              </a:xfrm>
              <a:custGeom>
                <a:avLst/>
                <a:gdLst>
                  <a:gd name="connsiteX0" fmla="*/ 578119 w 716542"/>
                  <a:gd name="connsiteY0" fmla="*/ 26318 h 1256771"/>
                  <a:gd name="connsiteX1" fmla="*/ 87200 w 716542"/>
                  <a:gd name="connsiteY1" fmla="*/ 14406 h 1256771"/>
                  <a:gd name="connsiteX2" fmla="*/ 29424 w 716542"/>
                  <a:gd name="connsiteY2" fmla="*/ 928340 h 1256771"/>
                  <a:gd name="connsiteX3" fmla="*/ 0 w 716542"/>
                  <a:gd name="connsiteY3" fmla="*/ 1188273 h 1256771"/>
                  <a:gd name="connsiteX4" fmla="*/ 716543 w 716542"/>
                  <a:gd name="connsiteY4" fmla="*/ 1174574 h 1256771"/>
                  <a:gd name="connsiteX5" fmla="*/ 700461 w 716542"/>
                  <a:gd name="connsiteY5" fmla="*/ 932510 h 1256771"/>
                  <a:gd name="connsiteX6" fmla="*/ 628985 w 716542"/>
                  <a:gd name="connsiteY6" fmla="*/ 41328 h 1256771"/>
                  <a:gd name="connsiteX7" fmla="*/ 578119 w 716542"/>
                  <a:gd name="connsiteY7" fmla="*/ 26318 h 125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6542" h="1256771">
                    <a:moveTo>
                      <a:pt x="578119" y="26318"/>
                    </a:moveTo>
                    <a:cubicBezTo>
                      <a:pt x="518556" y="19885"/>
                      <a:pt x="334387" y="-21332"/>
                      <a:pt x="87200" y="14406"/>
                    </a:cubicBezTo>
                    <a:lnTo>
                      <a:pt x="29424" y="928340"/>
                    </a:lnTo>
                    <a:cubicBezTo>
                      <a:pt x="24304" y="1015445"/>
                      <a:pt x="14482" y="1102217"/>
                      <a:pt x="0" y="1188273"/>
                    </a:cubicBezTo>
                    <a:cubicBezTo>
                      <a:pt x="251237" y="1296082"/>
                      <a:pt x="547980" y="1265228"/>
                      <a:pt x="716543" y="1174574"/>
                    </a:cubicBezTo>
                    <a:cubicBezTo>
                      <a:pt x="714518" y="1178386"/>
                      <a:pt x="709038" y="1078677"/>
                      <a:pt x="700461" y="932510"/>
                    </a:cubicBezTo>
                    <a:cubicBezTo>
                      <a:pt x="685213" y="675078"/>
                      <a:pt x="660435" y="273624"/>
                      <a:pt x="628985" y="41328"/>
                    </a:cubicBezTo>
                    <a:cubicBezTo>
                      <a:pt x="627437" y="35491"/>
                      <a:pt x="584075" y="27033"/>
                      <a:pt x="578119" y="26318"/>
                    </a:cubicBez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F4B3FC1F-C8AE-7270-AD7D-ACF41F62F86B}"/>
                  </a:ext>
                </a:extLst>
              </p:cNvPr>
              <p:cNvSpPr/>
              <p:nvPr/>
            </p:nvSpPr>
            <p:spPr>
              <a:xfrm>
                <a:off x="1498748" y="2500853"/>
                <a:ext cx="716542" cy="1256771"/>
              </a:xfrm>
              <a:custGeom>
                <a:avLst/>
                <a:gdLst>
                  <a:gd name="connsiteX0" fmla="*/ 578119 w 716542"/>
                  <a:gd name="connsiteY0" fmla="*/ 26318 h 1256771"/>
                  <a:gd name="connsiteX1" fmla="*/ 87200 w 716542"/>
                  <a:gd name="connsiteY1" fmla="*/ 14406 h 1256771"/>
                  <a:gd name="connsiteX2" fmla="*/ 29424 w 716542"/>
                  <a:gd name="connsiteY2" fmla="*/ 928340 h 1256771"/>
                  <a:gd name="connsiteX3" fmla="*/ 0 w 716542"/>
                  <a:gd name="connsiteY3" fmla="*/ 1188273 h 1256771"/>
                  <a:gd name="connsiteX4" fmla="*/ 716543 w 716542"/>
                  <a:gd name="connsiteY4" fmla="*/ 1174574 h 1256771"/>
                  <a:gd name="connsiteX5" fmla="*/ 700461 w 716542"/>
                  <a:gd name="connsiteY5" fmla="*/ 932510 h 1256771"/>
                  <a:gd name="connsiteX6" fmla="*/ 628985 w 716542"/>
                  <a:gd name="connsiteY6" fmla="*/ 41328 h 1256771"/>
                  <a:gd name="connsiteX7" fmla="*/ 578119 w 716542"/>
                  <a:gd name="connsiteY7" fmla="*/ 26318 h 125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6542" h="1256771">
                    <a:moveTo>
                      <a:pt x="578119" y="26318"/>
                    </a:moveTo>
                    <a:cubicBezTo>
                      <a:pt x="518556" y="19885"/>
                      <a:pt x="334387" y="-21332"/>
                      <a:pt x="87200" y="14406"/>
                    </a:cubicBezTo>
                    <a:lnTo>
                      <a:pt x="29424" y="928340"/>
                    </a:lnTo>
                    <a:cubicBezTo>
                      <a:pt x="24304" y="1015445"/>
                      <a:pt x="14482" y="1102217"/>
                      <a:pt x="0" y="1188273"/>
                    </a:cubicBezTo>
                    <a:cubicBezTo>
                      <a:pt x="251237" y="1296082"/>
                      <a:pt x="547980" y="1265228"/>
                      <a:pt x="716543" y="1174574"/>
                    </a:cubicBezTo>
                    <a:cubicBezTo>
                      <a:pt x="714518" y="1178386"/>
                      <a:pt x="709038" y="1078677"/>
                      <a:pt x="700461" y="932510"/>
                    </a:cubicBezTo>
                    <a:cubicBezTo>
                      <a:pt x="685213" y="675078"/>
                      <a:pt x="660435" y="273624"/>
                      <a:pt x="628985" y="41328"/>
                    </a:cubicBezTo>
                    <a:cubicBezTo>
                      <a:pt x="627437" y="35491"/>
                      <a:pt x="584075" y="27033"/>
                      <a:pt x="578119" y="263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D79A9124-55EA-41E7-645C-A22378965576}"/>
                  </a:ext>
                </a:extLst>
              </p:cNvPr>
              <p:cNvSpPr/>
              <p:nvPr/>
            </p:nvSpPr>
            <p:spPr>
              <a:xfrm>
                <a:off x="1748198" y="2461056"/>
                <a:ext cx="232057" cy="53249"/>
              </a:xfrm>
              <a:custGeom>
                <a:avLst/>
                <a:gdLst>
                  <a:gd name="connsiteX0" fmla="*/ 0 w 232057"/>
                  <a:gd name="connsiteY0" fmla="*/ 44672 h 53249"/>
                  <a:gd name="connsiteX1" fmla="*/ 29901 w 232057"/>
                  <a:gd name="connsiteY1" fmla="*/ 0 h 53249"/>
                  <a:gd name="connsiteX2" fmla="*/ 167491 w 232057"/>
                  <a:gd name="connsiteY2" fmla="*/ 10602 h 53249"/>
                  <a:gd name="connsiteX3" fmla="*/ 232057 w 232057"/>
                  <a:gd name="connsiteY3" fmla="*/ 53249 h 5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057" h="53249">
                    <a:moveTo>
                      <a:pt x="0" y="44672"/>
                    </a:moveTo>
                    <a:cubicBezTo>
                      <a:pt x="4844" y="26922"/>
                      <a:pt x="15341" y="11245"/>
                      <a:pt x="29901" y="0"/>
                    </a:cubicBezTo>
                    <a:lnTo>
                      <a:pt x="167491" y="10602"/>
                    </a:lnTo>
                    <a:lnTo>
                      <a:pt x="232057" y="53249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16CC15C3-D773-A493-49FE-925A17B81EA0}"/>
                  </a:ext>
                </a:extLst>
              </p:cNvPr>
              <p:cNvSpPr/>
              <p:nvPr/>
            </p:nvSpPr>
            <p:spPr>
              <a:xfrm>
                <a:off x="2070433" y="2811644"/>
                <a:ext cx="113527" cy="375127"/>
              </a:xfrm>
              <a:custGeom>
                <a:avLst/>
                <a:gdLst>
                  <a:gd name="connsiteX0" fmla="*/ 0 w 113527"/>
                  <a:gd name="connsiteY0" fmla="*/ 0 h 375127"/>
                  <a:gd name="connsiteX1" fmla="*/ 113527 w 113527"/>
                  <a:gd name="connsiteY1" fmla="*/ 375128 h 375127"/>
                  <a:gd name="connsiteX2" fmla="*/ 99351 w 113527"/>
                  <a:gd name="connsiteY2" fmla="*/ 170946 h 37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527" h="375127">
                    <a:moveTo>
                      <a:pt x="0" y="0"/>
                    </a:moveTo>
                    <a:cubicBezTo>
                      <a:pt x="22038" y="103044"/>
                      <a:pt x="53726" y="304844"/>
                      <a:pt x="113527" y="375128"/>
                    </a:cubicBezTo>
                    <a:lnTo>
                      <a:pt x="99351" y="170946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D16644DC-5E7C-D59B-4C20-953F14AD581E}"/>
                  </a:ext>
                </a:extLst>
              </p:cNvPr>
              <p:cNvSpPr/>
              <p:nvPr/>
            </p:nvSpPr>
            <p:spPr>
              <a:xfrm>
                <a:off x="1499820" y="2761492"/>
                <a:ext cx="55393" cy="263864"/>
              </a:xfrm>
              <a:custGeom>
                <a:avLst/>
                <a:gdLst>
                  <a:gd name="connsiteX0" fmla="*/ 50033 w 55393"/>
                  <a:gd name="connsiteY0" fmla="*/ 263864 h 263864"/>
                  <a:gd name="connsiteX1" fmla="*/ 55394 w 55393"/>
                  <a:gd name="connsiteY1" fmla="*/ 0 h 263864"/>
                  <a:gd name="connsiteX2" fmla="*/ 0 w 55393"/>
                  <a:gd name="connsiteY2" fmla="*/ 251356 h 263864"/>
                  <a:gd name="connsiteX3" fmla="*/ 50033 w 55393"/>
                  <a:gd name="connsiteY3" fmla="*/ 263864 h 263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393" h="263864">
                    <a:moveTo>
                      <a:pt x="50033" y="263864"/>
                    </a:moveTo>
                    <a:lnTo>
                      <a:pt x="55394" y="0"/>
                    </a:lnTo>
                    <a:lnTo>
                      <a:pt x="0" y="251356"/>
                    </a:lnTo>
                    <a:lnTo>
                      <a:pt x="50033" y="26386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47B53AF5-CADE-D2D3-ACEF-5C04570BDDA6}"/>
                  </a:ext>
                </a:extLst>
              </p:cNvPr>
              <p:cNvSpPr/>
              <p:nvPr/>
            </p:nvSpPr>
            <p:spPr>
              <a:xfrm>
                <a:off x="2175689" y="2809619"/>
                <a:ext cx="548269" cy="424976"/>
              </a:xfrm>
              <a:custGeom>
                <a:avLst/>
                <a:gdLst>
                  <a:gd name="connsiteX0" fmla="*/ 290 w 548269"/>
                  <a:gd name="connsiteY0" fmla="*/ 83507 h 424976"/>
                  <a:gd name="connsiteX1" fmla="*/ 202805 w 548269"/>
                  <a:gd name="connsiteY1" fmla="*/ 424922 h 424976"/>
                  <a:gd name="connsiteX2" fmla="*/ 548270 w 548269"/>
                  <a:gd name="connsiteY2" fmla="*/ 298172 h 424976"/>
                  <a:gd name="connsiteX3" fmla="*/ 484299 w 548269"/>
                  <a:gd name="connsiteY3" fmla="*/ 221932 h 424976"/>
                  <a:gd name="connsiteX4" fmla="*/ 268920 w 548269"/>
                  <a:gd name="connsiteY4" fmla="*/ 233844 h 424976"/>
                  <a:gd name="connsiteX5" fmla="*/ 159085 w 548269"/>
                  <a:gd name="connsiteY5" fmla="*/ 0 h 424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269" h="424976">
                    <a:moveTo>
                      <a:pt x="290" y="83507"/>
                    </a:moveTo>
                    <a:cubicBezTo>
                      <a:pt x="-7453" y="86486"/>
                      <a:pt x="141693" y="421825"/>
                      <a:pt x="202805" y="424922"/>
                    </a:cubicBezTo>
                    <a:cubicBezTo>
                      <a:pt x="263916" y="428020"/>
                      <a:pt x="548270" y="298172"/>
                      <a:pt x="548270" y="298172"/>
                    </a:cubicBezTo>
                    <a:lnTo>
                      <a:pt x="484299" y="221932"/>
                    </a:lnTo>
                    <a:lnTo>
                      <a:pt x="268920" y="233844"/>
                    </a:lnTo>
                    <a:lnTo>
                      <a:pt x="159085" y="0"/>
                    </a:ln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70055342-87CB-00A6-F689-CA5BEF7560B9}"/>
                  </a:ext>
                </a:extLst>
              </p:cNvPr>
              <p:cNvSpPr/>
              <p:nvPr/>
            </p:nvSpPr>
            <p:spPr>
              <a:xfrm>
                <a:off x="2039174" y="2535774"/>
                <a:ext cx="377320" cy="527107"/>
              </a:xfrm>
              <a:custGeom>
                <a:avLst/>
                <a:gdLst>
                  <a:gd name="connsiteX0" fmla="*/ 61874 w 377320"/>
                  <a:gd name="connsiteY0" fmla="*/ 2953 h 527107"/>
                  <a:gd name="connsiteX1" fmla="*/ 153482 w 377320"/>
                  <a:gd name="connsiteY1" fmla="*/ 527107 h 527107"/>
                  <a:gd name="connsiteX2" fmla="*/ 377320 w 377320"/>
                  <a:gd name="connsiteY2" fmla="*/ 389874 h 527107"/>
                  <a:gd name="connsiteX3" fmla="*/ 230795 w 377320"/>
                  <a:gd name="connsiteY3" fmla="*/ 124580 h 527107"/>
                  <a:gd name="connsiteX4" fmla="*/ 61874 w 377320"/>
                  <a:gd name="connsiteY4" fmla="*/ 2953 h 52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320" h="527107">
                    <a:moveTo>
                      <a:pt x="61874" y="2953"/>
                    </a:moveTo>
                    <a:cubicBezTo>
                      <a:pt x="-15438" y="53939"/>
                      <a:pt x="-53797" y="169729"/>
                      <a:pt x="153482" y="527107"/>
                    </a:cubicBezTo>
                    <a:lnTo>
                      <a:pt x="377320" y="389874"/>
                    </a:lnTo>
                    <a:cubicBezTo>
                      <a:pt x="332052" y="306486"/>
                      <a:pt x="284044" y="245612"/>
                      <a:pt x="230795" y="124580"/>
                    </a:cubicBezTo>
                    <a:cubicBezTo>
                      <a:pt x="123463" y="-30045"/>
                      <a:pt x="61874" y="2953"/>
                      <a:pt x="61874" y="295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76347D42-37B6-97CC-A802-B5D3F6FEB4A5}"/>
                  </a:ext>
                </a:extLst>
              </p:cNvPr>
              <p:cNvSpPr/>
              <p:nvPr/>
            </p:nvSpPr>
            <p:spPr>
              <a:xfrm>
                <a:off x="2657010" y="2966591"/>
                <a:ext cx="167014" cy="188696"/>
              </a:xfrm>
              <a:custGeom>
                <a:avLst/>
                <a:gdLst>
                  <a:gd name="connsiteX0" fmla="*/ 167015 w 167014"/>
                  <a:gd name="connsiteY0" fmla="*/ 62697 h 188696"/>
                  <a:gd name="connsiteX1" fmla="*/ 150456 w 167014"/>
                  <a:gd name="connsiteY1" fmla="*/ 21122 h 188696"/>
                  <a:gd name="connsiteX2" fmla="*/ 83627 w 167014"/>
                  <a:gd name="connsiteY2" fmla="*/ 21122 h 188696"/>
                  <a:gd name="connsiteX3" fmla="*/ 83627 w 167014"/>
                  <a:gd name="connsiteY3" fmla="*/ 21122 h 188696"/>
                  <a:gd name="connsiteX4" fmla="*/ 62815 w 167014"/>
                  <a:gd name="connsiteY4" fmla="*/ 0 h 188696"/>
                  <a:gd name="connsiteX5" fmla="*/ 52892 w 167014"/>
                  <a:gd name="connsiteY5" fmla="*/ 2419 h 188696"/>
                  <a:gd name="connsiteX6" fmla="*/ 13461 w 167014"/>
                  <a:gd name="connsiteY6" fmla="*/ 35536 h 188696"/>
                  <a:gd name="connsiteX7" fmla="*/ 0 w 167014"/>
                  <a:gd name="connsiteY7" fmla="*/ 66270 h 188696"/>
                  <a:gd name="connsiteX8" fmla="*/ 38478 w 167014"/>
                  <a:gd name="connsiteY8" fmla="*/ 154781 h 188696"/>
                  <a:gd name="connsiteX9" fmla="*/ 126393 w 167014"/>
                  <a:gd name="connsiteY9" fmla="*/ 185158 h 188696"/>
                  <a:gd name="connsiteX10" fmla="*/ 141522 w 167014"/>
                  <a:gd name="connsiteY10" fmla="*/ 150969 h 188696"/>
                  <a:gd name="connsiteX11" fmla="*/ 156532 w 167014"/>
                  <a:gd name="connsiteY11" fmla="*/ 112968 h 188696"/>
                  <a:gd name="connsiteX12" fmla="*/ 167015 w 167014"/>
                  <a:gd name="connsiteY12" fmla="*/ 62697 h 18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7014" h="188696">
                    <a:moveTo>
                      <a:pt x="167015" y="62697"/>
                    </a:moveTo>
                    <a:cubicBezTo>
                      <a:pt x="167015" y="43041"/>
                      <a:pt x="161058" y="21836"/>
                      <a:pt x="150456" y="21122"/>
                    </a:cubicBezTo>
                    <a:cubicBezTo>
                      <a:pt x="139854" y="20407"/>
                      <a:pt x="83627" y="21122"/>
                      <a:pt x="83627" y="21122"/>
                    </a:cubicBezTo>
                    <a:lnTo>
                      <a:pt x="83627" y="21122"/>
                    </a:lnTo>
                    <a:cubicBezTo>
                      <a:pt x="83710" y="9543"/>
                      <a:pt x="74394" y="84"/>
                      <a:pt x="62815" y="0"/>
                    </a:cubicBezTo>
                    <a:cubicBezTo>
                      <a:pt x="59361" y="-23"/>
                      <a:pt x="55954" y="811"/>
                      <a:pt x="52892" y="2419"/>
                    </a:cubicBezTo>
                    <a:cubicBezTo>
                      <a:pt x="36214" y="11234"/>
                      <a:pt x="18107" y="23266"/>
                      <a:pt x="13461" y="35536"/>
                    </a:cubicBezTo>
                    <a:cubicBezTo>
                      <a:pt x="10090" y="46233"/>
                      <a:pt x="5587" y="56538"/>
                      <a:pt x="0" y="66270"/>
                    </a:cubicBezTo>
                    <a:lnTo>
                      <a:pt x="38478" y="154781"/>
                    </a:lnTo>
                    <a:cubicBezTo>
                      <a:pt x="38478" y="154781"/>
                      <a:pt x="109953" y="201717"/>
                      <a:pt x="126393" y="185158"/>
                    </a:cubicBezTo>
                    <a:cubicBezTo>
                      <a:pt x="135958" y="176343"/>
                      <a:pt x="141426" y="163966"/>
                      <a:pt x="141522" y="150969"/>
                    </a:cubicBezTo>
                    <a:cubicBezTo>
                      <a:pt x="141522" y="150969"/>
                      <a:pt x="158080" y="127978"/>
                      <a:pt x="156532" y="112968"/>
                    </a:cubicBezTo>
                    <a:cubicBezTo>
                      <a:pt x="154983" y="97958"/>
                      <a:pt x="167015" y="82233"/>
                      <a:pt x="167015" y="62697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480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023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599F3137-ABC2-6878-B070-18D976A3D1B6}"/>
              </a:ext>
            </a:extLst>
          </p:cNvPr>
          <p:cNvSpPr/>
          <p:nvPr/>
        </p:nvSpPr>
        <p:spPr>
          <a:xfrm>
            <a:off x="723377" y="762000"/>
            <a:ext cx="10745246" cy="5333998"/>
          </a:xfrm>
          <a:prstGeom prst="roundRect">
            <a:avLst>
              <a:gd name="adj" fmla="val 2008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166EFD-0F76-59D9-A104-A2D990DFCC6C}"/>
              </a:ext>
            </a:extLst>
          </p:cNvPr>
          <p:cNvSpPr txBox="1"/>
          <p:nvPr/>
        </p:nvSpPr>
        <p:spPr>
          <a:xfrm rot="16200000">
            <a:off x="-793017" y="2921168"/>
            <a:ext cx="6726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spc="600">
                <a:solidFill>
                  <a:schemeClr val="accent1"/>
                </a:solidFill>
                <a:effectLst>
                  <a:innerShdw blurRad="63500" dist="76200" dir="189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CONTENTS</a:t>
            </a:r>
            <a:endParaRPr lang="zh-CN" altLang="en-US" sz="6000" spc="600" dirty="0">
              <a:solidFill>
                <a:schemeClr val="accent1"/>
              </a:solidFill>
              <a:effectLst>
                <a:innerShdw blurRad="63500" dist="76200" dir="18900000">
                  <a:schemeClr val="tx2">
                    <a:alpha val="3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E6A9993-6282-257A-7DB4-3A3579028631}"/>
              </a:ext>
            </a:extLst>
          </p:cNvPr>
          <p:cNvSpPr/>
          <p:nvPr/>
        </p:nvSpPr>
        <p:spPr>
          <a:xfrm>
            <a:off x="3449573" y="1870856"/>
            <a:ext cx="3608170" cy="1408692"/>
          </a:xfrm>
          <a:prstGeom prst="roundRect">
            <a:avLst>
              <a:gd name="adj" fmla="val 7276"/>
            </a:avLst>
          </a:prstGeom>
          <a:gradFill flip="none" rotWithShape="1">
            <a:gsLst>
              <a:gs pos="7585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952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6D4089-71BA-223B-324F-06E259F30491}"/>
              </a:ext>
            </a:extLst>
          </p:cNvPr>
          <p:cNvSpPr txBox="1"/>
          <p:nvPr/>
        </p:nvSpPr>
        <p:spPr>
          <a:xfrm>
            <a:off x="4377153" y="2158941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项目概况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F11F24-0C4C-3DB9-D773-5CE9F2337DFC}"/>
              </a:ext>
            </a:extLst>
          </p:cNvPr>
          <p:cNvSpPr txBox="1"/>
          <p:nvPr/>
        </p:nvSpPr>
        <p:spPr>
          <a:xfrm>
            <a:off x="4377153" y="2683686"/>
            <a:ext cx="298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Project overview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EB9FF22-6F9A-AB0B-AF62-B874A3F231D9}"/>
              </a:ext>
            </a:extLst>
          </p:cNvPr>
          <p:cNvGrpSpPr/>
          <p:nvPr/>
        </p:nvGrpSpPr>
        <p:grpSpPr>
          <a:xfrm>
            <a:off x="3604799" y="2039551"/>
            <a:ext cx="573593" cy="1071302"/>
            <a:chOff x="3557174" y="1760151"/>
            <a:chExt cx="573593" cy="1071302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95E0906-1AF8-2EA0-5342-F4585A2B1EBA}"/>
                </a:ext>
              </a:extLst>
            </p:cNvPr>
            <p:cNvSpPr/>
            <p:nvPr/>
          </p:nvSpPr>
          <p:spPr>
            <a:xfrm>
              <a:off x="3557174" y="1760151"/>
              <a:ext cx="573593" cy="1071302"/>
            </a:xfrm>
            <a:prstGeom prst="roundRect">
              <a:avLst>
                <a:gd name="adj" fmla="val 10089"/>
              </a:avLst>
            </a:prstGeom>
            <a:solidFill>
              <a:srgbClr val="E7EFF8"/>
            </a:solidFill>
            <a:ln>
              <a:noFill/>
            </a:ln>
            <a:effectLst>
              <a:outerShdw blurRad="127000" dist="63500" dir="2699999" algn="ctr" rotWithShape="0">
                <a:srgbClr val="E7EFF8">
                  <a:lumMod val="80000"/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8EDC5F00-DA9B-10C8-3FA0-68CE886C67E2}"/>
                </a:ext>
              </a:extLst>
            </p:cNvPr>
            <p:cNvSpPr/>
            <p:nvPr/>
          </p:nvSpPr>
          <p:spPr>
            <a:xfrm>
              <a:off x="3557174" y="1760151"/>
              <a:ext cx="573593" cy="1071302"/>
            </a:xfrm>
            <a:prstGeom prst="roundRect">
              <a:avLst>
                <a:gd name="adj" fmla="val 10089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499993" algn="ctr" rotWithShape="0">
                <a:srgbClr val="E7EFF8">
                  <a:lumMod val="7047"/>
                  <a:lumOff val="9295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D2E6845-5B70-3A85-34F0-1FFBD854CB0E}"/>
              </a:ext>
            </a:extLst>
          </p:cNvPr>
          <p:cNvSpPr/>
          <p:nvPr/>
        </p:nvSpPr>
        <p:spPr>
          <a:xfrm>
            <a:off x="3449573" y="4007754"/>
            <a:ext cx="3608170" cy="1408692"/>
          </a:xfrm>
          <a:prstGeom prst="roundRect">
            <a:avLst>
              <a:gd name="adj" fmla="val 7276"/>
            </a:avLst>
          </a:prstGeom>
          <a:gradFill flip="none" rotWithShape="1">
            <a:gsLst>
              <a:gs pos="7585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952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ECE68DE-F0EB-07D9-A5B6-0F886BB74237}"/>
              </a:ext>
            </a:extLst>
          </p:cNvPr>
          <p:cNvSpPr txBox="1"/>
          <p:nvPr/>
        </p:nvSpPr>
        <p:spPr>
          <a:xfrm>
            <a:off x="4377153" y="4295839"/>
            <a:ext cx="2794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产品规划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B257882-AC9C-7F9E-D03D-C3C9EBF75A06}"/>
              </a:ext>
            </a:extLst>
          </p:cNvPr>
          <p:cNvSpPr txBox="1"/>
          <p:nvPr/>
        </p:nvSpPr>
        <p:spPr>
          <a:xfrm>
            <a:off x="4377153" y="4820584"/>
            <a:ext cx="298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Product planning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84B7F0E-1ED9-D695-5964-10083EFE12F9}"/>
              </a:ext>
            </a:extLst>
          </p:cNvPr>
          <p:cNvGrpSpPr/>
          <p:nvPr/>
        </p:nvGrpSpPr>
        <p:grpSpPr>
          <a:xfrm>
            <a:off x="3604799" y="4176449"/>
            <a:ext cx="573593" cy="1071302"/>
            <a:chOff x="3557174" y="4024049"/>
            <a:chExt cx="573593" cy="107130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A5B48B8-31A7-AD41-8C86-C14EAFF9B6DE}"/>
                </a:ext>
              </a:extLst>
            </p:cNvPr>
            <p:cNvSpPr/>
            <p:nvPr/>
          </p:nvSpPr>
          <p:spPr>
            <a:xfrm>
              <a:off x="3557174" y="4024049"/>
              <a:ext cx="573593" cy="1071302"/>
            </a:xfrm>
            <a:prstGeom prst="roundRect">
              <a:avLst>
                <a:gd name="adj" fmla="val 10089"/>
              </a:avLst>
            </a:prstGeom>
            <a:solidFill>
              <a:srgbClr val="E7EFF8"/>
            </a:solidFill>
            <a:ln>
              <a:noFill/>
            </a:ln>
            <a:effectLst>
              <a:outerShdw blurRad="127000" dist="63500" dir="2699999" algn="ctr" rotWithShape="0">
                <a:srgbClr val="E7EFF8">
                  <a:lumMod val="80000"/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DC978FA7-AE9E-A414-72DA-010A5E9B7EFB}"/>
                </a:ext>
              </a:extLst>
            </p:cNvPr>
            <p:cNvSpPr/>
            <p:nvPr/>
          </p:nvSpPr>
          <p:spPr>
            <a:xfrm>
              <a:off x="3557174" y="4024049"/>
              <a:ext cx="573593" cy="1071302"/>
            </a:xfrm>
            <a:prstGeom prst="roundRect">
              <a:avLst>
                <a:gd name="adj" fmla="val 10089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499993" algn="ctr" rotWithShape="0">
                <a:srgbClr val="E7EFF8">
                  <a:lumMod val="7047"/>
                  <a:lumOff val="9295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E550A279-810C-42C4-D7ED-95DF95847461}"/>
              </a:ext>
            </a:extLst>
          </p:cNvPr>
          <p:cNvSpPr/>
          <p:nvPr/>
        </p:nvSpPr>
        <p:spPr>
          <a:xfrm>
            <a:off x="7526198" y="1870856"/>
            <a:ext cx="3608170" cy="1408692"/>
          </a:xfrm>
          <a:prstGeom prst="roundRect">
            <a:avLst>
              <a:gd name="adj" fmla="val 7276"/>
            </a:avLst>
          </a:prstGeom>
          <a:gradFill flip="none" rotWithShape="1">
            <a:gsLst>
              <a:gs pos="7585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952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D2AE432-DA24-5C4D-367F-BF8125003132}"/>
              </a:ext>
            </a:extLst>
          </p:cNvPr>
          <p:cNvSpPr txBox="1"/>
          <p:nvPr/>
        </p:nvSpPr>
        <p:spPr>
          <a:xfrm>
            <a:off x="8453778" y="2158941"/>
            <a:ext cx="2938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市场分析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FF7A6DA-4AEA-8F1A-52E3-4B107622A3AD}"/>
              </a:ext>
            </a:extLst>
          </p:cNvPr>
          <p:cNvSpPr txBox="1"/>
          <p:nvPr/>
        </p:nvSpPr>
        <p:spPr>
          <a:xfrm>
            <a:off x="8453778" y="2683686"/>
            <a:ext cx="298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Market analysis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F70D0B1-9819-DAEE-B4D0-075E4D6D4E3B}"/>
              </a:ext>
            </a:extLst>
          </p:cNvPr>
          <p:cNvGrpSpPr/>
          <p:nvPr/>
        </p:nvGrpSpPr>
        <p:grpSpPr>
          <a:xfrm>
            <a:off x="7681424" y="2039551"/>
            <a:ext cx="573593" cy="1071302"/>
            <a:chOff x="7561229" y="1760151"/>
            <a:chExt cx="573593" cy="1071302"/>
          </a:xfrm>
        </p:grpSpPr>
        <p:sp>
          <p:nvSpPr>
            <p:cNvPr id="16" name="MG-圆角矩形 117">
              <a:extLst>
                <a:ext uri="{FF2B5EF4-FFF2-40B4-BE49-F238E27FC236}">
                  <a16:creationId xmlns:a16="http://schemas.microsoft.com/office/drawing/2014/main" id="{CD3C4552-487A-99FF-788D-447D7365156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7561229" y="1760151"/>
              <a:ext cx="573593" cy="1071302"/>
            </a:xfrm>
            <a:prstGeom prst="roundRect">
              <a:avLst>
                <a:gd name="adj" fmla="val 10920"/>
              </a:avLst>
            </a:prstGeom>
            <a:solidFill>
              <a:srgbClr val="E7EFF8"/>
            </a:solidFill>
            <a:ln>
              <a:noFill/>
            </a:ln>
            <a:effectLst>
              <a:outerShdw blurRad="127000" dist="63500" dir="2699999" algn="ctr" rotWithShape="0">
                <a:srgbClr val="E7EFF8">
                  <a:lumMod val="80000"/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02</a:t>
              </a:r>
              <a:endPara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18" name="MG-圆角矩形 117">
              <a:extLst>
                <a:ext uri="{FF2B5EF4-FFF2-40B4-BE49-F238E27FC236}">
                  <a16:creationId xmlns:a16="http://schemas.microsoft.com/office/drawing/2014/main" id="{17DA1E86-F6ED-DADE-9434-6F394BD56D7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561229" y="1760151"/>
              <a:ext cx="573593" cy="1071302"/>
            </a:xfrm>
            <a:prstGeom prst="roundRect">
              <a:avLst>
                <a:gd name="adj" fmla="val 1092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499993" algn="ctr" rotWithShape="0">
                <a:srgbClr val="E7EFF8">
                  <a:lumMod val="7047"/>
                  <a:lumOff val="9295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02</a:t>
              </a:r>
              <a:endPara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E9623D7A-71DA-2A26-BAC2-656B3EC4F3D2}"/>
              </a:ext>
            </a:extLst>
          </p:cNvPr>
          <p:cNvSpPr/>
          <p:nvPr/>
        </p:nvSpPr>
        <p:spPr>
          <a:xfrm>
            <a:off x="7526198" y="4007754"/>
            <a:ext cx="3608170" cy="1408692"/>
          </a:xfrm>
          <a:prstGeom prst="roundRect">
            <a:avLst>
              <a:gd name="adj" fmla="val 7276"/>
            </a:avLst>
          </a:prstGeom>
          <a:gradFill flip="none" rotWithShape="1">
            <a:gsLst>
              <a:gs pos="7585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952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EAE29F4-AB76-FC36-A0DE-8FA8221E67DE}"/>
              </a:ext>
            </a:extLst>
          </p:cNvPr>
          <p:cNvSpPr txBox="1"/>
          <p:nvPr/>
        </p:nvSpPr>
        <p:spPr>
          <a:xfrm>
            <a:off x="8453778" y="4295839"/>
            <a:ext cx="2811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数据分析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B570CF-8B3C-8EE4-A0B7-8D59F8A833EB}"/>
              </a:ext>
            </a:extLst>
          </p:cNvPr>
          <p:cNvSpPr txBox="1"/>
          <p:nvPr/>
        </p:nvSpPr>
        <p:spPr>
          <a:xfrm>
            <a:off x="8453777" y="4820584"/>
            <a:ext cx="29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Data analysis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5973095-6B78-C530-1308-E052149FE1C2}"/>
              </a:ext>
            </a:extLst>
          </p:cNvPr>
          <p:cNvGrpSpPr/>
          <p:nvPr/>
        </p:nvGrpSpPr>
        <p:grpSpPr>
          <a:xfrm>
            <a:off x="7681424" y="4176449"/>
            <a:ext cx="573593" cy="1071302"/>
            <a:chOff x="7561229" y="4024049"/>
            <a:chExt cx="573593" cy="107130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20849B7-BFA2-B6CC-1AF7-F94B694EEF11}"/>
                </a:ext>
              </a:extLst>
            </p:cNvPr>
            <p:cNvSpPr/>
            <p:nvPr/>
          </p:nvSpPr>
          <p:spPr>
            <a:xfrm>
              <a:off x="7561229" y="4024049"/>
              <a:ext cx="573593" cy="1071302"/>
            </a:xfrm>
            <a:prstGeom prst="roundRect">
              <a:avLst>
                <a:gd name="adj" fmla="val 11750"/>
              </a:avLst>
            </a:prstGeom>
            <a:solidFill>
              <a:srgbClr val="E7EFF8"/>
            </a:solidFill>
            <a:ln>
              <a:noFill/>
            </a:ln>
            <a:effectLst>
              <a:outerShdw blurRad="127000" dist="63500" dir="2699999" algn="ctr" rotWithShape="0">
                <a:srgbClr val="E7EFF8">
                  <a:lumMod val="80000"/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384DE82C-2125-0490-4663-42402D5EF2E8}"/>
                </a:ext>
              </a:extLst>
            </p:cNvPr>
            <p:cNvSpPr/>
            <p:nvPr/>
          </p:nvSpPr>
          <p:spPr>
            <a:xfrm>
              <a:off x="7561229" y="4024049"/>
              <a:ext cx="573593" cy="1071302"/>
            </a:xfrm>
            <a:prstGeom prst="roundRect">
              <a:avLst>
                <a:gd name="adj" fmla="val 1175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499993" algn="ctr" rotWithShape="0">
                <a:srgbClr val="E7EFF8">
                  <a:lumMod val="7047"/>
                  <a:lumOff val="9295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44672C-3549-F20D-B0A5-6D5A16B5489A}"/>
              </a:ext>
            </a:extLst>
          </p:cNvPr>
          <p:cNvGrpSpPr/>
          <p:nvPr/>
        </p:nvGrpSpPr>
        <p:grpSpPr>
          <a:xfrm rot="16200000">
            <a:off x="-13296" y="3265423"/>
            <a:ext cx="5783552" cy="338554"/>
            <a:chOff x="726501" y="5687071"/>
            <a:chExt cx="5769550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8BC2AF0-E652-2DA9-8301-C0D2F6D89D89}"/>
                </a:ext>
              </a:extLst>
            </p:cNvPr>
            <p:cNvSpPr/>
            <p:nvPr/>
          </p:nvSpPr>
          <p:spPr>
            <a:xfrm>
              <a:off x="726501" y="5687071"/>
              <a:ext cx="576954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DB0621F-EA34-DE9F-80F9-DEB1BA5F537D}"/>
                </a:ext>
              </a:extLst>
            </p:cNvPr>
            <p:cNvSpPr txBox="1"/>
            <p:nvPr/>
          </p:nvSpPr>
          <p:spPr>
            <a:xfrm>
              <a:off x="737872" y="5733238"/>
              <a:ext cx="57581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spc="600" dirty="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INDUSTRY RESEARCH REPORT TEMPLATE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0F76662-9250-3D93-16FF-94E29E36BD51}"/>
              </a:ext>
            </a:extLst>
          </p:cNvPr>
          <p:cNvSpPr txBox="1"/>
          <p:nvPr/>
        </p:nvSpPr>
        <p:spPr>
          <a:xfrm>
            <a:off x="1028774" y="1373291"/>
            <a:ext cx="1107996" cy="41114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6000" spc="6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·</a:t>
            </a:r>
            <a:r>
              <a:rPr lang="zh-CN" altLang="en-US" sz="6000" spc="6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</a:t>
            </a:r>
            <a:r>
              <a:rPr lang="en-US" altLang="zh-CN" sz="6000" spc="6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·</a:t>
            </a:r>
            <a:endParaRPr lang="zh-CN" altLang="en-US" sz="6000" spc="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0D5647-D750-069A-ACC4-993C7FEEF523}"/>
              </a:ext>
            </a:extLst>
          </p:cNvPr>
          <p:cNvSpPr txBox="1"/>
          <p:nvPr/>
        </p:nvSpPr>
        <p:spPr>
          <a:xfrm>
            <a:off x="9576194" y="10347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B0A36BF-0827-D427-8C5C-B077EAA12546}"/>
              </a:ext>
            </a:extLst>
          </p:cNvPr>
          <p:cNvGrpSpPr/>
          <p:nvPr/>
        </p:nvGrpSpPr>
        <p:grpSpPr>
          <a:xfrm>
            <a:off x="6616155" y="2484275"/>
            <a:ext cx="156772" cy="181854"/>
            <a:chOff x="6561039" y="2492896"/>
            <a:chExt cx="172217" cy="199772"/>
          </a:xfrm>
        </p:grpSpPr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9D9FB21F-6ED6-FC0C-0BC3-5466CCF79698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598675D1-598A-1AC5-5F72-000446D4DCA0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B190E7A-5B88-A9B3-D247-18507C53CAB4}"/>
              </a:ext>
            </a:extLst>
          </p:cNvPr>
          <p:cNvGrpSpPr/>
          <p:nvPr/>
        </p:nvGrpSpPr>
        <p:grpSpPr>
          <a:xfrm>
            <a:off x="6616155" y="4621173"/>
            <a:ext cx="156772" cy="181854"/>
            <a:chOff x="6561039" y="2492896"/>
            <a:chExt cx="172217" cy="199772"/>
          </a:xfrm>
        </p:grpSpPr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817285A1-B38F-EA3F-8D2D-2A695835D045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5FE3CE3E-7C12-01FA-6737-4CC73E58EB2A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DCC77AC-DF6C-4CAE-5AC6-7B927A14275A}"/>
              </a:ext>
            </a:extLst>
          </p:cNvPr>
          <p:cNvGrpSpPr/>
          <p:nvPr/>
        </p:nvGrpSpPr>
        <p:grpSpPr>
          <a:xfrm>
            <a:off x="10634309" y="2484275"/>
            <a:ext cx="156772" cy="181854"/>
            <a:chOff x="6561039" y="2492896"/>
            <a:chExt cx="172217" cy="199772"/>
          </a:xfrm>
        </p:grpSpPr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7B5062CA-2B5F-5A66-B50F-87D0EBB2AD83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87DDDFE3-5D4F-B41A-D8CB-5804E01DE4CF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C36EFA5-CD45-A16F-7085-9D10100579E0}"/>
              </a:ext>
            </a:extLst>
          </p:cNvPr>
          <p:cNvGrpSpPr/>
          <p:nvPr/>
        </p:nvGrpSpPr>
        <p:grpSpPr>
          <a:xfrm>
            <a:off x="10634309" y="4621173"/>
            <a:ext cx="156772" cy="181854"/>
            <a:chOff x="6561039" y="2492896"/>
            <a:chExt cx="172217" cy="199772"/>
          </a:xfrm>
        </p:grpSpPr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B17C9E5A-255C-85B4-6C8B-60C5E619E053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>
              <a:extLst>
                <a:ext uri="{FF2B5EF4-FFF2-40B4-BE49-F238E27FC236}">
                  <a16:creationId xmlns:a16="http://schemas.microsoft.com/office/drawing/2014/main" id="{0C865F4C-1041-7898-6B6D-E92CFD9AB87C}"/>
                </a:ext>
              </a:extLst>
            </p:cNvPr>
            <p:cNvSpPr/>
            <p:nvPr/>
          </p:nvSpPr>
          <p:spPr>
            <a:xfrm rot="5400000">
              <a:off x="6547262" y="2506673"/>
              <a:ext cx="199772" cy="172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1876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1752A38F-69E7-E0C9-7CDD-A0431D790887}"/>
              </a:ext>
            </a:extLst>
          </p:cNvPr>
          <p:cNvGrpSpPr/>
          <p:nvPr/>
        </p:nvGrpSpPr>
        <p:grpSpPr>
          <a:xfrm>
            <a:off x="515008" y="2242315"/>
            <a:ext cx="11429746" cy="338554"/>
            <a:chOff x="515008" y="2267715"/>
            <a:chExt cx="11429746" cy="33855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7F90DCE-15C8-D0BF-F120-5069F85AA41B}"/>
                </a:ext>
              </a:extLst>
            </p:cNvPr>
            <p:cNvSpPr/>
            <p:nvPr/>
          </p:nvSpPr>
          <p:spPr>
            <a:xfrm>
              <a:off x="515008" y="22677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A769BD-2340-37E2-764D-1D8290380C4B}"/>
                </a:ext>
              </a:extLst>
            </p:cNvPr>
            <p:cNvSpPr txBox="1"/>
            <p:nvPr/>
          </p:nvSpPr>
          <p:spPr>
            <a:xfrm>
              <a:off x="1107658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BD3A55-DC5C-975E-50B6-77E6898B904D}"/>
                </a:ext>
              </a:extLst>
            </p:cNvPr>
            <p:cNvSpPr txBox="1"/>
            <p:nvPr/>
          </p:nvSpPr>
          <p:spPr>
            <a:xfrm>
              <a:off x="3773881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C94F2C7-8553-B9FC-7198-39C04C1F46AD}"/>
                </a:ext>
              </a:extLst>
            </p:cNvPr>
            <p:cNvSpPr txBox="1"/>
            <p:nvPr/>
          </p:nvSpPr>
          <p:spPr>
            <a:xfrm>
              <a:off x="6440104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6B5B0D3-4C56-2645-CC6E-6AC414A54A80}"/>
                </a:ext>
              </a:extLst>
            </p:cNvPr>
            <p:cNvSpPr txBox="1"/>
            <p:nvPr/>
          </p:nvSpPr>
          <p:spPr>
            <a:xfrm>
              <a:off x="9106327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2861C15-B022-BA6E-7210-8F77790E977E}"/>
                </a:ext>
              </a:extLst>
            </p:cNvPr>
            <p:cNvSpPr/>
            <p:nvPr/>
          </p:nvSpPr>
          <p:spPr>
            <a:xfrm>
              <a:off x="3382863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A80C44C-9E05-9573-B1AE-75C0EF6163C9}"/>
                </a:ext>
              </a:extLst>
            </p:cNvPr>
            <p:cNvSpPr/>
            <p:nvPr/>
          </p:nvSpPr>
          <p:spPr>
            <a:xfrm>
              <a:off x="6026227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3D9DDED-4138-11F9-588F-B36E4CC3C23B}"/>
                </a:ext>
              </a:extLst>
            </p:cNvPr>
            <p:cNvSpPr/>
            <p:nvPr/>
          </p:nvSpPr>
          <p:spPr>
            <a:xfrm>
              <a:off x="8738169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4475AF7-3106-46F1-98FA-9BA47E040FA2}"/>
              </a:ext>
            </a:extLst>
          </p:cNvPr>
          <p:cNvSpPr/>
          <p:nvPr/>
        </p:nvSpPr>
        <p:spPr>
          <a:xfrm>
            <a:off x="1205605" y="2457210"/>
            <a:ext cx="9799886" cy="3248292"/>
          </a:xfrm>
          <a:custGeom>
            <a:avLst/>
            <a:gdLst>
              <a:gd name="connsiteX0" fmla="*/ 998702 w 9799886"/>
              <a:gd name="connsiteY0" fmla="*/ 0 h 3248292"/>
              <a:gd name="connsiteX1" fmla="*/ 1288373 w 9799886"/>
              <a:gd name="connsiteY1" fmla="*/ 414531 h 3248292"/>
              <a:gd name="connsiteX2" fmla="*/ 9617874 w 9799886"/>
              <a:gd name="connsiteY2" fmla="*/ 414531 h 3248292"/>
              <a:gd name="connsiteX3" fmla="*/ 9799886 w 9799886"/>
              <a:gd name="connsiteY3" fmla="*/ 596543 h 3248292"/>
              <a:gd name="connsiteX4" fmla="*/ 9799886 w 9799886"/>
              <a:gd name="connsiteY4" fmla="*/ 3066280 h 3248292"/>
              <a:gd name="connsiteX5" fmla="*/ 9617874 w 9799886"/>
              <a:gd name="connsiteY5" fmla="*/ 3248292 h 3248292"/>
              <a:gd name="connsiteX6" fmla="*/ 182012 w 9799886"/>
              <a:gd name="connsiteY6" fmla="*/ 3248292 h 3248292"/>
              <a:gd name="connsiteX7" fmla="*/ 0 w 9799886"/>
              <a:gd name="connsiteY7" fmla="*/ 3066280 h 3248292"/>
              <a:gd name="connsiteX8" fmla="*/ 0 w 9799886"/>
              <a:gd name="connsiteY8" fmla="*/ 596543 h 3248292"/>
              <a:gd name="connsiteX9" fmla="*/ 182012 w 9799886"/>
              <a:gd name="connsiteY9" fmla="*/ 414531 h 3248292"/>
              <a:gd name="connsiteX10" fmla="*/ 709031 w 9799886"/>
              <a:gd name="connsiteY10" fmla="*/ 414531 h 3248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99886" h="3248292">
                <a:moveTo>
                  <a:pt x="998702" y="0"/>
                </a:moveTo>
                <a:lnTo>
                  <a:pt x="1288373" y="414531"/>
                </a:lnTo>
                <a:lnTo>
                  <a:pt x="9617874" y="414531"/>
                </a:lnTo>
                <a:cubicBezTo>
                  <a:pt x="9718396" y="414531"/>
                  <a:pt x="9799886" y="496021"/>
                  <a:pt x="9799886" y="596543"/>
                </a:cubicBezTo>
                <a:lnTo>
                  <a:pt x="9799886" y="3066280"/>
                </a:lnTo>
                <a:cubicBezTo>
                  <a:pt x="9799886" y="3166802"/>
                  <a:pt x="9718396" y="3248292"/>
                  <a:pt x="9617874" y="3248292"/>
                </a:cubicBezTo>
                <a:lnTo>
                  <a:pt x="182012" y="3248292"/>
                </a:lnTo>
                <a:cubicBezTo>
                  <a:pt x="81490" y="3248292"/>
                  <a:pt x="0" y="3166802"/>
                  <a:pt x="0" y="3066280"/>
                </a:cubicBezTo>
                <a:lnTo>
                  <a:pt x="0" y="596543"/>
                </a:lnTo>
                <a:cubicBezTo>
                  <a:pt x="0" y="496021"/>
                  <a:pt x="81490" y="414531"/>
                  <a:pt x="182012" y="414531"/>
                </a:cubicBezTo>
                <a:lnTo>
                  <a:pt x="709031" y="414531"/>
                </a:lnTo>
                <a:close/>
              </a:path>
            </a:pathLst>
          </a:custGeom>
          <a:gradFill flip="none" rotWithShape="1">
            <a:gsLst>
              <a:gs pos="95000">
                <a:schemeClr val="bg1">
                  <a:lumMod val="100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path path="shape">
              <a:fillToRect r="16573" b="50000"/>
            </a:path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22D180-CCB6-7D21-D557-B381B0582665}"/>
              </a:ext>
            </a:extLst>
          </p:cNvPr>
          <p:cNvSpPr txBox="1"/>
          <p:nvPr/>
        </p:nvSpPr>
        <p:spPr>
          <a:xfrm>
            <a:off x="4813323" y="3409366"/>
            <a:ext cx="4796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300">
                <a:solidFill>
                  <a:schemeClr val="tx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Project Overview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3B4A61-85D3-3AE6-3D99-06FFB3B6903E}"/>
              </a:ext>
            </a:extLst>
          </p:cNvPr>
          <p:cNvSpPr txBox="1"/>
          <p:nvPr/>
        </p:nvSpPr>
        <p:spPr>
          <a:xfrm>
            <a:off x="1027776" y="1023624"/>
            <a:ext cx="7582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PART</a:t>
            </a:r>
            <a:r>
              <a:rPr lang="zh-CN" altLang="en-US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ONE</a:t>
            </a:r>
            <a:endParaRPr lang="zh-CN" altLang="en-US" sz="8000" dirty="0">
              <a:solidFill>
                <a:schemeClr val="bg1"/>
              </a:solidFill>
              <a:effectLst>
                <a:innerShdw blurRad="76200" dist="63500" dir="13500000">
                  <a:schemeClr val="tx2">
                    <a:alpha val="3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DB1A5C-A43C-F88F-BBAD-1DD6E576381D}"/>
              </a:ext>
            </a:extLst>
          </p:cNvPr>
          <p:cNvSpPr txBox="1"/>
          <p:nvPr/>
        </p:nvSpPr>
        <p:spPr>
          <a:xfrm>
            <a:off x="1836226" y="3366632"/>
            <a:ext cx="3223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</a:t>
            </a:r>
            <a:endParaRPr lang="en-US" altLang="zh-CN" sz="600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概况</a:t>
            </a:r>
            <a:endParaRPr lang="zh-CN" altLang="en-US" sz="60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67F9A1-93CD-5371-87C9-5BD6230FD222}"/>
              </a:ext>
            </a:extLst>
          </p:cNvPr>
          <p:cNvCxnSpPr>
            <a:cxnSpLocks/>
          </p:cNvCxnSpPr>
          <p:nvPr/>
        </p:nvCxnSpPr>
        <p:spPr>
          <a:xfrm>
            <a:off x="4147061" y="3422503"/>
            <a:ext cx="0" cy="1827251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EFE7D7A-7370-16B9-EA26-D94C3E1978B5}"/>
              </a:ext>
            </a:extLst>
          </p:cNvPr>
          <p:cNvSpPr txBox="1"/>
          <p:nvPr/>
        </p:nvSpPr>
        <p:spPr>
          <a:xfrm>
            <a:off x="4813323" y="4236901"/>
            <a:ext cx="5864202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Lorem ipsum dolor sit amet, consectetuer adipiscing elit. Maecenas porttitor congue massa. Fusce posuere, magna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sed pulvinar</a:t>
            </a:r>
            <a:endParaRPr lang="en-US" altLang="zh-CN" sz="14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EA1E81F-B9FC-910E-21A6-D9892E412D22}"/>
              </a:ext>
            </a:extLst>
          </p:cNvPr>
          <p:cNvGrpSpPr/>
          <p:nvPr/>
        </p:nvGrpSpPr>
        <p:grpSpPr>
          <a:xfrm>
            <a:off x="8783888" y="3478373"/>
            <a:ext cx="1033212" cy="262095"/>
            <a:chOff x="8783888" y="3478373"/>
            <a:chExt cx="1033212" cy="26209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1609FCC-2F2A-11DE-A4E4-0A9C1433DC1B}"/>
                </a:ext>
              </a:extLst>
            </p:cNvPr>
            <p:cNvSpPr/>
            <p:nvPr/>
          </p:nvSpPr>
          <p:spPr>
            <a:xfrm>
              <a:off x="8783888" y="3478373"/>
              <a:ext cx="1033212" cy="2620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5000">
                  <a:schemeClr val="accent1">
                    <a:lumMod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path path="shape">
                <a:fillToRect r="8069" b="50000"/>
              </a:path>
              <a:tileRect/>
            </a:gradFill>
            <a:ln w="31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12B8928-6B8E-10E2-0F16-AD76FD978EA0}"/>
                </a:ext>
              </a:extLst>
            </p:cNvPr>
            <p:cNvGrpSpPr/>
            <p:nvPr/>
          </p:nvGrpSpPr>
          <p:grpSpPr>
            <a:xfrm>
              <a:off x="9580067" y="3511195"/>
              <a:ext cx="196342" cy="196451"/>
              <a:chOff x="1167942" y="4571507"/>
              <a:chExt cx="349708" cy="349902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098F8C63-140B-E00C-6C2A-430432275F5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3E9A75CE-CD45-EA39-2B1F-AFCFF9FE43B3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762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</p:grp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CF57552-5805-5229-B4F8-5DAC6175A121}"/>
              </a:ext>
            </a:extLst>
          </p:cNvPr>
          <p:cNvSpPr txBox="1"/>
          <p:nvPr/>
        </p:nvSpPr>
        <p:spPr>
          <a:xfrm>
            <a:off x="9576194" y="8569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2707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D0B051E-38B5-7683-A79B-D7272ACC8A0A}"/>
              </a:ext>
            </a:extLst>
          </p:cNvPr>
          <p:cNvSpPr/>
          <p:nvPr/>
        </p:nvSpPr>
        <p:spPr>
          <a:xfrm>
            <a:off x="8107938" y="2806700"/>
            <a:ext cx="3020150" cy="3086100"/>
          </a:xfrm>
          <a:prstGeom prst="roundRect">
            <a:avLst>
              <a:gd name="adj" fmla="val 3938"/>
            </a:avLst>
          </a:prstGeom>
          <a:solidFill>
            <a:schemeClr val="bg1"/>
          </a:solidFill>
          <a:ln>
            <a:noFill/>
          </a:ln>
          <a:effectLst>
            <a:outerShdw blurRad="127000" dist="63500" dir="2700004" rotWithShape="0">
              <a:schemeClr val="bg1">
                <a:lumMod val="80000"/>
                <a:alpha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34CE17E-ECD8-A333-3818-BDF2751C9526}"/>
              </a:ext>
            </a:extLst>
          </p:cNvPr>
          <p:cNvSpPr/>
          <p:nvPr/>
        </p:nvSpPr>
        <p:spPr>
          <a:xfrm>
            <a:off x="1057608" y="4271450"/>
            <a:ext cx="10070480" cy="237050"/>
          </a:xfrm>
          <a:prstGeom prst="rect">
            <a:avLst/>
          </a:prstGeom>
          <a:gradFill flip="none" rotWithShape="1">
            <a:gsLst>
              <a:gs pos="70318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1060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3E07F24-3EB3-1D46-5357-0087CE9B1A47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67715"/>
            <a:chExt cx="11429746" cy="33855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467DA4C-5448-AF5B-2A3A-CAF757946D53}"/>
                </a:ext>
              </a:extLst>
            </p:cNvPr>
            <p:cNvSpPr/>
            <p:nvPr/>
          </p:nvSpPr>
          <p:spPr>
            <a:xfrm>
              <a:off x="515008" y="22677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71C63E8-8FDB-9E5A-2A23-B2B89AC900C1}"/>
                </a:ext>
              </a:extLst>
            </p:cNvPr>
            <p:cNvSpPr txBox="1"/>
            <p:nvPr/>
          </p:nvSpPr>
          <p:spPr>
            <a:xfrm>
              <a:off x="1107658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9D56419-D691-DED5-E553-1D743D751B8A}"/>
                </a:ext>
              </a:extLst>
            </p:cNvPr>
            <p:cNvSpPr txBox="1"/>
            <p:nvPr/>
          </p:nvSpPr>
          <p:spPr>
            <a:xfrm>
              <a:off x="3773881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A4A7CAE-B108-5AB2-D37C-38B8A102A7DE}"/>
                </a:ext>
              </a:extLst>
            </p:cNvPr>
            <p:cNvSpPr txBox="1"/>
            <p:nvPr/>
          </p:nvSpPr>
          <p:spPr>
            <a:xfrm>
              <a:off x="6440104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4B21654-C743-0992-6567-A5D0751BE700}"/>
                </a:ext>
              </a:extLst>
            </p:cNvPr>
            <p:cNvSpPr txBox="1"/>
            <p:nvPr/>
          </p:nvSpPr>
          <p:spPr>
            <a:xfrm>
              <a:off x="9106327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0E87E2E-9D97-01DA-7695-526547984EA8}"/>
                </a:ext>
              </a:extLst>
            </p:cNvPr>
            <p:cNvSpPr/>
            <p:nvPr/>
          </p:nvSpPr>
          <p:spPr>
            <a:xfrm>
              <a:off x="3382863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596E5F0-807A-9BAA-1E82-FC9E60E1A7CB}"/>
                </a:ext>
              </a:extLst>
            </p:cNvPr>
            <p:cNvSpPr/>
            <p:nvPr/>
          </p:nvSpPr>
          <p:spPr>
            <a:xfrm>
              <a:off x="6026227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964CB31-06B7-158F-4FDC-6C82A256483A}"/>
                </a:ext>
              </a:extLst>
            </p:cNvPr>
            <p:cNvSpPr/>
            <p:nvPr/>
          </p:nvSpPr>
          <p:spPr>
            <a:xfrm>
              <a:off x="8738169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4FB22E0-9175-224F-2A83-2A1B0EBF7E3B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项目概况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3DB891-A033-6078-58DA-8855B8657FCC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Project overview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D00D660-0595-5390-3B9B-512FBE2E2187}"/>
              </a:ext>
            </a:extLst>
          </p:cNvPr>
          <p:cNvSpPr txBox="1"/>
          <p:nvPr/>
        </p:nvSpPr>
        <p:spPr>
          <a:xfrm>
            <a:off x="1591555" y="2200822"/>
            <a:ext cx="2015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zh-CN" altLang="en-US" sz="6000" dirty="0">
              <a:solidFill>
                <a:schemeClr val="accent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365F77A-528F-E1E0-FC25-8B5B5BF42852}"/>
              </a:ext>
            </a:extLst>
          </p:cNvPr>
          <p:cNvGrpSpPr/>
          <p:nvPr/>
        </p:nvGrpSpPr>
        <p:grpSpPr>
          <a:xfrm>
            <a:off x="1089310" y="2806700"/>
            <a:ext cx="3020150" cy="3086100"/>
            <a:chOff x="695610" y="1749066"/>
            <a:chExt cx="3020150" cy="4385034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864D4279-5404-607B-9854-5565F3679B96}"/>
                </a:ext>
              </a:extLst>
            </p:cNvPr>
            <p:cNvSpPr/>
            <p:nvPr/>
          </p:nvSpPr>
          <p:spPr>
            <a:xfrm>
              <a:off x="695610" y="1749066"/>
              <a:ext cx="3020150" cy="4385034"/>
            </a:xfrm>
            <a:prstGeom prst="roundRect">
              <a:avLst>
                <a:gd name="adj" fmla="val 3938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1A859F7B-8941-ACD9-0578-64DB288CDD9A}"/>
                </a:ext>
              </a:extLst>
            </p:cNvPr>
            <p:cNvSpPr/>
            <p:nvPr/>
          </p:nvSpPr>
          <p:spPr>
            <a:xfrm>
              <a:off x="695610" y="1749066"/>
              <a:ext cx="3020150" cy="4385034"/>
            </a:xfrm>
            <a:prstGeom prst="roundRect">
              <a:avLst>
                <a:gd name="adj" fmla="val 3938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5B8715-8979-E37A-82CA-34F5C4930D0F}"/>
              </a:ext>
            </a:extLst>
          </p:cNvPr>
          <p:cNvSpPr/>
          <p:nvPr/>
        </p:nvSpPr>
        <p:spPr>
          <a:xfrm>
            <a:off x="1591555" y="3107562"/>
            <a:ext cx="2015660" cy="579326"/>
          </a:xfrm>
          <a:prstGeom prst="roundRect">
            <a:avLst>
              <a:gd name="adj" fmla="val 11840"/>
            </a:avLst>
          </a:prstGeom>
          <a:gradFill flip="none" rotWithShape="1">
            <a:gsLst>
              <a:gs pos="63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437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CFE0177-3281-2DDF-0A6F-B5AF7A4539C9}"/>
              </a:ext>
            </a:extLst>
          </p:cNvPr>
          <p:cNvSpPr txBox="1"/>
          <p:nvPr/>
        </p:nvSpPr>
        <p:spPr>
          <a:xfrm>
            <a:off x="1591555" y="3166393"/>
            <a:ext cx="2015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+mj-ea"/>
                <a:ea typeface="+mj-ea"/>
              </a:rPr>
              <a:t>请输入标题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02B05AF-0011-CEAD-3CF1-15D01A042134}"/>
              </a:ext>
            </a:extLst>
          </p:cNvPr>
          <p:cNvSpPr txBox="1"/>
          <p:nvPr/>
        </p:nvSpPr>
        <p:spPr>
          <a:xfrm>
            <a:off x="1359077" y="3879327"/>
            <a:ext cx="2480616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1" name="AutoShape 2" descr="a desk with a lamp and a laptop on it">
            <a:extLst>
              <a:ext uri="{FF2B5EF4-FFF2-40B4-BE49-F238E27FC236}">
                <a16:creationId xmlns:a16="http://schemas.microsoft.com/office/drawing/2014/main" id="{87AACF09-8780-A04A-37B3-4F9CD16C21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6985" y="324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0906C65-2F1A-BB7C-E426-38CA63F828C6}"/>
              </a:ext>
            </a:extLst>
          </p:cNvPr>
          <p:cNvSpPr txBox="1"/>
          <p:nvPr/>
        </p:nvSpPr>
        <p:spPr>
          <a:xfrm>
            <a:off x="5085018" y="2200822"/>
            <a:ext cx="2015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zh-CN" altLang="en-US" sz="6000" dirty="0">
              <a:solidFill>
                <a:schemeClr val="accent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D5B1FA5-57AD-C316-FBE6-7C644A1FE88C}"/>
              </a:ext>
            </a:extLst>
          </p:cNvPr>
          <p:cNvGrpSpPr/>
          <p:nvPr/>
        </p:nvGrpSpPr>
        <p:grpSpPr>
          <a:xfrm>
            <a:off x="4598624" y="2806700"/>
            <a:ext cx="3020150" cy="3086100"/>
            <a:chOff x="4585924" y="1749066"/>
            <a:chExt cx="3020150" cy="4385034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C880467B-8025-784A-5655-5CE6F80342B0}"/>
                </a:ext>
              </a:extLst>
            </p:cNvPr>
            <p:cNvSpPr/>
            <p:nvPr/>
          </p:nvSpPr>
          <p:spPr>
            <a:xfrm>
              <a:off x="4585924" y="1749066"/>
              <a:ext cx="3020150" cy="4385034"/>
            </a:xfrm>
            <a:prstGeom prst="roundRect">
              <a:avLst>
                <a:gd name="adj" fmla="val 3938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3A0D8B2-63EA-FA92-20D8-DABB9F0BF297}"/>
                </a:ext>
              </a:extLst>
            </p:cNvPr>
            <p:cNvSpPr/>
            <p:nvPr/>
          </p:nvSpPr>
          <p:spPr>
            <a:xfrm>
              <a:off x="4585924" y="1749066"/>
              <a:ext cx="3020150" cy="4385034"/>
            </a:xfrm>
            <a:prstGeom prst="roundRect">
              <a:avLst>
                <a:gd name="adj" fmla="val 3938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358F47E-B2C1-5D07-FE58-B3DF4F1E67A5}"/>
              </a:ext>
            </a:extLst>
          </p:cNvPr>
          <p:cNvSpPr/>
          <p:nvPr/>
        </p:nvSpPr>
        <p:spPr>
          <a:xfrm>
            <a:off x="5100870" y="3107562"/>
            <a:ext cx="2015660" cy="579326"/>
          </a:xfrm>
          <a:prstGeom prst="roundRect">
            <a:avLst>
              <a:gd name="adj" fmla="val 12090"/>
            </a:avLst>
          </a:prstGeom>
          <a:gradFill flip="none" rotWithShape="1">
            <a:gsLst>
              <a:gs pos="63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437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9C99A04-F0D0-3082-0FBE-0D9596BBB712}"/>
              </a:ext>
            </a:extLst>
          </p:cNvPr>
          <p:cNvSpPr txBox="1"/>
          <p:nvPr/>
        </p:nvSpPr>
        <p:spPr>
          <a:xfrm>
            <a:off x="5100870" y="3166393"/>
            <a:ext cx="2015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3"/>
                </a:solidFill>
                <a:latin typeface="+mj-ea"/>
                <a:ea typeface="+mj-ea"/>
              </a:rPr>
              <a:t>请输入标题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200AE11-616C-F9CC-81B3-0FB03364FC1F}"/>
              </a:ext>
            </a:extLst>
          </p:cNvPr>
          <p:cNvSpPr txBox="1"/>
          <p:nvPr/>
        </p:nvSpPr>
        <p:spPr>
          <a:xfrm>
            <a:off x="4868392" y="3879327"/>
            <a:ext cx="2480616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4968CE1-AF1E-678E-07BE-6B12964C5ED8}"/>
              </a:ext>
            </a:extLst>
          </p:cNvPr>
          <p:cNvSpPr txBox="1"/>
          <p:nvPr/>
        </p:nvSpPr>
        <p:spPr>
          <a:xfrm>
            <a:off x="8610183" y="2200822"/>
            <a:ext cx="2015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zh-CN" altLang="en-US" sz="6000" dirty="0">
              <a:solidFill>
                <a:schemeClr val="accent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60BFA35-8336-4CF8-4611-0E6DFEFD67FB}"/>
              </a:ext>
            </a:extLst>
          </p:cNvPr>
          <p:cNvSpPr/>
          <p:nvPr/>
        </p:nvSpPr>
        <p:spPr>
          <a:xfrm>
            <a:off x="8107938" y="2806700"/>
            <a:ext cx="3020150" cy="3086100"/>
          </a:xfrm>
          <a:prstGeom prst="roundRect">
            <a:avLst>
              <a:gd name="adj" fmla="val 3938"/>
            </a:avLst>
          </a:prstGeom>
          <a:solidFill>
            <a:schemeClr val="bg1"/>
          </a:solidFill>
          <a:ln>
            <a:noFill/>
          </a:ln>
          <a:effectLst>
            <a:outerShdw blurRad="76200" dist="76200" dir="13500008" rotWithShape="0">
              <a:schemeClr val="bg1">
                <a:lumMod val="6107"/>
                <a:lumOff val="93893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52DEB57-BE9C-3763-8161-56380407BA0E}"/>
              </a:ext>
            </a:extLst>
          </p:cNvPr>
          <p:cNvSpPr/>
          <p:nvPr/>
        </p:nvSpPr>
        <p:spPr>
          <a:xfrm>
            <a:off x="8610183" y="3107562"/>
            <a:ext cx="2015660" cy="579326"/>
          </a:xfrm>
          <a:prstGeom prst="roundRect">
            <a:avLst>
              <a:gd name="adj" fmla="val 10775"/>
            </a:avLst>
          </a:prstGeom>
          <a:gradFill flip="none" rotWithShape="1">
            <a:gsLst>
              <a:gs pos="63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437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A532C16-7066-569F-83F8-94B1EEC66587}"/>
              </a:ext>
            </a:extLst>
          </p:cNvPr>
          <p:cNvSpPr txBox="1"/>
          <p:nvPr/>
        </p:nvSpPr>
        <p:spPr>
          <a:xfrm>
            <a:off x="8610183" y="3166393"/>
            <a:ext cx="2015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+mj-ea"/>
                <a:ea typeface="+mj-ea"/>
              </a:rPr>
              <a:t>请输入标题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FD430BC-F8C8-F6A9-3161-D670813507A7}"/>
              </a:ext>
            </a:extLst>
          </p:cNvPr>
          <p:cNvSpPr txBox="1"/>
          <p:nvPr/>
        </p:nvSpPr>
        <p:spPr>
          <a:xfrm>
            <a:off x="8377705" y="3879327"/>
            <a:ext cx="2480616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72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">
            <a:extLst>
              <a:ext uri="{FF2B5EF4-FFF2-40B4-BE49-F238E27FC236}">
                <a16:creationId xmlns:a16="http://schemas.microsoft.com/office/drawing/2014/main" id="{62D9B786-A41E-58FA-EC2E-13AD78802F28}"/>
              </a:ext>
            </a:extLst>
          </p:cNvPr>
          <p:cNvSpPr>
            <a:spLocks/>
          </p:cNvSpPr>
          <p:nvPr/>
        </p:nvSpPr>
        <p:spPr>
          <a:xfrm>
            <a:off x="931184" y="2706780"/>
            <a:ext cx="3131220" cy="3071328"/>
          </a:xfrm>
          <a:prstGeom prst="ellipse">
            <a:avLst/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rgbClr val="D9E4F0">
                    <a:lumMod val="21000"/>
                    <a:lumOff val="79000"/>
                  </a:srgbClr>
                </a:gs>
              </a:gsLst>
              <a:lin ang="5400000" scaled="1"/>
            </a:gradFill>
          </a:ln>
          <a:effectLst>
            <a:innerShdw blurRad="76200" dist="38100" dir="13500000">
              <a:schemeClr val="tx2">
                <a:alpha val="3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>
              <a:solidFill>
                <a:schemeClr val="lt1"/>
              </a:solidFill>
            </a:endParaRPr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FCE04C0B-24ED-07BB-2383-4455A413EF13}"/>
              </a:ext>
            </a:extLst>
          </p:cNvPr>
          <p:cNvSpPr/>
          <p:nvPr/>
        </p:nvSpPr>
        <p:spPr>
          <a:xfrm>
            <a:off x="1127376" y="2873026"/>
            <a:ext cx="2738836" cy="2738836"/>
          </a:xfrm>
          <a:prstGeom prst="ellipse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11E000-47A3-ACD1-E9ED-E406305DC68D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677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9FF74A2-DFA3-35DF-55B4-4FF71010B2AE}"/>
                </a:ext>
              </a:extLst>
            </p:cNvPr>
            <p:cNvSpPr/>
            <p:nvPr/>
          </p:nvSpPr>
          <p:spPr>
            <a:xfrm>
              <a:off x="515008" y="22677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A2AA334-40A7-FD3C-7234-102A6FDEEF99}"/>
                </a:ext>
              </a:extLst>
            </p:cNvPr>
            <p:cNvSpPr txBox="1"/>
            <p:nvPr/>
          </p:nvSpPr>
          <p:spPr>
            <a:xfrm>
              <a:off x="1107658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E4B85C-9C37-C94E-8DA1-D4EA7E156491}"/>
                </a:ext>
              </a:extLst>
            </p:cNvPr>
            <p:cNvSpPr txBox="1"/>
            <p:nvPr/>
          </p:nvSpPr>
          <p:spPr>
            <a:xfrm>
              <a:off x="3773881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65E01FE-E065-965F-24B2-A4008EC3989B}"/>
                </a:ext>
              </a:extLst>
            </p:cNvPr>
            <p:cNvSpPr txBox="1"/>
            <p:nvPr/>
          </p:nvSpPr>
          <p:spPr>
            <a:xfrm>
              <a:off x="6440104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3243EC-2E0D-1F77-E800-3A9797123FF4}"/>
                </a:ext>
              </a:extLst>
            </p:cNvPr>
            <p:cNvSpPr txBox="1"/>
            <p:nvPr/>
          </p:nvSpPr>
          <p:spPr>
            <a:xfrm>
              <a:off x="9106327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9BA492A-B3B7-28C3-3A59-491E9560C132}"/>
                </a:ext>
              </a:extLst>
            </p:cNvPr>
            <p:cNvSpPr/>
            <p:nvPr/>
          </p:nvSpPr>
          <p:spPr>
            <a:xfrm>
              <a:off x="3382863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1D4A1A2-73D0-E8BD-F672-A89119BD1618}"/>
                </a:ext>
              </a:extLst>
            </p:cNvPr>
            <p:cNvSpPr/>
            <p:nvPr/>
          </p:nvSpPr>
          <p:spPr>
            <a:xfrm>
              <a:off x="6026227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D22A0B7-3DC3-122F-5C62-075C1E842ADB}"/>
                </a:ext>
              </a:extLst>
            </p:cNvPr>
            <p:cNvSpPr/>
            <p:nvPr/>
          </p:nvSpPr>
          <p:spPr>
            <a:xfrm>
              <a:off x="8738169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E985A7D-B5EC-DFD7-8D1E-3B89B51259D9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项目概况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A6379D-CDE6-61F0-AA2B-C5F59A39E36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Project overview</a:t>
            </a: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70A01972-A46C-9D64-A276-45DDA8CC8D4A}"/>
              </a:ext>
            </a:extLst>
          </p:cNvPr>
          <p:cNvSpPr/>
          <p:nvPr/>
        </p:nvSpPr>
        <p:spPr>
          <a:xfrm>
            <a:off x="764469" y="2293037"/>
            <a:ext cx="3898812" cy="3898812"/>
          </a:xfrm>
          <a:prstGeom prst="arc">
            <a:avLst>
              <a:gd name="adj1" fmla="val 17287337"/>
              <a:gd name="adj2" fmla="val 4340803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B8CBEA6-9F29-B576-9ECE-3BDCA651A753}"/>
              </a:ext>
            </a:extLst>
          </p:cNvPr>
          <p:cNvSpPr/>
          <p:nvPr/>
        </p:nvSpPr>
        <p:spPr>
          <a:xfrm>
            <a:off x="4768507" y="2443109"/>
            <a:ext cx="5830045" cy="985891"/>
          </a:xfrm>
          <a:prstGeom prst="roundRect">
            <a:avLst/>
          </a:prstGeom>
          <a:gradFill flip="none" rotWithShape="1">
            <a:gsLst>
              <a:gs pos="72537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8455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8" name="PA_文本框 57">
            <a:extLst>
              <a:ext uri="{FF2B5EF4-FFF2-40B4-BE49-F238E27FC236}">
                <a16:creationId xmlns:a16="http://schemas.microsoft.com/office/drawing/2014/main" id="{76D472E6-C335-C788-69CB-0104ECDCD4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59134" y="2963842"/>
            <a:ext cx="5830046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9E4618-45B4-B4D1-0CF9-90EE57156D7C}"/>
              </a:ext>
            </a:extLst>
          </p:cNvPr>
          <p:cNvSpPr/>
          <p:nvPr/>
        </p:nvSpPr>
        <p:spPr>
          <a:xfrm>
            <a:off x="5059135" y="2655313"/>
            <a:ext cx="264792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24EB2AE-F77D-8FA9-4C0D-7BABD1811904}"/>
              </a:ext>
            </a:extLst>
          </p:cNvPr>
          <p:cNvGrpSpPr/>
          <p:nvPr/>
        </p:nvGrpSpPr>
        <p:grpSpPr>
          <a:xfrm>
            <a:off x="4347058" y="3947458"/>
            <a:ext cx="594786" cy="594786"/>
            <a:chOff x="4432783" y="3947458"/>
            <a:chExt cx="594786" cy="59478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DE32CEF-214F-E223-69B3-30F7665E2E48}"/>
                </a:ext>
              </a:extLst>
            </p:cNvPr>
            <p:cNvSpPr/>
            <p:nvPr/>
          </p:nvSpPr>
          <p:spPr>
            <a:xfrm>
              <a:off x="4432783" y="3947458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A48032-B270-F922-E658-430C84C1EB83}"/>
                </a:ext>
              </a:extLst>
            </p:cNvPr>
            <p:cNvSpPr/>
            <p:nvPr/>
          </p:nvSpPr>
          <p:spPr>
            <a:xfrm>
              <a:off x="4432783" y="3947458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AF4F1F9-B05A-D8A0-F16B-29E844BD19BC}"/>
              </a:ext>
            </a:extLst>
          </p:cNvPr>
          <p:cNvGrpSpPr/>
          <p:nvPr/>
        </p:nvGrpSpPr>
        <p:grpSpPr>
          <a:xfrm>
            <a:off x="3936004" y="5182067"/>
            <a:ext cx="594786" cy="594786"/>
            <a:chOff x="4021729" y="5182067"/>
            <a:chExt cx="594786" cy="594786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E5EB2C1-A0A2-303D-9266-C382986AFBCF}"/>
                </a:ext>
              </a:extLst>
            </p:cNvPr>
            <p:cNvSpPr/>
            <p:nvPr/>
          </p:nvSpPr>
          <p:spPr>
            <a:xfrm>
              <a:off x="4021729" y="5182067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B3CA1D35-773A-E23E-DE04-3C1DFDD76D91}"/>
                </a:ext>
              </a:extLst>
            </p:cNvPr>
            <p:cNvSpPr/>
            <p:nvPr/>
          </p:nvSpPr>
          <p:spPr>
            <a:xfrm>
              <a:off x="4021729" y="5182067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29673F4-4492-AD43-B846-F716FDA82DAD}"/>
              </a:ext>
            </a:extLst>
          </p:cNvPr>
          <p:cNvGrpSpPr/>
          <p:nvPr/>
        </p:nvGrpSpPr>
        <p:grpSpPr>
          <a:xfrm>
            <a:off x="3936004" y="2671160"/>
            <a:ext cx="594786" cy="594786"/>
            <a:chOff x="4021729" y="2671160"/>
            <a:chExt cx="594786" cy="59478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B099590-7998-7B82-B865-CA226FCAECDF}"/>
                </a:ext>
              </a:extLst>
            </p:cNvPr>
            <p:cNvSpPr/>
            <p:nvPr/>
          </p:nvSpPr>
          <p:spPr>
            <a:xfrm>
              <a:off x="4021729" y="2671160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C9C7C32-B226-E57F-38E8-8E0DF8F558DA}"/>
                </a:ext>
              </a:extLst>
            </p:cNvPr>
            <p:cNvSpPr/>
            <p:nvPr/>
          </p:nvSpPr>
          <p:spPr>
            <a:xfrm>
              <a:off x="4021729" y="2671160"/>
              <a:ext cx="594786" cy="594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sp>
        <p:nvSpPr>
          <p:cNvPr id="25" name="Freeform 11">
            <a:extLst>
              <a:ext uri="{FF2B5EF4-FFF2-40B4-BE49-F238E27FC236}">
                <a16:creationId xmlns:a16="http://schemas.microsoft.com/office/drawing/2014/main" id="{022AF688-0626-8C3C-1460-18E1172629D9}"/>
              </a:ext>
            </a:extLst>
          </p:cNvPr>
          <p:cNvSpPr>
            <a:spLocks noEditPoints="1"/>
          </p:cNvSpPr>
          <p:nvPr/>
        </p:nvSpPr>
        <p:spPr bwMode="auto">
          <a:xfrm>
            <a:off x="4093591" y="2796810"/>
            <a:ext cx="295804" cy="295804"/>
          </a:xfrm>
          <a:custGeom>
            <a:avLst/>
            <a:gdLst>
              <a:gd name="T0" fmla="*/ 648 w 7768"/>
              <a:gd name="T1" fmla="*/ 2589 h 7768"/>
              <a:gd name="T2" fmla="*/ 0 w 7768"/>
              <a:gd name="T3" fmla="*/ 3237 h 7768"/>
              <a:gd name="T4" fmla="*/ 0 w 7768"/>
              <a:gd name="T5" fmla="*/ 7120 h 7768"/>
              <a:gd name="T6" fmla="*/ 648 w 7768"/>
              <a:gd name="T7" fmla="*/ 7768 h 7768"/>
              <a:gd name="T8" fmla="*/ 1295 w 7768"/>
              <a:gd name="T9" fmla="*/ 7120 h 7768"/>
              <a:gd name="T10" fmla="*/ 1295 w 7768"/>
              <a:gd name="T11" fmla="*/ 3237 h 7768"/>
              <a:gd name="T12" fmla="*/ 648 w 7768"/>
              <a:gd name="T13" fmla="*/ 2589 h 7768"/>
              <a:gd name="T14" fmla="*/ 2805 w 7768"/>
              <a:gd name="T15" fmla="*/ 0 h 7768"/>
              <a:gd name="T16" fmla="*/ 2158 w 7768"/>
              <a:gd name="T17" fmla="*/ 648 h 7768"/>
              <a:gd name="T18" fmla="*/ 2158 w 7768"/>
              <a:gd name="T19" fmla="*/ 7120 h 7768"/>
              <a:gd name="T20" fmla="*/ 2805 w 7768"/>
              <a:gd name="T21" fmla="*/ 7768 h 7768"/>
              <a:gd name="T22" fmla="*/ 3453 w 7768"/>
              <a:gd name="T23" fmla="*/ 7120 h 7768"/>
              <a:gd name="T24" fmla="*/ 3453 w 7768"/>
              <a:gd name="T25" fmla="*/ 648 h 7768"/>
              <a:gd name="T26" fmla="*/ 2805 w 7768"/>
              <a:gd name="T27" fmla="*/ 0 h 7768"/>
              <a:gd name="T28" fmla="*/ 4963 w 7768"/>
              <a:gd name="T29" fmla="*/ 3884 h 7768"/>
              <a:gd name="T30" fmla="*/ 4316 w 7768"/>
              <a:gd name="T31" fmla="*/ 4531 h 7768"/>
              <a:gd name="T32" fmla="*/ 4316 w 7768"/>
              <a:gd name="T33" fmla="*/ 7120 h 7768"/>
              <a:gd name="T34" fmla="*/ 4963 w 7768"/>
              <a:gd name="T35" fmla="*/ 7768 h 7768"/>
              <a:gd name="T36" fmla="*/ 5610 w 7768"/>
              <a:gd name="T37" fmla="*/ 7120 h 7768"/>
              <a:gd name="T38" fmla="*/ 5610 w 7768"/>
              <a:gd name="T39" fmla="*/ 4531 h 7768"/>
              <a:gd name="T40" fmla="*/ 4963 w 7768"/>
              <a:gd name="T41" fmla="*/ 3884 h 7768"/>
              <a:gd name="T42" fmla="*/ 7121 w 7768"/>
              <a:gd name="T43" fmla="*/ 1942 h 7768"/>
              <a:gd name="T44" fmla="*/ 6473 w 7768"/>
              <a:gd name="T45" fmla="*/ 2589 h 7768"/>
              <a:gd name="T46" fmla="*/ 6473 w 7768"/>
              <a:gd name="T47" fmla="*/ 7120 h 7768"/>
              <a:gd name="T48" fmla="*/ 7121 w 7768"/>
              <a:gd name="T49" fmla="*/ 7768 h 7768"/>
              <a:gd name="T50" fmla="*/ 7768 w 7768"/>
              <a:gd name="T51" fmla="*/ 7120 h 7768"/>
              <a:gd name="T52" fmla="*/ 7768 w 7768"/>
              <a:gd name="T53" fmla="*/ 2589 h 7768"/>
              <a:gd name="T54" fmla="*/ 7121 w 7768"/>
              <a:gd name="T55" fmla="*/ 1942 h 7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768" h="7768">
                <a:moveTo>
                  <a:pt x="648" y="2589"/>
                </a:moveTo>
                <a:cubicBezTo>
                  <a:pt x="292" y="2589"/>
                  <a:pt x="0" y="2881"/>
                  <a:pt x="0" y="3237"/>
                </a:cubicBezTo>
                <a:lnTo>
                  <a:pt x="0" y="7120"/>
                </a:lnTo>
                <a:cubicBezTo>
                  <a:pt x="0" y="7476"/>
                  <a:pt x="292" y="7768"/>
                  <a:pt x="648" y="7768"/>
                </a:cubicBezTo>
                <a:cubicBezTo>
                  <a:pt x="1004" y="7768"/>
                  <a:pt x="1295" y="7476"/>
                  <a:pt x="1295" y="7120"/>
                </a:cubicBezTo>
                <a:lnTo>
                  <a:pt x="1295" y="3237"/>
                </a:lnTo>
                <a:cubicBezTo>
                  <a:pt x="1295" y="2881"/>
                  <a:pt x="1004" y="2589"/>
                  <a:pt x="648" y="2589"/>
                </a:cubicBezTo>
                <a:close/>
                <a:moveTo>
                  <a:pt x="2805" y="0"/>
                </a:moveTo>
                <a:cubicBezTo>
                  <a:pt x="2449" y="0"/>
                  <a:pt x="2158" y="292"/>
                  <a:pt x="2158" y="648"/>
                </a:cubicBezTo>
                <a:lnTo>
                  <a:pt x="2158" y="7120"/>
                </a:lnTo>
                <a:cubicBezTo>
                  <a:pt x="2158" y="7476"/>
                  <a:pt x="2449" y="7768"/>
                  <a:pt x="2805" y="7768"/>
                </a:cubicBezTo>
                <a:cubicBezTo>
                  <a:pt x="3161" y="7768"/>
                  <a:pt x="3453" y="7476"/>
                  <a:pt x="3453" y="7120"/>
                </a:cubicBezTo>
                <a:lnTo>
                  <a:pt x="3453" y="648"/>
                </a:lnTo>
                <a:cubicBezTo>
                  <a:pt x="3453" y="292"/>
                  <a:pt x="3161" y="0"/>
                  <a:pt x="2805" y="0"/>
                </a:cubicBezTo>
                <a:close/>
                <a:moveTo>
                  <a:pt x="4963" y="3884"/>
                </a:moveTo>
                <a:cubicBezTo>
                  <a:pt x="4607" y="3884"/>
                  <a:pt x="4316" y="4175"/>
                  <a:pt x="4316" y="4531"/>
                </a:cubicBezTo>
                <a:lnTo>
                  <a:pt x="4316" y="7120"/>
                </a:lnTo>
                <a:cubicBezTo>
                  <a:pt x="4316" y="7476"/>
                  <a:pt x="4607" y="7768"/>
                  <a:pt x="4963" y="7768"/>
                </a:cubicBezTo>
                <a:cubicBezTo>
                  <a:pt x="5319" y="7768"/>
                  <a:pt x="5610" y="7476"/>
                  <a:pt x="5610" y="7120"/>
                </a:cubicBezTo>
                <a:lnTo>
                  <a:pt x="5610" y="4531"/>
                </a:lnTo>
                <a:cubicBezTo>
                  <a:pt x="5610" y="4175"/>
                  <a:pt x="5319" y="3884"/>
                  <a:pt x="4963" y="3884"/>
                </a:cubicBezTo>
                <a:close/>
                <a:moveTo>
                  <a:pt x="7121" y="1942"/>
                </a:moveTo>
                <a:cubicBezTo>
                  <a:pt x="6765" y="1942"/>
                  <a:pt x="6473" y="2234"/>
                  <a:pt x="6473" y="2589"/>
                </a:cubicBezTo>
                <a:lnTo>
                  <a:pt x="6473" y="7120"/>
                </a:lnTo>
                <a:cubicBezTo>
                  <a:pt x="6473" y="7476"/>
                  <a:pt x="6765" y="7768"/>
                  <a:pt x="7121" y="7768"/>
                </a:cubicBezTo>
                <a:cubicBezTo>
                  <a:pt x="7476" y="7768"/>
                  <a:pt x="7768" y="7476"/>
                  <a:pt x="7768" y="7120"/>
                </a:cubicBezTo>
                <a:lnTo>
                  <a:pt x="7768" y="2589"/>
                </a:lnTo>
                <a:cubicBezTo>
                  <a:pt x="7768" y="2234"/>
                  <a:pt x="7476" y="1942"/>
                  <a:pt x="7121" y="19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F5DC2B0B-416A-41E5-16E9-8C0C907A2EFD}"/>
              </a:ext>
            </a:extLst>
          </p:cNvPr>
          <p:cNvSpPr>
            <a:spLocks noEditPoints="1"/>
          </p:cNvSpPr>
          <p:nvPr/>
        </p:nvSpPr>
        <p:spPr bwMode="auto">
          <a:xfrm>
            <a:off x="4505255" y="4137243"/>
            <a:ext cx="283114" cy="248113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7D7F7091-6EF7-C4C2-371B-10850ABDFB3C}"/>
              </a:ext>
            </a:extLst>
          </p:cNvPr>
          <p:cNvSpPr>
            <a:spLocks noEditPoints="1"/>
          </p:cNvSpPr>
          <p:nvPr/>
        </p:nvSpPr>
        <p:spPr bwMode="auto">
          <a:xfrm>
            <a:off x="4137159" y="5342870"/>
            <a:ext cx="192671" cy="290485"/>
          </a:xfrm>
          <a:custGeom>
            <a:avLst/>
            <a:gdLst>
              <a:gd name="T0" fmla="*/ 4967 w 5341"/>
              <a:gd name="T1" fmla="*/ 1831 h 7768"/>
              <a:gd name="T2" fmla="*/ 4967 w 5341"/>
              <a:gd name="T3" fmla="*/ 1276 h 7768"/>
              <a:gd name="T4" fmla="*/ 5341 w 5341"/>
              <a:gd name="T5" fmla="*/ 1276 h 7768"/>
              <a:gd name="T6" fmla="*/ 5341 w 5341"/>
              <a:gd name="T7" fmla="*/ 0 h 7768"/>
              <a:gd name="T8" fmla="*/ 0 w 5341"/>
              <a:gd name="T9" fmla="*/ 0 h 7768"/>
              <a:gd name="T10" fmla="*/ 0 w 5341"/>
              <a:gd name="T11" fmla="*/ 1276 h 7768"/>
              <a:gd name="T12" fmla="*/ 374 w 5341"/>
              <a:gd name="T13" fmla="*/ 1276 h 7768"/>
              <a:gd name="T14" fmla="*/ 374 w 5341"/>
              <a:gd name="T15" fmla="*/ 1831 h 7768"/>
              <a:gd name="T16" fmla="*/ 1495 w 5341"/>
              <a:gd name="T17" fmla="*/ 3884 h 7768"/>
              <a:gd name="T18" fmla="*/ 374 w 5341"/>
              <a:gd name="T19" fmla="*/ 5937 h 7768"/>
              <a:gd name="T20" fmla="*/ 374 w 5341"/>
              <a:gd name="T21" fmla="*/ 6492 h 7768"/>
              <a:gd name="T22" fmla="*/ 0 w 5341"/>
              <a:gd name="T23" fmla="*/ 6492 h 7768"/>
              <a:gd name="T24" fmla="*/ 0 w 5341"/>
              <a:gd name="T25" fmla="*/ 7768 h 7768"/>
              <a:gd name="T26" fmla="*/ 5341 w 5341"/>
              <a:gd name="T27" fmla="*/ 7768 h 7768"/>
              <a:gd name="T28" fmla="*/ 5341 w 5341"/>
              <a:gd name="T29" fmla="*/ 6492 h 7768"/>
              <a:gd name="T30" fmla="*/ 4967 w 5341"/>
              <a:gd name="T31" fmla="*/ 6492 h 7768"/>
              <a:gd name="T32" fmla="*/ 4967 w 5341"/>
              <a:gd name="T33" fmla="*/ 5937 h 7768"/>
              <a:gd name="T34" fmla="*/ 3845 w 5341"/>
              <a:gd name="T35" fmla="*/ 3884 h 7768"/>
              <a:gd name="T36" fmla="*/ 4967 w 5341"/>
              <a:gd name="T37" fmla="*/ 1831 h 7768"/>
              <a:gd name="T38" fmla="*/ 4326 w 5341"/>
              <a:gd name="T39" fmla="*/ 5937 h 7768"/>
              <a:gd name="T40" fmla="*/ 4326 w 5341"/>
              <a:gd name="T41" fmla="*/ 6492 h 7768"/>
              <a:gd name="T42" fmla="*/ 1015 w 5341"/>
              <a:gd name="T43" fmla="*/ 6492 h 7768"/>
              <a:gd name="T44" fmla="*/ 1015 w 5341"/>
              <a:gd name="T45" fmla="*/ 5937 h 7768"/>
              <a:gd name="T46" fmla="*/ 2670 w 5341"/>
              <a:gd name="T47" fmla="*/ 4217 h 7768"/>
              <a:gd name="T48" fmla="*/ 4326 w 5341"/>
              <a:gd name="T49" fmla="*/ 5937 h 7768"/>
              <a:gd name="T50" fmla="*/ 4326 w 5341"/>
              <a:gd name="T51" fmla="*/ 5937 h 7768"/>
              <a:gd name="T52" fmla="*/ 2670 w 5341"/>
              <a:gd name="T53" fmla="*/ 3551 h 7768"/>
              <a:gd name="T54" fmla="*/ 1015 w 5341"/>
              <a:gd name="T55" fmla="*/ 1831 h 7768"/>
              <a:gd name="T56" fmla="*/ 1015 w 5341"/>
              <a:gd name="T57" fmla="*/ 1276 h 7768"/>
              <a:gd name="T58" fmla="*/ 4326 w 5341"/>
              <a:gd name="T59" fmla="*/ 1276 h 7768"/>
              <a:gd name="T60" fmla="*/ 4326 w 5341"/>
              <a:gd name="T61" fmla="*/ 1831 h 7768"/>
              <a:gd name="T62" fmla="*/ 2670 w 5341"/>
              <a:gd name="T63" fmla="*/ 3551 h 7768"/>
              <a:gd name="T64" fmla="*/ 2670 w 5341"/>
              <a:gd name="T65" fmla="*/ 3551 h 7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341" h="7768">
                <a:moveTo>
                  <a:pt x="4967" y="1831"/>
                </a:moveTo>
                <a:lnTo>
                  <a:pt x="4967" y="1276"/>
                </a:lnTo>
                <a:lnTo>
                  <a:pt x="5341" y="1276"/>
                </a:lnTo>
                <a:lnTo>
                  <a:pt x="5341" y="0"/>
                </a:lnTo>
                <a:lnTo>
                  <a:pt x="0" y="0"/>
                </a:lnTo>
                <a:lnTo>
                  <a:pt x="0" y="1276"/>
                </a:lnTo>
                <a:lnTo>
                  <a:pt x="374" y="1276"/>
                </a:lnTo>
                <a:lnTo>
                  <a:pt x="374" y="1831"/>
                </a:lnTo>
                <a:cubicBezTo>
                  <a:pt x="374" y="2719"/>
                  <a:pt x="855" y="3496"/>
                  <a:pt x="1495" y="3884"/>
                </a:cubicBezTo>
                <a:cubicBezTo>
                  <a:pt x="801" y="4328"/>
                  <a:pt x="374" y="5049"/>
                  <a:pt x="374" y="5937"/>
                </a:cubicBezTo>
                <a:lnTo>
                  <a:pt x="374" y="6492"/>
                </a:lnTo>
                <a:lnTo>
                  <a:pt x="0" y="6492"/>
                </a:lnTo>
                <a:lnTo>
                  <a:pt x="0" y="7768"/>
                </a:lnTo>
                <a:lnTo>
                  <a:pt x="5341" y="7768"/>
                </a:lnTo>
                <a:lnTo>
                  <a:pt x="5341" y="6492"/>
                </a:lnTo>
                <a:lnTo>
                  <a:pt x="4967" y="6492"/>
                </a:lnTo>
                <a:lnTo>
                  <a:pt x="4967" y="5937"/>
                </a:lnTo>
                <a:cubicBezTo>
                  <a:pt x="4967" y="5049"/>
                  <a:pt x="4486" y="4272"/>
                  <a:pt x="3845" y="3884"/>
                </a:cubicBezTo>
                <a:cubicBezTo>
                  <a:pt x="4486" y="3440"/>
                  <a:pt x="4967" y="2719"/>
                  <a:pt x="4967" y="1831"/>
                </a:cubicBezTo>
                <a:close/>
                <a:moveTo>
                  <a:pt x="4326" y="5937"/>
                </a:moveTo>
                <a:lnTo>
                  <a:pt x="4326" y="6492"/>
                </a:lnTo>
                <a:lnTo>
                  <a:pt x="1015" y="6492"/>
                </a:lnTo>
                <a:lnTo>
                  <a:pt x="1015" y="5937"/>
                </a:lnTo>
                <a:cubicBezTo>
                  <a:pt x="1015" y="4994"/>
                  <a:pt x="1763" y="4217"/>
                  <a:pt x="2670" y="4217"/>
                </a:cubicBezTo>
                <a:cubicBezTo>
                  <a:pt x="3578" y="4217"/>
                  <a:pt x="4326" y="4994"/>
                  <a:pt x="4326" y="5937"/>
                </a:cubicBezTo>
                <a:lnTo>
                  <a:pt x="4326" y="5937"/>
                </a:lnTo>
                <a:close/>
                <a:moveTo>
                  <a:pt x="2670" y="3551"/>
                </a:moveTo>
                <a:cubicBezTo>
                  <a:pt x="1763" y="3551"/>
                  <a:pt x="1015" y="2774"/>
                  <a:pt x="1015" y="1831"/>
                </a:cubicBezTo>
                <a:lnTo>
                  <a:pt x="1015" y="1276"/>
                </a:lnTo>
                <a:lnTo>
                  <a:pt x="4326" y="1276"/>
                </a:lnTo>
                <a:lnTo>
                  <a:pt x="4326" y="1831"/>
                </a:lnTo>
                <a:cubicBezTo>
                  <a:pt x="4326" y="2774"/>
                  <a:pt x="3578" y="3551"/>
                  <a:pt x="2670" y="3551"/>
                </a:cubicBezTo>
                <a:close/>
                <a:moveTo>
                  <a:pt x="2670" y="3551"/>
                </a:move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1AA969F-C75E-2FBE-D8F3-6366E3BFA8DC}"/>
              </a:ext>
            </a:extLst>
          </p:cNvPr>
          <p:cNvSpPr/>
          <p:nvPr/>
        </p:nvSpPr>
        <p:spPr>
          <a:xfrm>
            <a:off x="4768507" y="4970251"/>
            <a:ext cx="5830045" cy="985891"/>
          </a:xfrm>
          <a:prstGeom prst="roundRect">
            <a:avLst/>
          </a:prstGeom>
          <a:gradFill flip="none" rotWithShape="1">
            <a:gsLst>
              <a:gs pos="72537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8455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31" name="PA_文本框 57">
            <a:extLst>
              <a:ext uri="{FF2B5EF4-FFF2-40B4-BE49-F238E27FC236}">
                <a16:creationId xmlns:a16="http://schemas.microsoft.com/office/drawing/2014/main" id="{A8F9A6AD-0BDD-DCB7-4D57-F99AB7E8A9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59134" y="5490984"/>
            <a:ext cx="5830045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D894ABE-FA65-E86A-6CAA-6475AEAF7E33}"/>
              </a:ext>
            </a:extLst>
          </p:cNvPr>
          <p:cNvSpPr/>
          <p:nvPr/>
        </p:nvSpPr>
        <p:spPr>
          <a:xfrm>
            <a:off x="5059135" y="5182455"/>
            <a:ext cx="264792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75B2E1C-CC59-3F2C-FA68-AF44D5F9E627}"/>
              </a:ext>
            </a:extLst>
          </p:cNvPr>
          <p:cNvSpPr/>
          <p:nvPr/>
        </p:nvSpPr>
        <p:spPr>
          <a:xfrm>
            <a:off x="5185766" y="3706680"/>
            <a:ext cx="5830045" cy="985891"/>
          </a:xfrm>
          <a:prstGeom prst="roundRect">
            <a:avLst/>
          </a:prstGeom>
          <a:gradFill flip="none" rotWithShape="1">
            <a:gsLst>
              <a:gs pos="72537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8455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38" name="PA_文本框 57">
            <a:extLst>
              <a:ext uri="{FF2B5EF4-FFF2-40B4-BE49-F238E27FC236}">
                <a16:creationId xmlns:a16="http://schemas.microsoft.com/office/drawing/2014/main" id="{81197E6C-6EED-7B75-47F5-420C17FCAE4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476393" y="4227413"/>
            <a:ext cx="5390220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97203C6-1C0E-B8BF-365D-FCE91D0B828A}"/>
              </a:ext>
            </a:extLst>
          </p:cNvPr>
          <p:cNvSpPr/>
          <p:nvPr/>
        </p:nvSpPr>
        <p:spPr>
          <a:xfrm>
            <a:off x="5476394" y="3918884"/>
            <a:ext cx="264792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612A377-980D-0C54-A61A-B01B9D6DC728}"/>
              </a:ext>
            </a:extLst>
          </p:cNvPr>
          <p:cNvGrpSpPr/>
          <p:nvPr/>
        </p:nvGrpSpPr>
        <p:grpSpPr>
          <a:xfrm>
            <a:off x="10429090" y="2672310"/>
            <a:ext cx="338924" cy="76803"/>
            <a:chOff x="10429090" y="2669135"/>
            <a:chExt cx="338924" cy="76803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B6EAF17A-EF43-BEFD-E7E5-C3C2CB21E02A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C0D03478-EE65-EB75-616F-0141A115E902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outerShdw blurRad="63500" dist="381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347E6AB-6E15-3159-0B93-4C919012C5F5}"/>
              </a:ext>
            </a:extLst>
          </p:cNvPr>
          <p:cNvGrpSpPr/>
          <p:nvPr/>
        </p:nvGrpSpPr>
        <p:grpSpPr>
          <a:xfrm>
            <a:off x="10429090" y="2836215"/>
            <a:ext cx="338924" cy="76803"/>
            <a:chOff x="10429090" y="2669135"/>
            <a:chExt cx="338924" cy="76803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3BC7948-4F74-5855-CD3B-AA1E6E674F77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6CAD3993-7B32-BBBC-DFA0-63BFC56E7E6E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8256393-72D5-E40E-FA6D-4B13A03B4A3E}"/>
              </a:ext>
            </a:extLst>
          </p:cNvPr>
          <p:cNvGrpSpPr/>
          <p:nvPr/>
        </p:nvGrpSpPr>
        <p:grpSpPr>
          <a:xfrm>
            <a:off x="10429090" y="5191815"/>
            <a:ext cx="338924" cy="76803"/>
            <a:chOff x="10429090" y="2669135"/>
            <a:chExt cx="338924" cy="76803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D55137F4-FF1C-3C64-8440-DC8CD396E873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4EC48ADD-4A4D-CA74-75B9-904A07AA0E71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outerShdw blurRad="63500" dist="381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189D590-1A67-EB3E-FAA9-3A33D71FAC38}"/>
              </a:ext>
            </a:extLst>
          </p:cNvPr>
          <p:cNvGrpSpPr/>
          <p:nvPr/>
        </p:nvGrpSpPr>
        <p:grpSpPr>
          <a:xfrm>
            <a:off x="10429090" y="5355720"/>
            <a:ext cx="338924" cy="76803"/>
            <a:chOff x="10429090" y="2669135"/>
            <a:chExt cx="338924" cy="76803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F577C09C-DACA-CC0D-AC6D-C804A22B8D65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4B6E8425-E9A5-E6C1-57BF-4C7FB0569102}"/>
                </a:ext>
              </a:extLst>
            </p:cNvPr>
            <p:cNvSpPr/>
            <p:nvPr/>
          </p:nvSpPr>
          <p:spPr>
            <a:xfrm>
              <a:off x="10429090" y="2669135"/>
              <a:ext cx="338924" cy="768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图形 9">
            <a:extLst>
              <a:ext uri="{FF2B5EF4-FFF2-40B4-BE49-F238E27FC236}">
                <a16:creationId xmlns:a16="http://schemas.microsoft.com/office/drawing/2014/main" id="{ECFAB445-66C0-8C38-9B08-FF57CA1716E7}"/>
              </a:ext>
            </a:extLst>
          </p:cNvPr>
          <p:cNvGrpSpPr/>
          <p:nvPr/>
        </p:nvGrpSpPr>
        <p:grpSpPr>
          <a:xfrm>
            <a:off x="2572926" y="3871923"/>
            <a:ext cx="656805" cy="521835"/>
            <a:chOff x="10913812" y="1625914"/>
            <a:chExt cx="537139" cy="426760"/>
          </a:xfrm>
        </p:grpSpPr>
        <p:sp>
          <p:nvSpPr>
            <p:cNvPr id="183" name="任意多边形: 形状 182">
              <a:extLst>
                <a:ext uri="{FF2B5EF4-FFF2-40B4-BE49-F238E27FC236}">
                  <a16:creationId xmlns:a16="http://schemas.microsoft.com/office/drawing/2014/main" id="{1139A3A6-018D-2C52-49D5-3A8D522188A7}"/>
                </a:ext>
              </a:extLst>
            </p:cNvPr>
            <p:cNvSpPr/>
            <p:nvPr/>
          </p:nvSpPr>
          <p:spPr>
            <a:xfrm>
              <a:off x="10913812" y="1625914"/>
              <a:ext cx="537139" cy="426760"/>
            </a:xfrm>
            <a:custGeom>
              <a:avLst/>
              <a:gdLst>
                <a:gd name="connsiteX0" fmla="*/ 407888 w 537139"/>
                <a:gd name="connsiteY0" fmla="*/ 0 h 486272"/>
                <a:gd name="connsiteX1" fmla="*/ 129252 w 537139"/>
                <a:gd name="connsiteY1" fmla="*/ 0 h 486272"/>
                <a:gd name="connsiteX2" fmla="*/ 0 w 537139"/>
                <a:gd name="connsiteY2" fmla="*/ 129371 h 486272"/>
                <a:gd name="connsiteX3" fmla="*/ 0 w 537139"/>
                <a:gd name="connsiteY3" fmla="*/ 285426 h 486272"/>
                <a:gd name="connsiteX4" fmla="*/ 129252 w 537139"/>
                <a:gd name="connsiteY4" fmla="*/ 414797 h 486272"/>
                <a:gd name="connsiteX5" fmla="*/ 192627 w 537139"/>
                <a:gd name="connsiteY5" fmla="*/ 414797 h 486272"/>
                <a:gd name="connsiteX6" fmla="*/ 202753 w 537139"/>
                <a:gd name="connsiteY6" fmla="*/ 486272 h 486272"/>
                <a:gd name="connsiteX7" fmla="*/ 279589 w 537139"/>
                <a:gd name="connsiteY7" fmla="*/ 414797 h 486272"/>
                <a:gd name="connsiteX8" fmla="*/ 407888 w 537139"/>
                <a:gd name="connsiteY8" fmla="*/ 414797 h 486272"/>
                <a:gd name="connsiteX9" fmla="*/ 537139 w 537139"/>
                <a:gd name="connsiteY9" fmla="*/ 285426 h 486272"/>
                <a:gd name="connsiteX10" fmla="*/ 537139 w 537139"/>
                <a:gd name="connsiteY10" fmla="*/ 129371 h 486272"/>
                <a:gd name="connsiteX11" fmla="*/ 407888 w 537139"/>
                <a:gd name="connsiteY11" fmla="*/ 0 h 486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7139" h="486272">
                  <a:moveTo>
                    <a:pt x="407888" y="0"/>
                  </a:moveTo>
                  <a:lnTo>
                    <a:pt x="129252" y="0"/>
                  </a:lnTo>
                  <a:cubicBezTo>
                    <a:pt x="57848" y="72"/>
                    <a:pt x="0" y="57967"/>
                    <a:pt x="0" y="129371"/>
                  </a:cubicBezTo>
                  <a:lnTo>
                    <a:pt x="0" y="285426"/>
                  </a:lnTo>
                  <a:cubicBezTo>
                    <a:pt x="0" y="356830"/>
                    <a:pt x="57848" y="414725"/>
                    <a:pt x="129252" y="414797"/>
                  </a:cubicBezTo>
                  <a:lnTo>
                    <a:pt x="192627" y="414797"/>
                  </a:lnTo>
                  <a:lnTo>
                    <a:pt x="202753" y="486272"/>
                  </a:lnTo>
                  <a:lnTo>
                    <a:pt x="279589" y="414797"/>
                  </a:lnTo>
                  <a:lnTo>
                    <a:pt x="407888" y="414797"/>
                  </a:lnTo>
                  <a:cubicBezTo>
                    <a:pt x="479292" y="414725"/>
                    <a:pt x="537139" y="356830"/>
                    <a:pt x="537139" y="285426"/>
                  </a:cubicBezTo>
                  <a:lnTo>
                    <a:pt x="537139" y="129371"/>
                  </a:lnTo>
                  <a:cubicBezTo>
                    <a:pt x="537139" y="57967"/>
                    <a:pt x="479292" y="72"/>
                    <a:pt x="407888" y="0"/>
                  </a:cubicBez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>
              <a:extLst>
                <a:ext uri="{FF2B5EF4-FFF2-40B4-BE49-F238E27FC236}">
                  <a16:creationId xmlns:a16="http://schemas.microsoft.com/office/drawing/2014/main" id="{0F237729-857A-2312-C2D7-FBC8F4ECE823}"/>
                </a:ext>
              </a:extLst>
            </p:cNvPr>
            <p:cNvSpPr/>
            <p:nvPr/>
          </p:nvSpPr>
          <p:spPr>
            <a:xfrm>
              <a:off x="11248199" y="1770797"/>
              <a:ext cx="66472" cy="66472"/>
            </a:xfrm>
            <a:custGeom>
              <a:avLst/>
              <a:gdLst>
                <a:gd name="connsiteX0" fmla="*/ 0 w 66472"/>
                <a:gd name="connsiteY0" fmla="*/ 33236 h 66472"/>
                <a:gd name="connsiteX1" fmla="*/ 33236 w 66472"/>
                <a:gd name="connsiteY1" fmla="*/ 66472 h 66472"/>
                <a:gd name="connsiteX2" fmla="*/ 66472 w 66472"/>
                <a:gd name="connsiteY2" fmla="*/ 33236 h 66472"/>
                <a:gd name="connsiteX3" fmla="*/ 33236 w 66472"/>
                <a:gd name="connsiteY3" fmla="*/ 0 h 66472"/>
                <a:gd name="connsiteX4" fmla="*/ 0 w 66472"/>
                <a:gd name="connsiteY4" fmla="*/ 33236 h 6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72" h="66472">
                  <a:moveTo>
                    <a:pt x="0" y="33236"/>
                  </a:moveTo>
                  <a:cubicBezTo>
                    <a:pt x="0" y="51594"/>
                    <a:pt x="14879" y="66472"/>
                    <a:pt x="33236" y="66472"/>
                  </a:cubicBezTo>
                  <a:cubicBezTo>
                    <a:pt x="51593" y="66472"/>
                    <a:pt x="66472" y="51594"/>
                    <a:pt x="66472" y="33236"/>
                  </a:cubicBezTo>
                  <a:cubicBezTo>
                    <a:pt x="66472" y="14879"/>
                    <a:pt x="51593" y="0"/>
                    <a:pt x="33236" y="0"/>
                  </a:cubicBezTo>
                  <a:cubicBezTo>
                    <a:pt x="14879" y="0"/>
                    <a:pt x="0" y="14879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6823862E-46BF-6000-FAE8-0D2069A9F39F}"/>
                </a:ext>
              </a:extLst>
            </p:cNvPr>
            <p:cNvSpPr/>
            <p:nvPr/>
          </p:nvSpPr>
          <p:spPr>
            <a:xfrm>
              <a:off x="11135029" y="1770797"/>
              <a:ext cx="66472" cy="66472"/>
            </a:xfrm>
            <a:custGeom>
              <a:avLst/>
              <a:gdLst>
                <a:gd name="connsiteX0" fmla="*/ 0 w 66472"/>
                <a:gd name="connsiteY0" fmla="*/ 33236 h 66472"/>
                <a:gd name="connsiteX1" fmla="*/ 33236 w 66472"/>
                <a:gd name="connsiteY1" fmla="*/ 66472 h 66472"/>
                <a:gd name="connsiteX2" fmla="*/ 66472 w 66472"/>
                <a:gd name="connsiteY2" fmla="*/ 33236 h 66472"/>
                <a:gd name="connsiteX3" fmla="*/ 33236 w 66472"/>
                <a:gd name="connsiteY3" fmla="*/ 0 h 66472"/>
                <a:gd name="connsiteX4" fmla="*/ 0 w 66472"/>
                <a:gd name="connsiteY4" fmla="*/ 33236 h 6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72" h="66472">
                  <a:moveTo>
                    <a:pt x="0" y="33236"/>
                  </a:moveTo>
                  <a:cubicBezTo>
                    <a:pt x="0" y="51594"/>
                    <a:pt x="14879" y="66472"/>
                    <a:pt x="33236" y="66472"/>
                  </a:cubicBezTo>
                  <a:cubicBezTo>
                    <a:pt x="51593" y="66472"/>
                    <a:pt x="66472" y="51594"/>
                    <a:pt x="66472" y="33236"/>
                  </a:cubicBezTo>
                  <a:cubicBezTo>
                    <a:pt x="66472" y="14879"/>
                    <a:pt x="51593" y="0"/>
                    <a:pt x="33236" y="0"/>
                  </a:cubicBezTo>
                  <a:cubicBezTo>
                    <a:pt x="14879" y="0"/>
                    <a:pt x="0" y="14879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>
              <a:extLst>
                <a:ext uri="{FF2B5EF4-FFF2-40B4-BE49-F238E27FC236}">
                  <a16:creationId xmlns:a16="http://schemas.microsoft.com/office/drawing/2014/main" id="{93778572-60A4-8FDE-EF5A-BFC002DF03FE}"/>
                </a:ext>
              </a:extLst>
            </p:cNvPr>
            <p:cNvSpPr/>
            <p:nvPr/>
          </p:nvSpPr>
          <p:spPr>
            <a:xfrm>
              <a:off x="11018286" y="1770797"/>
              <a:ext cx="66710" cy="66710"/>
            </a:xfrm>
            <a:custGeom>
              <a:avLst/>
              <a:gdLst>
                <a:gd name="connsiteX0" fmla="*/ 0 w 66710"/>
                <a:gd name="connsiteY0" fmla="*/ 33236 h 66710"/>
                <a:gd name="connsiteX1" fmla="*/ 33236 w 66710"/>
                <a:gd name="connsiteY1" fmla="*/ 66711 h 66710"/>
                <a:gd name="connsiteX2" fmla="*/ 66711 w 66710"/>
                <a:gd name="connsiteY2" fmla="*/ 33474 h 66710"/>
                <a:gd name="connsiteX3" fmla="*/ 33475 w 66710"/>
                <a:gd name="connsiteY3" fmla="*/ 0 h 66710"/>
                <a:gd name="connsiteX4" fmla="*/ 33355 w 66710"/>
                <a:gd name="connsiteY4" fmla="*/ 0 h 66710"/>
                <a:gd name="connsiteX5" fmla="*/ 0 w 66710"/>
                <a:gd name="connsiteY5" fmla="*/ 33236 h 6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10" h="66710">
                  <a:moveTo>
                    <a:pt x="0" y="33236"/>
                  </a:moveTo>
                  <a:cubicBezTo>
                    <a:pt x="-71" y="51653"/>
                    <a:pt x="14819" y="66639"/>
                    <a:pt x="33236" y="66711"/>
                  </a:cubicBezTo>
                  <a:cubicBezTo>
                    <a:pt x="51653" y="66782"/>
                    <a:pt x="66639" y="51891"/>
                    <a:pt x="66711" y="33474"/>
                  </a:cubicBezTo>
                  <a:cubicBezTo>
                    <a:pt x="66770" y="15058"/>
                    <a:pt x="51891" y="71"/>
                    <a:pt x="33475" y="0"/>
                  </a:cubicBezTo>
                  <a:cubicBezTo>
                    <a:pt x="33439" y="0"/>
                    <a:pt x="33391" y="0"/>
                    <a:pt x="33355" y="0"/>
                  </a:cubicBezTo>
                  <a:cubicBezTo>
                    <a:pt x="14974" y="0"/>
                    <a:pt x="72" y="14867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22" name="组合 321">
            <a:extLst>
              <a:ext uri="{FF2B5EF4-FFF2-40B4-BE49-F238E27FC236}">
                <a16:creationId xmlns:a16="http://schemas.microsoft.com/office/drawing/2014/main" id="{B287F0BF-06EC-C826-E606-D0FF9BB2CEF9}"/>
              </a:ext>
            </a:extLst>
          </p:cNvPr>
          <p:cNvGrpSpPr/>
          <p:nvPr/>
        </p:nvGrpSpPr>
        <p:grpSpPr>
          <a:xfrm flipH="1">
            <a:off x="1762619" y="2089917"/>
            <a:ext cx="1620244" cy="4224544"/>
            <a:chOff x="1268429" y="4538722"/>
            <a:chExt cx="1298076" cy="3384539"/>
          </a:xfrm>
        </p:grpSpPr>
        <p:grpSp>
          <p:nvGrpSpPr>
            <p:cNvPr id="128" name="图形 9">
              <a:extLst>
                <a:ext uri="{FF2B5EF4-FFF2-40B4-BE49-F238E27FC236}">
                  <a16:creationId xmlns:a16="http://schemas.microsoft.com/office/drawing/2014/main" id="{DFF9BA95-772F-9945-5722-61998E2CFA73}"/>
                </a:ext>
              </a:extLst>
            </p:cNvPr>
            <p:cNvGrpSpPr/>
            <p:nvPr/>
          </p:nvGrpSpPr>
          <p:grpSpPr>
            <a:xfrm>
              <a:off x="1460751" y="5691198"/>
              <a:ext cx="1053654" cy="2232063"/>
              <a:chOff x="10289830" y="3195425"/>
              <a:chExt cx="1053654" cy="2232063"/>
            </a:xfrm>
          </p:grpSpPr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FDC85893-FD20-06D8-DA6F-3620B953A50E}"/>
                  </a:ext>
                </a:extLst>
              </p:cNvPr>
              <p:cNvSpPr/>
              <p:nvPr/>
            </p:nvSpPr>
            <p:spPr>
              <a:xfrm>
                <a:off x="10453030" y="3224134"/>
                <a:ext cx="722383" cy="2081519"/>
              </a:xfrm>
              <a:custGeom>
                <a:avLst/>
                <a:gdLst>
                  <a:gd name="connsiteX0" fmla="*/ 722383 w 722383"/>
                  <a:gd name="connsiteY0" fmla="*/ 35976 h 2081519"/>
                  <a:gd name="connsiteX1" fmla="*/ 664964 w 722383"/>
                  <a:gd name="connsiteY1" fmla="*/ 325690 h 2081519"/>
                  <a:gd name="connsiteX2" fmla="*/ 547744 w 722383"/>
                  <a:gd name="connsiteY2" fmla="*/ 660673 h 2081519"/>
                  <a:gd name="connsiteX3" fmla="*/ 458995 w 722383"/>
                  <a:gd name="connsiteY3" fmla="*/ 856754 h 2081519"/>
                  <a:gd name="connsiteX4" fmla="*/ 410392 w 722383"/>
                  <a:gd name="connsiteY4" fmla="*/ 952651 h 2081519"/>
                  <a:gd name="connsiteX5" fmla="*/ 77554 w 722383"/>
                  <a:gd name="connsiteY5" fmla="*/ 2078153 h 2081519"/>
                  <a:gd name="connsiteX6" fmla="*/ 3 w 722383"/>
                  <a:gd name="connsiteY6" fmla="*/ 2059689 h 2081519"/>
                  <a:gd name="connsiteX7" fmla="*/ 196441 w 722383"/>
                  <a:gd name="connsiteY7" fmla="*/ 931684 h 2081519"/>
                  <a:gd name="connsiteX8" fmla="*/ 211928 w 722383"/>
                  <a:gd name="connsiteY8" fmla="*/ 785040 h 2081519"/>
                  <a:gd name="connsiteX9" fmla="*/ 279711 w 722383"/>
                  <a:gd name="connsiteY9" fmla="*/ 368099 h 2081519"/>
                  <a:gd name="connsiteX10" fmla="*/ 355594 w 722383"/>
                  <a:gd name="connsiteY10" fmla="*/ 0 h 2081519"/>
                  <a:gd name="connsiteX11" fmla="*/ 458757 w 722383"/>
                  <a:gd name="connsiteY11" fmla="*/ 10007 h 208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22383" h="2081519">
                    <a:moveTo>
                      <a:pt x="722383" y="35976"/>
                    </a:moveTo>
                    <a:cubicBezTo>
                      <a:pt x="722383" y="35976"/>
                      <a:pt x="716308" y="141283"/>
                      <a:pt x="664964" y="325690"/>
                    </a:cubicBezTo>
                    <a:cubicBezTo>
                      <a:pt x="632705" y="439623"/>
                      <a:pt x="593560" y="551482"/>
                      <a:pt x="547744" y="660673"/>
                    </a:cubicBezTo>
                    <a:cubicBezTo>
                      <a:pt x="522132" y="722380"/>
                      <a:pt x="492708" y="787899"/>
                      <a:pt x="458995" y="856754"/>
                    </a:cubicBezTo>
                    <a:cubicBezTo>
                      <a:pt x="443747" y="888084"/>
                      <a:pt x="427427" y="920010"/>
                      <a:pt x="410392" y="952651"/>
                    </a:cubicBezTo>
                    <a:cubicBezTo>
                      <a:pt x="390736" y="1510756"/>
                      <a:pt x="77554" y="2078153"/>
                      <a:pt x="77554" y="2078153"/>
                    </a:cubicBezTo>
                    <a:cubicBezTo>
                      <a:pt x="60161" y="2087087"/>
                      <a:pt x="-474" y="2077319"/>
                      <a:pt x="3" y="2059689"/>
                    </a:cubicBezTo>
                    <a:cubicBezTo>
                      <a:pt x="46343" y="1986069"/>
                      <a:pt x="137593" y="1270836"/>
                      <a:pt x="196441" y="931684"/>
                    </a:cubicBezTo>
                    <a:cubicBezTo>
                      <a:pt x="200134" y="885463"/>
                      <a:pt x="205376" y="836384"/>
                      <a:pt x="211928" y="785040"/>
                    </a:cubicBezTo>
                    <a:cubicBezTo>
                      <a:pt x="229082" y="648045"/>
                      <a:pt x="254575" y="499138"/>
                      <a:pt x="279711" y="368099"/>
                    </a:cubicBezTo>
                    <a:cubicBezTo>
                      <a:pt x="318546" y="161773"/>
                      <a:pt x="355594" y="0"/>
                      <a:pt x="355594" y="0"/>
                    </a:cubicBezTo>
                    <a:lnTo>
                      <a:pt x="458757" y="10007"/>
                    </a:lnTo>
                    <a:close/>
                  </a:path>
                </a:pathLst>
              </a:custGeom>
              <a:solidFill>
                <a:srgbClr val="E1BFB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02E84E99-EFEA-7D8D-C371-1A8C1EAA9F0F}"/>
                  </a:ext>
                </a:extLst>
              </p:cNvPr>
              <p:cNvSpPr/>
              <p:nvPr/>
            </p:nvSpPr>
            <p:spPr>
              <a:xfrm>
                <a:off x="10906426" y="3195425"/>
                <a:ext cx="418996" cy="2135549"/>
              </a:xfrm>
              <a:custGeom>
                <a:avLst/>
                <a:gdLst>
                  <a:gd name="connsiteX0" fmla="*/ 392163 w 418996"/>
                  <a:gd name="connsiteY0" fmla="*/ 837336 h 2135549"/>
                  <a:gd name="connsiteX1" fmla="*/ 392163 w 418996"/>
                  <a:gd name="connsiteY1" fmla="*/ 837336 h 2135549"/>
                  <a:gd name="connsiteX2" fmla="*/ 359999 w 418996"/>
                  <a:gd name="connsiteY2" fmla="*/ 1030083 h 2135549"/>
                  <a:gd name="connsiteX3" fmla="*/ 241707 w 418996"/>
                  <a:gd name="connsiteY3" fmla="*/ 2131879 h 2135549"/>
                  <a:gd name="connsiteX4" fmla="*/ 150933 w 418996"/>
                  <a:gd name="connsiteY4" fmla="*/ 2121515 h 2135549"/>
                  <a:gd name="connsiteX5" fmla="*/ 129371 w 418996"/>
                  <a:gd name="connsiteY5" fmla="*/ 989818 h 2135549"/>
                  <a:gd name="connsiteX6" fmla="*/ 118531 w 418996"/>
                  <a:gd name="connsiteY6" fmla="*/ 888561 h 2135549"/>
                  <a:gd name="connsiteX7" fmla="*/ 94705 w 418996"/>
                  <a:gd name="connsiteY7" fmla="*/ 689025 h 2135549"/>
                  <a:gd name="connsiteX8" fmla="*/ 48127 w 418996"/>
                  <a:gd name="connsiteY8" fmla="*/ 338913 h 2135549"/>
                  <a:gd name="connsiteX9" fmla="*/ 5361 w 418996"/>
                  <a:gd name="connsiteY9" fmla="*/ 38597 h 2135549"/>
                  <a:gd name="connsiteX10" fmla="*/ 0 w 418996"/>
                  <a:gd name="connsiteY10" fmla="*/ 0 h 2135549"/>
                  <a:gd name="connsiteX11" fmla="*/ 322712 w 418996"/>
                  <a:gd name="connsiteY11" fmla="*/ 35261 h 2135549"/>
                  <a:gd name="connsiteX12" fmla="*/ 418013 w 418996"/>
                  <a:gd name="connsiteY12" fmla="*/ 414916 h 2135549"/>
                  <a:gd name="connsiteX13" fmla="*/ 392163 w 418996"/>
                  <a:gd name="connsiteY13" fmla="*/ 837336 h 2135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8996" h="2135549">
                    <a:moveTo>
                      <a:pt x="392163" y="837336"/>
                    </a:moveTo>
                    <a:lnTo>
                      <a:pt x="392163" y="837336"/>
                    </a:lnTo>
                    <a:cubicBezTo>
                      <a:pt x="383824" y="897376"/>
                      <a:pt x="373103" y="961621"/>
                      <a:pt x="359999" y="1030083"/>
                    </a:cubicBezTo>
                    <a:cubicBezTo>
                      <a:pt x="471858" y="1403304"/>
                      <a:pt x="241707" y="2131879"/>
                      <a:pt x="241707" y="2131879"/>
                    </a:cubicBezTo>
                    <a:cubicBezTo>
                      <a:pt x="202872" y="2139622"/>
                      <a:pt x="168444" y="2134619"/>
                      <a:pt x="150933" y="2121515"/>
                    </a:cubicBezTo>
                    <a:cubicBezTo>
                      <a:pt x="194294" y="1901966"/>
                      <a:pt x="162845" y="1331233"/>
                      <a:pt x="129371" y="989818"/>
                    </a:cubicBezTo>
                    <a:cubicBezTo>
                      <a:pt x="126393" y="958845"/>
                      <a:pt x="122581" y="924894"/>
                      <a:pt x="118531" y="888561"/>
                    </a:cubicBezTo>
                    <a:cubicBezTo>
                      <a:pt x="111621" y="826973"/>
                      <a:pt x="103282" y="759190"/>
                      <a:pt x="94705" y="689025"/>
                    </a:cubicBezTo>
                    <a:cubicBezTo>
                      <a:pt x="79815" y="571805"/>
                      <a:pt x="63137" y="448390"/>
                      <a:pt x="48127" y="338913"/>
                    </a:cubicBezTo>
                    <a:cubicBezTo>
                      <a:pt x="29662" y="206684"/>
                      <a:pt x="13699" y="94824"/>
                      <a:pt x="5361" y="38597"/>
                    </a:cubicBezTo>
                    <a:cubicBezTo>
                      <a:pt x="2025" y="13938"/>
                      <a:pt x="0" y="0"/>
                      <a:pt x="0" y="0"/>
                    </a:cubicBezTo>
                    <a:lnTo>
                      <a:pt x="322712" y="35261"/>
                    </a:lnTo>
                    <a:cubicBezTo>
                      <a:pt x="322712" y="35261"/>
                      <a:pt x="404909" y="127346"/>
                      <a:pt x="418013" y="414916"/>
                    </a:cubicBezTo>
                    <a:cubicBezTo>
                      <a:pt x="422099" y="556211"/>
                      <a:pt x="413451" y="697590"/>
                      <a:pt x="392163" y="837336"/>
                    </a:cubicBezTo>
                    <a:close/>
                  </a:path>
                </a:pathLst>
              </a:custGeom>
              <a:solidFill>
                <a:srgbClr val="E1BFB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F703F776-9334-5CBD-7482-D8444F8725EE}"/>
                  </a:ext>
                </a:extLst>
              </p:cNvPr>
              <p:cNvSpPr/>
              <p:nvPr/>
            </p:nvSpPr>
            <p:spPr>
              <a:xfrm>
                <a:off x="10918697" y="5301572"/>
                <a:ext cx="256356" cy="125916"/>
              </a:xfrm>
              <a:custGeom>
                <a:avLst/>
                <a:gdLst>
                  <a:gd name="connsiteX0" fmla="*/ 237537 w 256356"/>
                  <a:gd name="connsiteY0" fmla="*/ 121032 h 125916"/>
                  <a:gd name="connsiteX1" fmla="*/ 219430 w 256356"/>
                  <a:gd name="connsiteY1" fmla="*/ 121032 h 125916"/>
                  <a:gd name="connsiteX2" fmla="*/ 214427 w 256356"/>
                  <a:gd name="connsiteY2" fmla="*/ 98875 h 125916"/>
                  <a:gd name="connsiteX3" fmla="*/ 154864 w 256356"/>
                  <a:gd name="connsiteY3" fmla="*/ 125916 h 125916"/>
                  <a:gd name="connsiteX4" fmla="*/ 3812 w 256356"/>
                  <a:gd name="connsiteY4" fmla="*/ 125916 h 125916"/>
                  <a:gd name="connsiteX5" fmla="*/ 51462 w 256356"/>
                  <a:gd name="connsiteY5" fmla="*/ 82673 h 125916"/>
                  <a:gd name="connsiteX6" fmla="*/ 61707 w 256356"/>
                  <a:gd name="connsiteY6" fmla="*/ 78742 h 125916"/>
                  <a:gd name="connsiteX7" fmla="*/ 154506 w 256356"/>
                  <a:gd name="connsiteY7" fmla="*/ 0 h 125916"/>
                  <a:gd name="connsiteX8" fmla="*/ 237895 w 256356"/>
                  <a:gd name="connsiteY8" fmla="*/ 0 h 125916"/>
                  <a:gd name="connsiteX9" fmla="*/ 244685 w 256356"/>
                  <a:gd name="connsiteY9" fmla="*/ 11913 h 125916"/>
                  <a:gd name="connsiteX10" fmla="*/ 237537 w 256356"/>
                  <a:gd name="connsiteY10" fmla="*/ 121032 h 125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356" h="125916">
                    <a:moveTo>
                      <a:pt x="237537" y="121032"/>
                    </a:moveTo>
                    <a:lnTo>
                      <a:pt x="219430" y="121032"/>
                    </a:lnTo>
                    <a:lnTo>
                      <a:pt x="214427" y="98875"/>
                    </a:lnTo>
                    <a:lnTo>
                      <a:pt x="154864" y="125916"/>
                    </a:lnTo>
                    <a:lnTo>
                      <a:pt x="3812" y="125916"/>
                    </a:lnTo>
                    <a:cubicBezTo>
                      <a:pt x="3812" y="125916"/>
                      <a:pt x="-20013" y="102091"/>
                      <a:pt x="51462" y="82673"/>
                    </a:cubicBezTo>
                    <a:cubicBezTo>
                      <a:pt x="55000" y="81721"/>
                      <a:pt x="58431" y="80398"/>
                      <a:pt x="61707" y="78742"/>
                    </a:cubicBezTo>
                    <a:cubicBezTo>
                      <a:pt x="99947" y="60754"/>
                      <a:pt x="154506" y="0"/>
                      <a:pt x="154506" y="0"/>
                    </a:cubicBezTo>
                    <a:lnTo>
                      <a:pt x="237895" y="0"/>
                    </a:lnTo>
                    <a:cubicBezTo>
                      <a:pt x="240384" y="3836"/>
                      <a:pt x="242648" y="7815"/>
                      <a:pt x="244685" y="11913"/>
                    </a:cubicBezTo>
                    <a:cubicBezTo>
                      <a:pt x="253619" y="29901"/>
                      <a:pt x="268867" y="68736"/>
                      <a:pt x="237537" y="121032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1031B900-ADA9-6D73-6308-A88239CA82FB}"/>
                  </a:ext>
                </a:extLst>
              </p:cNvPr>
              <p:cNvSpPr/>
              <p:nvPr/>
            </p:nvSpPr>
            <p:spPr>
              <a:xfrm>
                <a:off x="10980761" y="5283227"/>
                <a:ext cx="182501" cy="106120"/>
              </a:xfrm>
              <a:custGeom>
                <a:avLst/>
                <a:gdLst>
                  <a:gd name="connsiteX0" fmla="*/ 182501 w 182501"/>
                  <a:gd name="connsiteY0" fmla="*/ 30139 h 106120"/>
                  <a:gd name="connsiteX1" fmla="*/ 182501 w 182501"/>
                  <a:gd name="connsiteY1" fmla="*/ 30139 h 106120"/>
                  <a:gd name="connsiteX2" fmla="*/ 85294 w 182501"/>
                  <a:gd name="connsiteY2" fmla="*/ 89702 h 106120"/>
                  <a:gd name="connsiteX3" fmla="*/ 0 w 182501"/>
                  <a:gd name="connsiteY3" fmla="*/ 96611 h 106120"/>
                  <a:gd name="connsiteX4" fmla="*/ 98517 w 182501"/>
                  <a:gd name="connsiteY4" fmla="*/ 0 h 106120"/>
                  <a:gd name="connsiteX5" fmla="*/ 165109 w 182501"/>
                  <a:gd name="connsiteY5" fmla="*/ 0 h 106120"/>
                  <a:gd name="connsiteX6" fmla="*/ 182501 w 182501"/>
                  <a:gd name="connsiteY6" fmla="*/ 30139 h 106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501" h="106120">
                    <a:moveTo>
                      <a:pt x="182501" y="30139"/>
                    </a:moveTo>
                    <a:lnTo>
                      <a:pt x="182501" y="30139"/>
                    </a:lnTo>
                    <a:cubicBezTo>
                      <a:pt x="171542" y="18226"/>
                      <a:pt x="121747" y="71476"/>
                      <a:pt x="85294" y="89702"/>
                    </a:cubicBezTo>
                    <a:cubicBezTo>
                      <a:pt x="52654" y="105784"/>
                      <a:pt x="16082" y="113527"/>
                      <a:pt x="0" y="96611"/>
                    </a:cubicBezTo>
                    <a:cubicBezTo>
                      <a:pt x="38240" y="78504"/>
                      <a:pt x="98517" y="0"/>
                      <a:pt x="98517" y="0"/>
                    </a:cubicBezTo>
                    <a:lnTo>
                      <a:pt x="165109" y="0"/>
                    </a:lnTo>
                    <a:cubicBezTo>
                      <a:pt x="165109" y="0"/>
                      <a:pt x="178094" y="22277"/>
                      <a:pt x="182501" y="30139"/>
                    </a:cubicBezTo>
                    <a:close/>
                  </a:path>
                </a:pathLst>
              </a:custGeom>
              <a:solidFill>
                <a:srgbClr val="E1BFB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CD6AD6F3-B58B-653F-AA1E-2678886951D7}"/>
                  </a:ext>
                </a:extLst>
              </p:cNvPr>
              <p:cNvSpPr/>
              <p:nvPr/>
            </p:nvSpPr>
            <p:spPr>
              <a:xfrm>
                <a:off x="10289830" y="5301572"/>
                <a:ext cx="256412" cy="125916"/>
              </a:xfrm>
              <a:custGeom>
                <a:avLst/>
                <a:gdLst>
                  <a:gd name="connsiteX0" fmla="*/ 237656 w 256412"/>
                  <a:gd name="connsiteY0" fmla="*/ 121032 h 125916"/>
                  <a:gd name="connsiteX1" fmla="*/ 220026 w 256412"/>
                  <a:gd name="connsiteY1" fmla="*/ 121032 h 125916"/>
                  <a:gd name="connsiteX2" fmla="*/ 215023 w 256412"/>
                  <a:gd name="connsiteY2" fmla="*/ 98875 h 125916"/>
                  <a:gd name="connsiteX3" fmla="*/ 155460 w 256412"/>
                  <a:gd name="connsiteY3" fmla="*/ 125916 h 125916"/>
                  <a:gd name="connsiteX4" fmla="*/ 3812 w 256412"/>
                  <a:gd name="connsiteY4" fmla="*/ 125916 h 125916"/>
                  <a:gd name="connsiteX5" fmla="*/ 51462 w 256412"/>
                  <a:gd name="connsiteY5" fmla="*/ 82673 h 125916"/>
                  <a:gd name="connsiteX6" fmla="*/ 61588 w 256412"/>
                  <a:gd name="connsiteY6" fmla="*/ 78742 h 125916"/>
                  <a:gd name="connsiteX7" fmla="*/ 154506 w 256412"/>
                  <a:gd name="connsiteY7" fmla="*/ 0 h 125916"/>
                  <a:gd name="connsiteX8" fmla="*/ 237656 w 256412"/>
                  <a:gd name="connsiteY8" fmla="*/ 0 h 125916"/>
                  <a:gd name="connsiteX9" fmla="*/ 244447 w 256412"/>
                  <a:gd name="connsiteY9" fmla="*/ 11913 h 125916"/>
                  <a:gd name="connsiteX10" fmla="*/ 237656 w 256412"/>
                  <a:gd name="connsiteY10" fmla="*/ 121032 h 125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412" h="125916">
                    <a:moveTo>
                      <a:pt x="237656" y="121032"/>
                    </a:moveTo>
                    <a:lnTo>
                      <a:pt x="220026" y="121032"/>
                    </a:lnTo>
                    <a:lnTo>
                      <a:pt x="215023" y="98875"/>
                    </a:lnTo>
                    <a:lnTo>
                      <a:pt x="155460" y="125916"/>
                    </a:lnTo>
                    <a:lnTo>
                      <a:pt x="3812" y="125916"/>
                    </a:lnTo>
                    <a:cubicBezTo>
                      <a:pt x="3812" y="125916"/>
                      <a:pt x="-20013" y="102091"/>
                      <a:pt x="51462" y="82673"/>
                    </a:cubicBezTo>
                    <a:cubicBezTo>
                      <a:pt x="54965" y="81721"/>
                      <a:pt x="58360" y="80398"/>
                      <a:pt x="61588" y="78742"/>
                    </a:cubicBezTo>
                    <a:cubicBezTo>
                      <a:pt x="99947" y="60754"/>
                      <a:pt x="154506" y="0"/>
                      <a:pt x="154506" y="0"/>
                    </a:cubicBezTo>
                    <a:lnTo>
                      <a:pt x="237656" y="0"/>
                    </a:lnTo>
                    <a:cubicBezTo>
                      <a:pt x="240253" y="3764"/>
                      <a:pt x="242529" y="7755"/>
                      <a:pt x="244447" y="11913"/>
                    </a:cubicBezTo>
                    <a:cubicBezTo>
                      <a:pt x="253500" y="29901"/>
                      <a:pt x="269106" y="68736"/>
                      <a:pt x="237656" y="121032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84F5C7F4-C084-3AB0-EC69-74920E1AF6B8}"/>
                  </a:ext>
                </a:extLst>
              </p:cNvPr>
              <p:cNvSpPr/>
              <p:nvPr/>
            </p:nvSpPr>
            <p:spPr>
              <a:xfrm>
                <a:off x="10351657" y="5277389"/>
                <a:ext cx="182501" cy="111957"/>
              </a:xfrm>
              <a:custGeom>
                <a:avLst/>
                <a:gdLst>
                  <a:gd name="connsiteX0" fmla="*/ 182501 w 182501"/>
                  <a:gd name="connsiteY0" fmla="*/ 35976 h 111957"/>
                  <a:gd name="connsiteX1" fmla="*/ 182501 w 182501"/>
                  <a:gd name="connsiteY1" fmla="*/ 35976 h 111957"/>
                  <a:gd name="connsiteX2" fmla="*/ 85414 w 182501"/>
                  <a:gd name="connsiteY2" fmla="*/ 95539 h 111957"/>
                  <a:gd name="connsiteX3" fmla="*/ 0 w 182501"/>
                  <a:gd name="connsiteY3" fmla="*/ 102448 h 111957"/>
                  <a:gd name="connsiteX4" fmla="*/ 107213 w 182501"/>
                  <a:gd name="connsiteY4" fmla="*/ 0 h 111957"/>
                  <a:gd name="connsiteX5" fmla="*/ 165824 w 182501"/>
                  <a:gd name="connsiteY5" fmla="*/ 5837 h 111957"/>
                  <a:gd name="connsiteX6" fmla="*/ 182501 w 182501"/>
                  <a:gd name="connsiteY6" fmla="*/ 35976 h 11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501" h="111957">
                    <a:moveTo>
                      <a:pt x="182501" y="35976"/>
                    </a:moveTo>
                    <a:lnTo>
                      <a:pt x="182501" y="35976"/>
                    </a:lnTo>
                    <a:cubicBezTo>
                      <a:pt x="171661" y="24063"/>
                      <a:pt x="121985" y="77313"/>
                      <a:pt x="85414" y="95539"/>
                    </a:cubicBezTo>
                    <a:cubicBezTo>
                      <a:pt x="52892" y="111621"/>
                      <a:pt x="16320" y="119364"/>
                      <a:pt x="0" y="102448"/>
                    </a:cubicBezTo>
                    <a:cubicBezTo>
                      <a:pt x="38359" y="84341"/>
                      <a:pt x="107213" y="0"/>
                      <a:pt x="107213" y="0"/>
                    </a:cubicBezTo>
                    <a:lnTo>
                      <a:pt x="165824" y="5837"/>
                    </a:lnTo>
                    <a:cubicBezTo>
                      <a:pt x="165824" y="5837"/>
                      <a:pt x="178689" y="28114"/>
                      <a:pt x="182501" y="35976"/>
                    </a:cubicBezTo>
                    <a:close/>
                  </a:path>
                </a:pathLst>
              </a:custGeom>
              <a:solidFill>
                <a:srgbClr val="E1BFB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7C4B5CA3-133E-B649-80F9-610E3D679845}"/>
                  </a:ext>
                </a:extLst>
              </p:cNvPr>
              <p:cNvSpPr/>
              <p:nvPr/>
            </p:nvSpPr>
            <p:spPr>
              <a:xfrm>
                <a:off x="10650782" y="3195782"/>
                <a:ext cx="692702" cy="828989"/>
              </a:xfrm>
              <a:custGeom>
                <a:avLst/>
                <a:gdLst>
                  <a:gd name="connsiteX0" fmla="*/ 151647 w 692702"/>
                  <a:gd name="connsiteY0" fmla="*/ 0 h 828989"/>
                  <a:gd name="connsiteX1" fmla="*/ 580501 w 692702"/>
                  <a:gd name="connsiteY1" fmla="*/ 0 h 828989"/>
                  <a:gd name="connsiteX2" fmla="*/ 592413 w 692702"/>
                  <a:gd name="connsiteY2" fmla="*/ 55274 h 828989"/>
                  <a:gd name="connsiteX3" fmla="*/ 670084 w 692702"/>
                  <a:gd name="connsiteY3" fmla="*/ 817681 h 828989"/>
                  <a:gd name="connsiteX4" fmla="*/ 0 w 692702"/>
                  <a:gd name="connsiteY4" fmla="*/ 787780 h 828989"/>
                  <a:gd name="connsiteX5" fmla="*/ 149146 w 692702"/>
                  <a:gd name="connsiteY5" fmla="*/ 46816 h 828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92702" h="828989">
                    <a:moveTo>
                      <a:pt x="151647" y="0"/>
                    </a:moveTo>
                    <a:lnTo>
                      <a:pt x="580501" y="0"/>
                    </a:lnTo>
                    <a:lnTo>
                      <a:pt x="592413" y="55274"/>
                    </a:lnTo>
                    <a:cubicBezTo>
                      <a:pt x="592413" y="55274"/>
                      <a:pt x="750017" y="273275"/>
                      <a:pt x="670084" y="817681"/>
                    </a:cubicBezTo>
                    <a:cubicBezTo>
                      <a:pt x="670084" y="817681"/>
                      <a:pt x="324618" y="857469"/>
                      <a:pt x="0" y="787780"/>
                    </a:cubicBezTo>
                    <a:cubicBezTo>
                      <a:pt x="0" y="787780"/>
                      <a:pt x="72905" y="229198"/>
                      <a:pt x="149146" y="46816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30D6A77F-B7D2-9886-88FB-0A7F5FCE7DF7}"/>
                </a:ext>
              </a:extLst>
            </p:cNvPr>
            <p:cNvSpPr/>
            <p:nvPr/>
          </p:nvSpPr>
          <p:spPr>
            <a:xfrm>
              <a:off x="1802150" y="4541703"/>
              <a:ext cx="340848" cy="429734"/>
            </a:xfrm>
            <a:custGeom>
              <a:avLst/>
              <a:gdLst>
                <a:gd name="connsiteX0" fmla="*/ 15383 w 340848"/>
                <a:gd name="connsiteY0" fmla="*/ 302508 h 429734"/>
                <a:gd name="connsiteX1" fmla="*/ 38256 w 340848"/>
                <a:gd name="connsiteY1" fmla="*/ 429735 h 429734"/>
                <a:gd name="connsiteX2" fmla="*/ 319036 w 340848"/>
                <a:gd name="connsiteY2" fmla="*/ 345513 h 429734"/>
                <a:gd name="connsiteX3" fmla="*/ 211822 w 340848"/>
                <a:gd name="connsiteY3" fmla="*/ 47 h 429734"/>
                <a:gd name="connsiteX4" fmla="*/ 219 w 340848"/>
                <a:gd name="connsiteY4" fmla="*/ 231164 h 429734"/>
                <a:gd name="connsiteX5" fmla="*/ 15383 w 340848"/>
                <a:gd name="connsiteY5" fmla="*/ 302508 h 429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848" h="429734">
                  <a:moveTo>
                    <a:pt x="15383" y="302508"/>
                  </a:moveTo>
                  <a:cubicBezTo>
                    <a:pt x="28166" y="343821"/>
                    <a:pt x="35849" y="386552"/>
                    <a:pt x="38256" y="429735"/>
                  </a:cubicBezTo>
                  <a:cubicBezTo>
                    <a:pt x="38256" y="429735"/>
                    <a:pt x="271743" y="407101"/>
                    <a:pt x="319036" y="345513"/>
                  </a:cubicBezTo>
                  <a:cubicBezTo>
                    <a:pt x="366329" y="283925"/>
                    <a:pt x="339406" y="-4241"/>
                    <a:pt x="211822" y="47"/>
                  </a:cubicBezTo>
                  <a:cubicBezTo>
                    <a:pt x="89563" y="5432"/>
                    <a:pt x="-5166" y="108917"/>
                    <a:pt x="219" y="231164"/>
                  </a:cubicBezTo>
                  <a:cubicBezTo>
                    <a:pt x="1303" y="255620"/>
                    <a:pt x="6425" y="279731"/>
                    <a:pt x="15383" y="302508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171CB92D-7CB3-F5D1-9229-5C2953F41C3C}"/>
                </a:ext>
              </a:extLst>
            </p:cNvPr>
            <p:cNvSpPr/>
            <p:nvPr/>
          </p:nvSpPr>
          <p:spPr>
            <a:xfrm>
              <a:off x="1822132" y="4541989"/>
              <a:ext cx="156341" cy="344631"/>
            </a:xfrm>
            <a:custGeom>
              <a:avLst/>
              <a:gdLst>
                <a:gd name="connsiteX0" fmla="*/ 51987 w 156341"/>
                <a:gd name="connsiteY0" fmla="*/ 58253 h 344631"/>
                <a:gd name="connsiteX1" fmla="*/ 2788 w 156341"/>
                <a:gd name="connsiteY1" fmla="*/ 206326 h 344631"/>
                <a:gd name="connsiteX2" fmla="*/ 70094 w 156341"/>
                <a:gd name="connsiteY2" fmla="*/ 344631 h 344631"/>
                <a:gd name="connsiteX3" fmla="*/ 156341 w 156341"/>
                <a:gd name="connsiteY3" fmla="*/ 0 h 344631"/>
                <a:gd name="connsiteX4" fmla="*/ 51987 w 156341"/>
                <a:gd name="connsiteY4" fmla="*/ 58253 h 34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341" h="344631">
                  <a:moveTo>
                    <a:pt x="51987" y="58253"/>
                  </a:moveTo>
                  <a:cubicBezTo>
                    <a:pt x="11103" y="95789"/>
                    <a:pt x="-7505" y="151778"/>
                    <a:pt x="2788" y="206326"/>
                  </a:cubicBezTo>
                  <a:cubicBezTo>
                    <a:pt x="19823" y="259456"/>
                    <a:pt x="45792" y="294479"/>
                    <a:pt x="70094" y="344631"/>
                  </a:cubicBezTo>
                  <a:lnTo>
                    <a:pt x="156341" y="0"/>
                  </a:lnTo>
                  <a:cubicBezTo>
                    <a:pt x="123820" y="12865"/>
                    <a:pt x="107380" y="8696"/>
                    <a:pt x="51987" y="58253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19EDBABB-6AC7-FBFE-D921-1803649CA62F}"/>
                </a:ext>
              </a:extLst>
            </p:cNvPr>
            <p:cNvSpPr/>
            <p:nvPr/>
          </p:nvSpPr>
          <p:spPr>
            <a:xfrm>
              <a:off x="2055071" y="4542823"/>
              <a:ext cx="180307" cy="371434"/>
            </a:xfrm>
            <a:custGeom>
              <a:avLst/>
              <a:gdLst>
                <a:gd name="connsiteX0" fmla="*/ 0 w 180307"/>
                <a:gd name="connsiteY0" fmla="*/ 0 h 371434"/>
                <a:gd name="connsiteX1" fmla="*/ 179761 w 180307"/>
                <a:gd name="connsiteY1" fmla="*/ 162964 h 371434"/>
                <a:gd name="connsiteX2" fmla="*/ 93276 w 180307"/>
                <a:gd name="connsiteY2" fmla="*/ 354162 h 371434"/>
                <a:gd name="connsiteX3" fmla="*/ 46221 w 180307"/>
                <a:gd name="connsiteY3" fmla="*/ 371435 h 371434"/>
                <a:gd name="connsiteX4" fmla="*/ 76598 w 180307"/>
                <a:gd name="connsiteY4" fmla="*/ 219311 h 371434"/>
                <a:gd name="connsiteX5" fmla="*/ 39431 w 180307"/>
                <a:gd name="connsiteY5" fmla="*/ 186790 h 37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307" h="371434">
                  <a:moveTo>
                    <a:pt x="0" y="0"/>
                  </a:moveTo>
                  <a:cubicBezTo>
                    <a:pt x="117339" y="20013"/>
                    <a:pt x="171899" y="82316"/>
                    <a:pt x="179761" y="162964"/>
                  </a:cubicBezTo>
                  <a:cubicBezTo>
                    <a:pt x="187623" y="243613"/>
                    <a:pt x="108285" y="347729"/>
                    <a:pt x="93276" y="354162"/>
                  </a:cubicBezTo>
                  <a:lnTo>
                    <a:pt x="46221" y="371435"/>
                  </a:lnTo>
                  <a:cubicBezTo>
                    <a:pt x="46221" y="371435"/>
                    <a:pt x="98160" y="251356"/>
                    <a:pt x="76598" y="219311"/>
                  </a:cubicBezTo>
                  <a:cubicBezTo>
                    <a:pt x="55036" y="187266"/>
                    <a:pt x="39431" y="186790"/>
                    <a:pt x="39431" y="186790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94860BCF-B765-1D64-4DC4-7DDCE57DCDDC}"/>
                </a:ext>
              </a:extLst>
            </p:cNvPr>
            <p:cNvSpPr/>
            <p:nvPr/>
          </p:nvSpPr>
          <p:spPr>
            <a:xfrm>
              <a:off x="1866018" y="4538722"/>
              <a:ext cx="314501" cy="280353"/>
            </a:xfrm>
            <a:custGeom>
              <a:avLst/>
              <a:gdLst>
                <a:gd name="connsiteX0" fmla="*/ 77313 w 314501"/>
                <a:gd name="connsiteY0" fmla="*/ 20302 h 280353"/>
                <a:gd name="connsiteX1" fmla="*/ 226339 w 314501"/>
                <a:gd name="connsiteY1" fmla="*/ 20302 h 280353"/>
                <a:gd name="connsiteX2" fmla="*/ 305558 w 314501"/>
                <a:gd name="connsiteY2" fmla="*/ 130017 h 280353"/>
                <a:gd name="connsiteX3" fmla="*/ 300793 w 314501"/>
                <a:gd name="connsiteY3" fmla="*/ 253312 h 280353"/>
                <a:gd name="connsiteX4" fmla="*/ 250165 w 314501"/>
                <a:gd name="connsiteY4" fmla="*/ 280354 h 280353"/>
                <a:gd name="connsiteX5" fmla="*/ 0 w 314501"/>
                <a:gd name="connsiteY5" fmla="*/ 121559 h 280353"/>
                <a:gd name="connsiteX6" fmla="*/ 77313 w 314501"/>
                <a:gd name="connsiteY6" fmla="*/ 20302 h 28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4501" h="280353">
                  <a:moveTo>
                    <a:pt x="77313" y="20302"/>
                  </a:moveTo>
                  <a:cubicBezTo>
                    <a:pt x="129013" y="-16270"/>
                    <a:pt x="190125" y="4696"/>
                    <a:pt x="226339" y="20302"/>
                  </a:cubicBezTo>
                  <a:cubicBezTo>
                    <a:pt x="267200" y="43889"/>
                    <a:pt x="296028" y="83808"/>
                    <a:pt x="305558" y="130017"/>
                  </a:cubicBezTo>
                  <a:cubicBezTo>
                    <a:pt x="313420" y="173260"/>
                    <a:pt x="322950" y="225913"/>
                    <a:pt x="300793" y="253312"/>
                  </a:cubicBezTo>
                  <a:cubicBezTo>
                    <a:pt x="288440" y="269001"/>
                    <a:pt x="270082" y="278805"/>
                    <a:pt x="250165" y="280354"/>
                  </a:cubicBezTo>
                  <a:lnTo>
                    <a:pt x="0" y="121559"/>
                  </a:lnTo>
                  <a:cubicBezTo>
                    <a:pt x="16773" y="81807"/>
                    <a:pt x="43386" y="46962"/>
                    <a:pt x="77313" y="20302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37C1EED7-7EC8-0904-FF1B-A424653C8C52}"/>
                </a:ext>
              </a:extLst>
            </p:cNvPr>
            <p:cNvSpPr/>
            <p:nvPr/>
          </p:nvSpPr>
          <p:spPr>
            <a:xfrm>
              <a:off x="1979771" y="4864198"/>
              <a:ext cx="200366" cy="289416"/>
            </a:xfrm>
            <a:custGeom>
              <a:avLst/>
              <a:gdLst>
                <a:gd name="connsiteX0" fmla="*/ 64102 w 200366"/>
                <a:gd name="connsiteY0" fmla="*/ 282236 h 289416"/>
                <a:gd name="connsiteX1" fmla="*/ 118066 w 200366"/>
                <a:gd name="connsiteY1" fmla="*/ 274731 h 289416"/>
                <a:gd name="connsiteX2" fmla="*/ 190137 w 200366"/>
                <a:gd name="connsiteY2" fmla="*/ 147624 h 289416"/>
                <a:gd name="connsiteX3" fmla="*/ 152017 w 200366"/>
                <a:gd name="connsiteY3" fmla="*/ 33620 h 289416"/>
                <a:gd name="connsiteX4" fmla="*/ 151302 w 200366"/>
                <a:gd name="connsiteY4" fmla="*/ 28855 h 289416"/>
                <a:gd name="connsiteX5" fmla="*/ 141176 w 200366"/>
                <a:gd name="connsiteY5" fmla="*/ 10391 h 289416"/>
                <a:gd name="connsiteX6" fmla="*/ 90786 w 200366"/>
                <a:gd name="connsiteY6" fmla="*/ 10391 h 289416"/>
                <a:gd name="connsiteX7" fmla="*/ 90786 w 200366"/>
                <a:gd name="connsiteY7" fmla="*/ 10391 h 289416"/>
                <a:gd name="connsiteX8" fmla="*/ 35273 w 200366"/>
                <a:gd name="connsiteY8" fmla="*/ 37790 h 289416"/>
                <a:gd name="connsiteX9" fmla="*/ 35273 w 200366"/>
                <a:gd name="connsiteY9" fmla="*/ 37790 h 289416"/>
                <a:gd name="connsiteX10" fmla="*/ 35273 w 200366"/>
                <a:gd name="connsiteY10" fmla="*/ 40291 h 289416"/>
                <a:gd name="connsiteX11" fmla="*/ 48377 w 200366"/>
                <a:gd name="connsiteY11" fmla="*/ 109504 h 289416"/>
                <a:gd name="connsiteX12" fmla="*/ 49330 w 200366"/>
                <a:gd name="connsiteY12" fmla="*/ 116056 h 289416"/>
                <a:gd name="connsiteX13" fmla="*/ 49330 w 200366"/>
                <a:gd name="connsiteY13" fmla="*/ 116056 h 289416"/>
                <a:gd name="connsiteX14" fmla="*/ 50283 w 200366"/>
                <a:gd name="connsiteY14" fmla="*/ 122608 h 289416"/>
                <a:gd name="connsiteX15" fmla="*/ 3467 w 200366"/>
                <a:gd name="connsiteY15" fmla="*/ 201945 h 289416"/>
                <a:gd name="connsiteX16" fmla="*/ 64102 w 200366"/>
                <a:gd name="connsiteY16" fmla="*/ 282236 h 28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366" h="289416">
                  <a:moveTo>
                    <a:pt x="64102" y="282236"/>
                  </a:moveTo>
                  <a:cubicBezTo>
                    <a:pt x="83758" y="296174"/>
                    <a:pt x="97695" y="287716"/>
                    <a:pt x="118066" y="274731"/>
                  </a:cubicBezTo>
                  <a:cubicBezTo>
                    <a:pt x="240408" y="203256"/>
                    <a:pt x="190137" y="147624"/>
                    <a:pt x="190137" y="147624"/>
                  </a:cubicBezTo>
                  <a:cubicBezTo>
                    <a:pt x="159998" y="123084"/>
                    <a:pt x="152612" y="88061"/>
                    <a:pt x="152017" y="33620"/>
                  </a:cubicBezTo>
                  <a:cubicBezTo>
                    <a:pt x="151910" y="32012"/>
                    <a:pt x="151660" y="30428"/>
                    <a:pt x="151302" y="28855"/>
                  </a:cubicBezTo>
                  <a:cubicBezTo>
                    <a:pt x="149980" y="21779"/>
                    <a:pt x="146430" y="15311"/>
                    <a:pt x="141176" y="10391"/>
                  </a:cubicBezTo>
                  <a:cubicBezTo>
                    <a:pt x="127238" y="-3464"/>
                    <a:pt x="104724" y="-3464"/>
                    <a:pt x="90786" y="10391"/>
                  </a:cubicBezTo>
                  <a:lnTo>
                    <a:pt x="90786" y="10391"/>
                  </a:lnTo>
                  <a:lnTo>
                    <a:pt x="35273" y="37790"/>
                  </a:lnTo>
                  <a:lnTo>
                    <a:pt x="35273" y="37790"/>
                  </a:lnTo>
                  <a:lnTo>
                    <a:pt x="35273" y="40291"/>
                  </a:lnTo>
                  <a:cubicBezTo>
                    <a:pt x="40396" y="69358"/>
                    <a:pt x="45280" y="91754"/>
                    <a:pt x="48377" y="109504"/>
                  </a:cubicBezTo>
                  <a:cubicBezTo>
                    <a:pt x="48508" y="111707"/>
                    <a:pt x="48830" y="113899"/>
                    <a:pt x="49330" y="116056"/>
                  </a:cubicBezTo>
                  <a:lnTo>
                    <a:pt x="49330" y="116056"/>
                  </a:lnTo>
                  <a:cubicBezTo>
                    <a:pt x="49461" y="118259"/>
                    <a:pt x="49783" y="120451"/>
                    <a:pt x="50283" y="122608"/>
                  </a:cubicBezTo>
                  <a:cubicBezTo>
                    <a:pt x="53261" y="147147"/>
                    <a:pt x="18715" y="190390"/>
                    <a:pt x="3467" y="201945"/>
                  </a:cubicBezTo>
                  <a:cubicBezTo>
                    <a:pt x="-5230" y="209450"/>
                    <a:pt x="-1775" y="235063"/>
                    <a:pt x="64102" y="282236"/>
                  </a:cubicBez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E3F806E7-7BBE-C6DE-06CB-FFCABBFFD1CA}"/>
                </a:ext>
              </a:extLst>
            </p:cNvPr>
            <p:cNvSpPr/>
            <p:nvPr/>
          </p:nvSpPr>
          <p:spPr>
            <a:xfrm>
              <a:off x="1866198" y="4569268"/>
              <a:ext cx="287415" cy="395455"/>
            </a:xfrm>
            <a:custGeom>
              <a:avLst/>
              <a:gdLst>
                <a:gd name="connsiteX0" fmla="*/ 273572 w 287415"/>
                <a:gd name="connsiteY0" fmla="*/ 117936 h 395455"/>
                <a:gd name="connsiteX1" fmla="*/ 260825 w 287415"/>
                <a:gd name="connsiteY1" fmla="*/ 323785 h 395455"/>
                <a:gd name="connsiteX2" fmla="*/ 34486 w 287415"/>
                <a:gd name="connsiteY2" fmla="*/ 325334 h 395455"/>
                <a:gd name="connsiteX3" fmla="*/ 60455 w 287415"/>
                <a:gd name="connsiteY3" fmla="*/ 27519 h 395455"/>
                <a:gd name="connsiteX4" fmla="*/ 273572 w 287415"/>
                <a:gd name="connsiteY4" fmla="*/ 117936 h 39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415" h="395455">
                  <a:moveTo>
                    <a:pt x="273572" y="117936"/>
                  </a:moveTo>
                  <a:cubicBezTo>
                    <a:pt x="289654" y="218478"/>
                    <a:pt x="298588" y="260887"/>
                    <a:pt x="260825" y="323785"/>
                  </a:cubicBezTo>
                  <a:cubicBezTo>
                    <a:pt x="204002" y="419086"/>
                    <a:pt x="79992" y="419086"/>
                    <a:pt x="34486" y="325334"/>
                  </a:cubicBezTo>
                  <a:cubicBezTo>
                    <a:pt x="-5898" y="241112"/>
                    <a:pt x="-25673" y="91013"/>
                    <a:pt x="60455" y="27519"/>
                  </a:cubicBezTo>
                  <a:cubicBezTo>
                    <a:pt x="146584" y="-35975"/>
                    <a:pt x="257490" y="17155"/>
                    <a:pt x="273572" y="117936"/>
                  </a:cubicBez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B4093741-A0EA-6E00-1CEF-83D1843C4F3F}"/>
                </a:ext>
              </a:extLst>
            </p:cNvPr>
            <p:cNvSpPr/>
            <p:nvPr/>
          </p:nvSpPr>
          <p:spPr>
            <a:xfrm>
              <a:off x="2114069" y="4711553"/>
              <a:ext cx="87398" cy="106687"/>
            </a:xfrm>
            <a:custGeom>
              <a:avLst/>
              <a:gdLst>
                <a:gd name="connsiteX0" fmla="*/ 85740 w 87398"/>
                <a:gd name="connsiteY0" fmla="*/ 53321 h 106687"/>
                <a:gd name="connsiteX1" fmla="*/ 47739 w 87398"/>
                <a:gd name="connsiteY1" fmla="*/ 103830 h 106687"/>
                <a:gd name="connsiteX2" fmla="*/ 88 w 87398"/>
                <a:gd name="connsiteY2" fmla="*/ 50343 h 106687"/>
                <a:gd name="connsiteX3" fmla="*/ 50122 w 87398"/>
                <a:gd name="connsiteY3" fmla="*/ 72 h 106687"/>
                <a:gd name="connsiteX4" fmla="*/ 85740 w 87398"/>
                <a:gd name="connsiteY4" fmla="*/ 53321 h 10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98" h="106687">
                  <a:moveTo>
                    <a:pt x="85740" y="53321"/>
                  </a:moveTo>
                  <a:cubicBezTo>
                    <a:pt x="80284" y="74537"/>
                    <a:pt x="66609" y="92716"/>
                    <a:pt x="47739" y="103830"/>
                  </a:cubicBezTo>
                  <a:cubicBezTo>
                    <a:pt x="23914" y="117530"/>
                    <a:pt x="-1698" y="79052"/>
                    <a:pt x="88" y="50343"/>
                  </a:cubicBezTo>
                  <a:cubicBezTo>
                    <a:pt x="2114" y="23551"/>
                    <a:pt x="23342" y="2228"/>
                    <a:pt x="50122" y="72"/>
                  </a:cubicBezTo>
                  <a:cubicBezTo>
                    <a:pt x="76806" y="-1596"/>
                    <a:pt x="92768" y="26160"/>
                    <a:pt x="85740" y="53321"/>
                  </a:cubicBez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id="{BC429589-2200-3D1B-DB8F-65C0CF8E5A60}"/>
                </a:ext>
              </a:extLst>
            </p:cNvPr>
            <p:cNvSpPr/>
            <p:nvPr/>
          </p:nvSpPr>
          <p:spPr>
            <a:xfrm>
              <a:off x="2139181" y="4727537"/>
              <a:ext cx="35896" cy="50083"/>
            </a:xfrm>
            <a:custGeom>
              <a:avLst/>
              <a:gdLst>
                <a:gd name="connsiteX0" fmla="*/ 3805 w 35896"/>
                <a:gd name="connsiteY0" fmla="*/ 50083 h 50083"/>
                <a:gd name="connsiteX1" fmla="*/ 827 w 35896"/>
                <a:gd name="connsiteY1" fmla="*/ 47700 h 50083"/>
                <a:gd name="connsiteX2" fmla="*/ 32276 w 35896"/>
                <a:gd name="connsiteY2" fmla="*/ 50 h 50083"/>
                <a:gd name="connsiteX3" fmla="*/ 35850 w 35896"/>
                <a:gd name="connsiteY3" fmla="*/ 2433 h 50083"/>
                <a:gd name="connsiteX4" fmla="*/ 33467 w 35896"/>
                <a:gd name="connsiteY4" fmla="*/ 5887 h 50083"/>
                <a:gd name="connsiteX5" fmla="*/ 6664 w 35896"/>
                <a:gd name="connsiteY5" fmla="*/ 46271 h 50083"/>
                <a:gd name="connsiteX6" fmla="*/ 4424 w 35896"/>
                <a:gd name="connsiteY6" fmla="*/ 49845 h 50083"/>
                <a:gd name="connsiteX7" fmla="*/ 4400 w 35896"/>
                <a:gd name="connsiteY7" fmla="*/ 49845 h 50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896" h="50083">
                  <a:moveTo>
                    <a:pt x="3805" y="50083"/>
                  </a:moveTo>
                  <a:cubicBezTo>
                    <a:pt x="2387" y="50071"/>
                    <a:pt x="1160" y="49082"/>
                    <a:pt x="827" y="47700"/>
                  </a:cubicBezTo>
                  <a:cubicBezTo>
                    <a:pt x="-3640" y="25865"/>
                    <a:pt x="10440" y="4529"/>
                    <a:pt x="32276" y="50"/>
                  </a:cubicBezTo>
                  <a:cubicBezTo>
                    <a:pt x="33920" y="-248"/>
                    <a:pt x="35493" y="813"/>
                    <a:pt x="35850" y="2433"/>
                  </a:cubicBezTo>
                  <a:cubicBezTo>
                    <a:pt x="36136" y="4041"/>
                    <a:pt x="35076" y="5590"/>
                    <a:pt x="33467" y="5887"/>
                  </a:cubicBezTo>
                  <a:cubicBezTo>
                    <a:pt x="14967" y="9711"/>
                    <a:pt x="3007" y="27735"/>
                    <a:pt x="6664" y="46271"/>
                  </a:cubicBezTo>
                  <a:cubicBezTo>
                    <a:pt x="7033" y="47879"/>
                    <a:pt x="6032" y="49475"/>
                    <a:pt x="4424" y="49845"/>
                  </a:cubicBezTo>
                  <a:cubicBezTo>
                    <a:pt x="4412" y="49845"/>
                    <a:pt x="4412" y="49845"/>
                    <a:pt x="4400" y="4984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id="{20490810-F772-D525-FBA0-4691D5BD5DB5}"/>
                </a:ext>
              </a:extLst>
            </p:cNvPr>
            <p:cNvSpPr/>
            <p:nvPr/>
          </p:nvSpPr>
          <p:spPr>
            <a:xfrm>
              <a:off x="1992833" y="4737997"/>
              <a:ext cx="25005" cy="39097"/>
            </a:xfrm>
            <a:custGeom>
              <a:avLst/>
              <a:gdLst>
                <a:gd name="connsiteX0" fmla="*/ 24237 w 25005"/>
                <a:gd name="connsiteY0" fmla="*/ 16155 h 39097"/>
                <a:gd name="connsiteX1" fmla="*/ 16732 w 25005"/>
                <a:gd name="connsiteY1" fmla="*/ 38789 h 39097"/>
                <a:gd name="connsiteX2" fmla="*/ 769 w 25005"/>
                <a:gd name="connsiteY2" fmla="*/ 22946 h 39097"/>
                <a:gd name="connsiteX3" fmla="*/ 8274 w 25005"/>
                <a:gd name="connsiteY3" fmla="*/ 312 h 39097"/>
                <a:gd name="connsiteX4" fmla="*/ 24237 w 25005"/>
                <a:gd name="connsiteY4" fmla="*/ 16155 h 3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05" h="39097">
                  <a:moveTo>
                    <a:pt x="24237" y="16155"/>
                  </a:moveTo>
                  <a:cubicBezTo>
                    <a:pt x="26619" y="26758"/>
                    <a:pt x="23284" y="36883"/>
                    <a:pt x="16732" y="38789"/>
                  </a:cubicBezTo>
                  <a:cubicBezTo>
                    <a:pt x="10180" y="40695"/>
                    <a:pt x="3152" y="33548"/>
                    <a:pt x="769" y="22946"/>
                  </a:cubicBezTo>
                  <a:cubicBezTo>
                    <a:pt x="-1614" y="12343"/>
                    <a:pt x="1722" y="2218"/>
                    <a:pt x="8274" y="312"/>
                  </a:cubicBezTo>
                  <a:cubicBezTo>
                    <a:pt x="14826" y="-1594"/>
                    <a:pt x="21854" y="5434"/>
                    <a:pt x="24237" y="16155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985504C7-B361-AA34-737B-B6B02EE938B4}"/>
                </a:ext>
              </a:extLst>
            </p:cNvPr>
            <p:cNvSpPr/>
            <p:nvPr/>
          </p:nvSpPr>
          <p:spPr>
            <a:xfrm>
              <a:off x="1895211" y="4764823"/>
              <a:ext cx="24750" cy="37777"/>
            </a:xfrm>
            <a:custGeom>
              <a:avLst/>
              <a:gdLst>
                <a:gd name="connsiteX0" fmla="*/ 24056 w 24750"/>
                <a:gd name="connsiteY0" fmla="*/ 15418 h 37777"/>
                <a:gd name="connsiteX1" fmla="*/ 16432 w 24750"/>
                <a:gd name="connsiteY1" fmla="*/ 37456 h 37777"/>
                <a:gd name="connsiteX2" fmla="*/ 707 w 24750"/>
                <a:gd name="connsiteY2" fmla="*/ 22327 h 37777"/>
                <a:gd name="connsiteX3" fmla="*/ 8331 w 24750"/>
                <a:gd name="connsiteY3" fmla="*/ 289 h 37777"/>
                <a:gd name="connsiteX4" fmla="*/ 24056 w 24750"/>
                <a:gd name="connsiteY4" fmla="*/ 15418 h 3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0" h="37777">
                  <a:moveTo>
                    <a:pt x="24056" y="15418"/>
                  </a:moveTo>
                  <a:cubicBezTo>
                    <a:pt x="26320" y="25782"/>
                    <a:pt x="22865" y="35550"/>
                    <a:pt x="16432" y="37456"/>
                  </a:cubicBezTo>
                  <a:cubicBezTo>
                    <a:pt x="9999" y="39363"/>
                    <a:pt x="2971" y="32572"/>
                    <a:pt x="707" y="22327"/>
                  </a:cubicBezTo>
                  <a:cubicBezTo>
                    <a:pt x="-1556" y="12083"/>
                    <a:pt x="1780" y="2076"/>
                    <a:pt x="8331" y="289"/>
                  </a:cubicBezTo>
                  <a:cubicBezTo>
                    <a:pt x="14883" y="-1498"/>
                    <a:pt x="21793" y="5173"/>
                    <a:pt x="24056" y="15418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96A8665F-CD43-F177-4195-A796217CA91E}"/>
                </a:ext>
              </a:extLst>
            </p:cNvPr>
            <p:cNvSpPr/>
            <p:nvPr/>
          </p:nvSpPr>
          <p:spPr>
            <a:xfrm>
              <a:off x="1981731" y="4697475"/>
              <a:ext cx="49484" cy="15229"/>
            </a:xfrm>
            <a:custGeom>
              <a:avLst/>
              <a:gdLst>
                <a:gd name="connsiteX0" fmla="*/ 46060 w 49484"/>
                <a:gd name="connsiteY0" fmla="*/ 14507 h 15229"/>
                <a:gd name="connsiteX1" fmla="*/ 42248 w 49484"/>
                <a:gd name="connsiteY1" fmla="*/ 14507 h 15229"/>
                <a:gd name="connsiteX2" fmla="*/ 7106 w 49484"/>
                <a:gd name="connsiteY2" fmla="*/ 14507 h 15229"/>
                <a:gd name="connsiteX3" fmla="*/ 697 w 49484"/>
                <a:gd name="connsiteY3" fmla="*/ 13077 h 15229"/>
                <a:gd name="connsiteX4" fmla="*/ 554 w 49484"/>
                <a:gd name="connsiteY4" fmla="*/ 12839 h 15229"/>
                <a:gd name="connsiteX5" fmla="*/ 2579 w 49484"/>
                <a:gd name="connsiteY5" fmla="*/ 5691 h 15229"/>
                <a:gd name="connsiteX6" fmla="*/ 46894 w 49484"/>
                <a:gd name="connsiteY6" fmla="*/ 5691 h 15229"/>
                <a:gd name="connsiteX7" fmla="*/ 48920 w 49484"/>
                <a:gd name="connsiteY7" fmla="*/ 12481 h 15229"/>
                <a:gd name="connsiteX8" fmla="*/ 46060 w 49484"/>
                <a:gd name="connsiteY8" fmla="*/ 14507 h 1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484" h="15229">
                  <a:moveTo>
                    <a:pt x="46060" y="14507"/>
                  </a:moveTo>
                  <a:cubicBezTo>
                    <a:pt x="44845" y="15043"/>
                    <a:pt x="43464" y="15043"/>
                    <a:pt x="42248" y="14507"/>
                  </a:cubicBezTo>
                  <a:cubicBezTo>
                    <a:pt x="31265" y="8646"/>
                    <a:pt x="18090" y="8646"/>
                    <a:pt x="7106" y="14507"/>
                  </a:cubicBezTo>
                  <a:cubicBezTo>
                    <a:pt x="4938" y="15877"/>
                    <a:pt x="2067" y="15245"/>
                    <a:pt x="697" y="13077"/>
                  </a:cubicBezTo>
                  <a:cubicBezTo>
                    <a:pt x="650" y="12994"/>
                    <a:pt x="602" y="12922"/>
                    <a:pt x="554" y="12839"/>
                  </a:cubicBezTo>
                  <a:cubicBezTo>
                    <a:pt x="-673" y="10289"/>
                    <a:pt x="197" y="7216"/>
                    <a:pt x="2579" y="5691"/>
                  </a:cubicBezTo>
                  <a:cubicBezTo>
                    <a:pt x="16374" y="-1897"/>
                    <a:pt x="33100" y="-1897"/>
                    <a:pt x="46894" y="5691"/>
                  </a:cubicBezTo>
                  <a:cubicBezTo>
                    <a:pt x="49277" y="7049"/>
                    <a:pt x="50170" y="10039"/>
                    <a:pt x="48920" y="12481"/>
                  </a:cubicBezTo>
                  <a:cubicBezTo>
                    <a:pt x="48217" y="13446"/>
                    <a:pt x="47204" y="14161"/>
                    <a:pt x="46060" y="14507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FD9A2AC8-8137-E12C-B210-D8A93B8B23A2}"/>
                </a:ext>
              </a:extLst>
            </p:cNvPr>
            <p:cNvSpPr/>
            <p:nvPr/>
          </p:nvSpPr>
          <p:spPr>
            <a:xfrm>
              <a:off x="1869160" y="4716635"/>
              <a:ext cx="44702" cy="22864"/>
            </a:xfrm>
            <a:custGeom>
              <a:avLst/>
              <a:gdLst>
                <a:gd name="connsiteX0" fmla="*/ 3767 w 44702"/>
                <a:gd name="connsiteY0" fmla="*/ 22865 h 22864"/>
                <a:gd name="connsiteX1" fmla="*/ 908 w 44702"/>
                <a:gd name="connsiteY1" fmla="*/ 21316 h 22864"/>
                <a:gd name="connsiteX2" fmla="*/ 1742 w 44702"/>
                <a:gd name="connsiteY2" fmla="*/ 14288 h 22864"/>
                <a:gd name="connsiteX3" fmla="*/ 41054 w 44702"/>
                <a:gd name="connsiteY3" fmla="*/ 707 h 22864"/>
                <a:gd name="connsiteX4" fmla="*/ 44508 w 44702"/>
                <a:gd name="connsiteY4" fmla="*/ 6902 h 22864"/>
                <a:gd name="connsiteX5" fmla="*/ 38314 w 44702"/>
                <a:gd name="connsiteY5" fmla="*/ 10357 h 22864"/>
                <a:gd name="connsiteX6" fmla="*/ 7103 w 44702"/>
                <a:gd name="connsiteY6" fmla="*/ 21435 h 22864"/>
                <a:gd name="connsiteX7" fmla="*/ 3767 w 44702"/>
                <a:gd name="connsiteY7" fmla="*/ 22865 h 2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702" h="22864">
                  <a:moveTo>
                    <a:pt x="3767" y="22865"/>
                  </a:moveTo>
                  <a:cubicBezTo>
                    <a:pt x="2635" y="22770"/>
                    <a:pt x="1599" y="22210"/>
                    <a:pt x="908" y="21316"/>
                  </a:cubicBezTo>
                  <a:cubicBezTo>
                    <a:pt x="-569" y="19089"/>
                    <a:pt x="-212" y="16110"/>
                    <a:pt x="1742" y="14288"/>
                  </a:cubicBezTo>
                  <a:cubicBezTo>
                    <a:pt x="11546" y="3162"/>
                    <a:pt x="26473" y="-1997"/>
                    <a:pt x="41054" y="707"/>
                  </a:cubicBezTo>
                  <a:cubicBezTo>
                    <a:pt x="43722" y="1470"/>
                    <a:pt x="45271" y="4234"/>
                    <a:pt x="44508" y="6902"/>
                  </a:cubicBezTo>
                  <a:cubicBezTo>
                    <a:pt x="43758" y="9570"/>
                    <a:pt x="40982" y="11119"/>
                    <a:pt x="38314" y="10357"/>
                  </a:cubicBezTo>
                  <a:cubicBezTo>
                    <a:pt x="26699" y="8475"/>
                    <a:pt x="14929" y="12656"/>
                    <a:pt x="7103" y="21435"/>
                  </a:cubicBezTo>
                  <a:cubicBezTo>
                    <a:pt x="6233" y="22341"/>
                    <a:pt x="5030" y="22865"/>
                    <a:pt x="3767" y="22865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F81AC428-AEE3-E0CF-FBEA-6A210947C902}"/>
                </a:ext>
              </a:extLst>
            </p:cNvPr>
            <p:cNvSpPr/>
            <p:nvPr/>
          </p:nvSpPr>
          <p:spPr>
            <a:xfrm>
              <a:off x="1927348" y="4768209"/>
              <a:ext cx="33970" cy="79832"/>
            </a:xfrm>
            <a:custGeom>
              <a:avLst/>
              <a:gdLst>
                <a:gd name="connsiteX0" fmla="*/ 17174 w 33970"/>
                <a:gd name="connsiteY0" fmla="*/ 0 h 79832"/>
                <a:gd name="connsiteX1" fmla="*/ 496 w 33970"/>
                <a:gd name="connsiteY1" fmla="*/ 69093 h 79832"/>
                <a:gd name="connsiteX2" fmla="*/ 5213 w 33970"/>
                <a:gd name="connsiteY2" fmla="*/ 79350 h 79832"/>
                <a:gd name="connsiteX3" fmla="*/ 7286 w 33970"/>
                <a:gd name="connsiteY3" fmla="*/ 79814 h 79832"/>
                <a:gd name="connsiteX4" fmla="*/ 33970 w 33970"/>
                <a:gd name="connsiteY4" fmla="*/ 73143 h 79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70" h="79832">
                  <a:moveTo>
                    <a:pt x="17174" y="0"/>
                  </a:moveTo>
                  <a:cubicBezTo>
                    <a:pt x="13981" y="23539"/>
                    <a:pt x="8394" y="46686"/>
                    <a:pt x="496" y="69093"/>
                  </a:cubicBezTo>
                  <a:cubicBezTo>
                    <a:pt x="-1029" y="73227"/>
                    <a:pt x="1080" y="77813"/>
                    <a:pt x="5213" y="79350"/>
                  </a:cubicBezTo>
                  <a:cubicBezTo>
                    <a:pt x="5881" y="79600"/>
                    <a:pt x="6571" y="79755"/>
                    <a:pt x="7286" y="79814"/>
                  </a:cubicBezTo>
                  <a:cubicBezTo>
                    <a:pt x="16626" y="80065"/>
                    <a:pt x="25846" y="77754"/>
                    <a:pt x="33970" y="73143"/>
                  </a:cubicBezTo>
                  <a:close/>
                </a:path>
              </a:pathLst>
            </a:custGeom>
            <a:solidFill>
              <a:srgbClr val="CD877B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FD02FD81-C5E5-CF15-B183-BB7C69E97776}"/>
                </a:ext>
              </a:extLst>
            </p:cNvPr>
            <p:cNvSpPr/>
            <p:nvPr/>
          </p:nvSpPr>
          <p:spPr>
            <a:xfrm>
              <a:off x="1981094" y="4737713"/>
              <a:ext cx="23825" cy="6629"/>
            </a:xfrm>
            <a:custGeom>
              <a:avLst/>
              <a:gdLst>
                <a:gd name="connsiteX0" fmla="*/ 23825 w 23825"/>
                <a:gd name="connsiteY0" fmla="*/ 0 h 6629"/>
                <a:gd name="connsiteX1" fmla="*/ 0 w 23825"/>
                <a:gd name="connsiteY1" fmla="*/ 834 h 6629"/>
                <a:gd name="connsiteX2" fmla="*/ 23825 w 23825"/>
                <a:gd name="connsiteY2" fmla="*/ 0 h 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25" h="6629">
                  <a:moveTo>
                    <a:pt x="23825" y="0"/>
                  </a:moveTo>
                  <a:lnTo>
                    <a:pt x="0" y="834"/>
                  </a:lnTo>
                  <a:cubicBezTo>
                    <a:pt x="0" y="834"/>
                    <a:pt x="16678" y="14414"/>
                    <a:pt x="23825" y="0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1807176D-B5FE-637F-1D2C-B4A8215FFB29}"/>
                </a:ext>
              </a:extLst>
            </p:cNvPr>
            <p:cNvSpPr/>
            <p:nvPr/>
          </p:nvSpPr>
          <p:spPr>
            <a:xfrm>
              <a:off x="1882100" y="4764635"/>
              <a:ext cx="23825" cy="6629"/>
            </a:xfrm>
            <a:custGeom>
              <a:avLst/>
              <a:gdLst>
                <a:gd name="connsiteX0" fmla="*/ 23825 w 23825"/>
                <a:gd name="connsiteY0" fmla="*/ 0 h 6629"/>
                <a:gd name="connsiteX1" fmla="*/ 0 w 23825"/>
                <a:gd name="connsiteY1" fmla="*/ 834 h 6629"/>
                <a:gd name="connsiteX2" fmla="*/ 23825 w 23825"/>
                <a:gd name="connsiteY2" fmla="*/ 0 h 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25" h="6629">
                  <a:moveTo>
                    <a:pt x="23825" y="0"/>
                  </a:moveTo>
                  <a:lnTo>
                    <a:pt x="0" y="834"/>
                  </a:lnTo>
                  <a:cubicBezTo>
                    <a:pt x="0" y="834"/>
                    <a:pt x="16678" y="14414"/>
                    <a:pt x="23825" y="0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E114497F-9457-71DF-CB47-45E46E93D6B0}"/>
                </a:ext>
              </a:extLst>
            </p:cNvPr>
            <p:cNvSpPr/>
            <p:nvPr/>
          </p:nvSpPr>
          <p:spPr>
            <a:xfrm>
              <a:off x="1972398" y="4824198"/>
              <a:ext cx="59351" cy="68378"/>
            </a:xfrm>
            <a:custGeom>
              <a:avLst/>
              <a:gdLst>
                <a:gd name="connsiteX0" fmla="*/ 0 w 59351"/>
                <a:gd name="connsiteY0" fmla="*/ 43481 h 68378"/>
                <a:gd name="connsiteX1" fmla="*/ 25017 w 59351"/>
                <a:gd name="connsiteY1" fmla="*/ 68378 h 68378"/>
                <a:gd name="connsiteX2" fmla="*/ 30258 w 59351"/>
                <a:gd name="connsiteY2" fmla="*/ 65162 h 68378"/>
                <a:gd name="connsiteX3" fmla="*/ 59325 w 59351"/>
                <a:gd name="connsiteY3" fmla="*/ 23944 h 68378"/>
                <a:gd name="connsiteX4" fmla="*/ 54321 w 59351"/>
                <a:gd name="connsiteY4" fmla="*/ 7743 h 68378"/>
                <a:gd name="connsiteX5" fmla="*/ 48484 w 59351"/>
                <a:gd name="connsiteY5" fmla="*/ 0 h 68378"/>
                <a:gd name="connsiteX6" fmla="*/ 8339 w 59351"/>
                <a:gd name="connsiteY6" fmla="*/ 38597 h 68378"/>
                <a:gd name="connsiteX7" fmla="*/ 0 w 59351"/>
                <a:gd name="connsiteY7" fmla="*/ 43481 h 6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351" h="68378">
                  <a:moveTo>
                    <a:pt x="0" y="43481"/>
                  </a:moveTo>
                  <a:cubicBezTo>
                    <a:pt x="8958" y="51141"/>
                    <a:pt x="17321" y="59456"/>
                    <a:pt x="25017" y="68378"/>
                  </a:cubicBezTo>
                  <a:cubicBezTo>
                    <a:pt x="26803" y="67306"/>
                    <a:pt x="28590" y="66353"/>
                    <a:pt x="30258" y="65162"/>
                  </a:cubicBezTo>
                  <a:cubicBezTo>
                    <a:pt x="54083" y="50390"/>
                    <a:pt x="59801" y="35738"/>
                    <a:pt x="59325" y="23944"/>
                  </a:cubicBezTo>
                  <a:cubicBezTo>
                    <a:pt x="58979" y="18226"/>
                    <a:pt x="57264" y="12663"/>
                    <a:pt x="54321" y="7743"/>
                  </a:cubicBezTo>
                  <a:cubicBezTo>
                    <a:pt x="52749" y="4896"/>
                    <a:pt x="50783" y="2287"/>
                    <a:pt x="48484" y="0"/>
                  </a:cubicBezTo>
                  <a:cubicBezTo>
                    <a:pt x="38084" y="15653"/>
                    <a:pt x="24385" y="28828"/>
                    <a:pt x="8339" y="38597"/>
                  </a:cubicBezTo>
                  <a:cubicBezTo>
                    <a:pt x="3574" y="41575"/>
                    <a:pt x="0" y="43481"/>
                    <a:pt x="0" y="43481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91235740-EE06-21AC-074E-C769C87BF7DC}"/>
                </a:ext>
              </a:extLst>
            </p:cNvPr>
            <p:cNvSpPr/>
            <p:nvPr/>
          </p:nvSpPr>
          <p:spPr>
            <a:xfrm>
              <a:off x="1980736" y="4823841"/>
              <a:ext cx="45982" cy="45744"/>
            </a:xfrm>
            <a:custGeom>
              <a:avLst/>
              <a:gdLst>
                <a:gd name="connsiteX0" fmla="*/ 0 w 45982"/>
                <a:gd name="connsiteY0" fmla="*/ 38597 h 45744"/>
                <a:gd name="connsiteX1" fmla="*/ 7505 w 45982"/>
                <a:gd name="connsiteY1" fmla="*/ 45745 h 45744"/>
                <a:gd name="connsiteX2" fmla="*/ 45982 w 45982"/>
                <a:gd name="connsiteY2" fmla="*/ 7743 h 45744"/>
                <a:gd name="connsiteX3" fmla="*/ 40145 w 45982"/>
                <a:gd name="connsiteY3" fmla="*/ 0 h 45744"/>
                <a:gd name="connsiteX4" fmla="*/ 0 w 45982"/>
                <a:gd name="connsiteY4" fmla="*/ 38597 h 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82" h="45744">
                  <a:moveTo>
                    <a:pt x="0" y="38597"/>
                  </a:moveTo>
                  <a:lnTo>
                    <a:pt x="7505" y="45745"/>
                  </a:lnTo>
                  <a:cubicBezTo>
                    <a:pt x="29543" y="31688"/>
                    <a:pt x="43242" y="18822"/>
                    <a:pt x="45982" y="7743"/>
                  </a:cubicBezTo>
                  <a:cubicBezTo>
                    <a:pt x="44410" y="4896"/>
                    <a:pt x="42444" y="2287"/>
                    <a:pt x="40145" y="0"/>
                  </a:cubicBezTo>
                  <a:cubicBezTo>
                    <a:pt x="29746" y="15653"/>
                    <a:pt x="16046" y="28828"/>
                    <a:pt x="0" y="38597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DFA15D7B-4E35-8F68-6FDB-6546F3E5916B}"/>
                </a:ext>
              </a:extLst>
            </p:cNvPr>
            <p:cNvSpPr/>
            <p:nvPr/>
          </p:nvSpPr>
          <p:spPr>
            <a:xfrm>
              <a:off x="2002655" y="4847785"/>
              <a:ext cx="29094" cy="41217"/>
            </a:xfrm>
            <a:custGeom>
              <a:avLst/>
              <a:gdLst>
                <a:gd name="connsiteX0" fmla="*/ 1 w 29094"/>
                <a:gd name="connsiteY0" fmla="*/ 41217 h 41217"/>
                <a:gd name="connsiteX1" fmla="*/ 29068 w 29094"/>
                <a:gd name="connsiteY1" fmla="*/ 0 h 41217"/>
                <a:gd name="connsiteX2" fmla="*/ 6195 w 29094"/>
                <a:gd name="connsiteY2" fmla="*/ 21681 h 41217"/>
                <a:gd name="connsiteX3" fmla="*/ 1 w 29094"/>
                <a:gd name="connsiteY3" fmla="*/ 41217 h 4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94" h="41217">
                  <a:moveTo>
                    <a:pt x="1" y="41217"/>
                  </a:moveTo>
                  <a:cubicBezTo>
                    <a:pt x="23826" y="26446"/>
                    <a:pt x="29544" y="11793"/>
                    <a:pt x="29068" y="0"/>
                  </a:cubicBezTo>
                  <a:cubicBezTo>
                    <a:pt x="20216" y="5813"/>
                    <a:pt x="12473" y="13151"/>
                    <a:pt x="6195" y="21681"/>
                  </a:cubicBezTo>
                  <a:cubicBezTo>
                    <a:pt x="2121" y="27375"/>
                    <a:pt x="-47" y="34213"/>
                    <a:pt x="1" y="41217"/>
                  </a:cubicBezTo>
                  <a:close/>
                </a:path>
              </a:pathLst>
            </a:custGeom>
            <a:solidFill>
              <a:srgbClr val="DE575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7BC92666-3FB1-AEC1-823D-7818234CB1CA}"/>
                </a:ext>
              </a:extLst>
            </p:cNvPr>
            <p:cNvSpPr/>
            <p:nvPr/>
          </p:nvSpPr>
          <p:spPr>
            <a:xfrm>
              <a:off x="1850576" y="4563160"/>
              <a:ext cx="303327" cy="255916"/>
            </a:xfrm>
            <a:custGeom>
              <a:avLst/>
              <a:gdLst>
                <a:gd name="connsiteX0" fmla="*/ 258936 w 303327"/>
                <a:gd name="connsiteY0" fmla="*/ 154778 h 255916"/>
                <a:gd name="connsiteX1" fmla="*/ 177811 w 303327"/>
                <a:gd name="connsiteY1" fmla="*/ 44110 h 255916"/>
                <a:gd name="connsiteX2" fmla="*/ 15681 w 303327"/>
                <a:gd name="connsiteY2" fmla="*/ 209338 h 255916"/>
                <a:gd name="connsiteX3" fmla="*/ 106455 w 303327"/>
                <a:gd name="connsiteY3" fmla="*/ 9087 h 255916"/>
                <a:gd name="connsiteX4" fmla="*/ 281689 w 303327"/>
                <a:gd name="connsiteY4" fmla="*/ 255916 h 255916"/>
                <a:gd name="connsiteX5" fmla="*/ 258936 w 303327"/>
                <a:gd name="connsiteY5" fmla="*/ 154778 h 255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3327" h="255916">
                  <a:moveTo>
                    <a:pt x="258936" y="154778"/>
                  </a:moveTo>
                  <a:cubicBezTo>
                    <a:pt x="258936" y="154778"/>
                    <a:pt x="189724" y="99742"/>
                    <a:pt x="177811" y="44110"/>
                  </a:cubicBezTo>
                  <a:cubicBezTo>
                    <a:pt x="177811" y="44110"/>
                    <a:pt x="-35425" y="36010"/>
                    <a:pt x="15681" y="209338"/>
                  </a:cubicBezTo>
                  <a:cubicBezTo>
                    <a:pt x="15681" y="209338"/>
                    <a:pt x="-55795" y="64481"/>
                    <a:pt x="106455" y="9087"/>
                  </a:cubicBezTo>
                  <a:cubicBezTo>
                    <a:pt x="268704" y="-46306"/>
                    <a:pt x="343634" y="165976"/>
                    <a:pt x="281689" y="255916"/>
                  </a:cubicBezTo>
                  <a:cubicBezTo>
                    <a:pt x="281213" y="255202"/>
                    <a:pt x="301821" y="189325"/>
                    <a:pt x="258936" y="154778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7C7EB928-87BF-9DB2-02E2-AF36542FC499}"/>
                </a:ext>
              </a:extLst>
            </p:cNvPr>
            <p:cNvSpPr/>
            <p:nvPr/>
          </p:nvSpPr>
          <p:spPr>
            <a:xfrm>
              <a:off x="1857199" y="4556760"/>
              <a:ext cx="170591" cy="169873"/>
            </a:xfrm>
            <a:custGeom>
              <a:avLst/>
              <a:gdLst>
                <a:gd name="connsiteX0" fmla="*/ 27641 w 170591"/>
                <a:gd name="connsiteY0" fmla="*/ 51224 h 169873"/>
                <a:gd name="connsiteX1" fmla="*/ 3 w 170591"/>
                <a:gd name="connsiteY1" fmla="*/ 137710 h 169873"/>
                <a:gd name="connsiteX2" fmla="*/ 36575 w 170591"/>
                <a:gd name="connsiteY2" fmla="*/ 169874 h 169873"/>
                <a:gd name="connsiteX3" fmla="*/ 64093 w 170591"/>
                <a:gd name="connsiteY3" fmla="*/ 115671 h 169873"/>
                <a:gd name="connsiteX4" fmla="*/ 71718 w 170591"/>
                <a:gd name="connsiteY4" fmla="*/ 157485 h 169873"/>
                <a:gd name="connsiteX5" fmla="*/ 170592 w 170591"/>
                <a:gd name="connsiteY5" fmla="*/ 53130 h 169873"/>
                <a:gd name="connsiteX6" fmla="*/ 127111 w 170591"/>
                <a:gd name="connsiteY6" fmla="*/ 0 h 169873"/>
                <a:gd name="connsiteX7" fmla="*/ 27641 w 170591"/>
                <a:gd name="connsiteY7" fmla="*/ 51224 h 169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591" h="169873">
                  <a:moveTo>
                    <a:pt x="27641" y="51224"/>
                  </a:moveTo>
                  <a:cubicBezTo>
                    <a:pt x="9474" y="76384"/>
                    <a:pt x="-211" y="106677"/>
                    <a:pt x="3" y="137710"/>
                  </a:cubicBezTo>
                  <a:cubicBezTo>
                    <a:pt x="3935" y="159510"/>
                    <a:pt x="36575" y="169874"/>
                    <a:pt x="36575" y="169874"/>
                  </a:cubicBezTo>
                  <a:lnTo>
                    <a:pt x="64093" y="115671"/>
                  </a:lnTo>
                  <a:lnTo>
                    <a:pt x="71718" y="157485"/>
                  </a:lnTo>
                  <a:cubicBezTo>
                    <a:pt x="122060" y="144714"/>
                    <a:pt x="160550" y="104092"/>
                    <a:pt x="170592" y="53130"/>
                  </a:cubicBezTo>
                  <a:lnTo>
                    <a:pt x="127111" y="0"/>
                  </a:lnTo>
                  <a:cubicBezTo>
                    <a:pt x="127111" y="0"/>
                    <a:pt x="44318" y="30496"/>
                    <a:pt x="27641" y="51224"/>
                  </a:cubicBez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A0DAC2E5-F192-650E-DA7D-5603B88A0AD7}"/>
                </a:ext>
              </a:extLst>
            </p:cNvPr>
            <p:cNvSpPr/>
            <p:nvPr/>
          </p:nvSpPr>
          <p:spPr>
            <a:xfrm>
              <a:off x="1877071" y="4995636"/>
              <a:ext cx="543954" cy="755362"/>
            </a:xfrm>
            <a:custGeom>
              <a:avLst/>
              <a:gdLst>
                <a:gd name="connsiteX0" fmla="*/ 513459 w 543954"/>
                <a:gd name="connsiteY0" fmla="*/ 527237 h 755362"/>
                <a:gd name="connsiteX1" fmla="*/ 543955 w 543954"/>
                <a:gd name="connsiteY1" fmla="*/ 755363 h 755362"/>
                <a:gd name="connsiteX2" fmla="*/ 70429 w 543954"/>
                <a:gd name="connsiteY2" fmla="*/ 724033 h 755362"/>
                <a:gd name="connsiteX3" fmla="*/ 111170 w 543954"/>
                <a:gd name="connsiteY3" fmla="*/ 521518 h 755362"/>
                <a:gd name="connsiteX4" fmla="*/ 5505 w 543954"/>
                <a:gd name="connsiteY4" fmla="*/ 358316 h 755362"/>
                <a:gd name="connsiteX5" fmla="*/ 41243 w 543954"/>
                <a:gd name="connsiteY5" fmla="*/ 75511 h 755362"/>
                <a:gd name="connsiteX6" fmla="*/ 91633 w 543954"/>
                <a:gd name="connsiteY6" fmla="*/ 62764 h 755362"/>
                <a:gd name="connsiteX7" fmla="*/ 306060 w 543954"/>
                <a:gd name="connsiteY7" fmla="*/ 4154 h 755362"/>
                <a:gd name="connsiteX8" fmla="*/ 335365 w 543954"/>
                <a:gd name="connsiteY8" fmla="*/ 342 h 755362"/>
                <a:gd name="connsiteX9" fmla="*/ 536212 w 543954"/>
                <a:gd name="connsiteY9" fmla="*/ 69316 h 755362"/>
                <a:gd name="connsiteX10" fmla="*/ 513459 w 543954"/>
                <a:gd name="connsiteY10" fmla="*/ 527237 h 75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3954" h="755362">
                  <a:moveTo>
                    <a:pt x="513459" y="527237"/>
                  </a:moveTo>
                  <a:lnTo>
                    <a:pt x="543955" y="755363"/>
                  </a:lnTo>
                  <a:lnTo>
                    <a:pt x="70429" y="724033"/>
                  </a:lnTo>
                  <a:cubicBezTo>
                    <a:pt x="73407" y="792649"/>
                    <a:pt x="116293" y="557256"/>
                    <a:pt x="111170" y="521518"/>
                  </a:cubicBezTo>
                  <a:cubicBezTo>
                    <a:pt x="96994" y="477680"/>
                    <a:pt x="24685" y="411327"/>
                    <a:pt x="5505" y="358316"/>
                  </a:cubicBezTo>
                  <a:cubicBezTo>
                    <a:pt x="-14984" y="284577"/>
                    <a:pt x="27306" y="81943"/>
                    <a:pt x="41243" y="75511"/>
                  </a:cubicBezTo>
                  <a:cubicBezTo>
                    <a:pt x="58040" y="67767"/>
                    <a:pt x="78887" y="68482"/>
                    <a:pt x="91633" y="62764"/>
                  </a:cubicBezTo>
                  <a:cubicBezTo>
                    <a:pt x="141547" y="50852"/>
                    <a:pt x="255194" y="10468"/>
                    <a:pt x="306060" y="4154"/>
                  </a:cubicBezTo>
                  <a:cubicBezTo>
                    <a:pt x="315829" y="3201"/>
                    <a:pt x="325597" y="1414"/>
                    <a:pt x="335365" y="342"/>
                  </a:cubicBezTo>
                  <a:cubicBezTo>
                    <a:pt x="335365" y="342"/>
                    <a:pt x="527754" y="-8950"/>
                    <a:pt x="536212" y="69316"/>
                  </a:cubicBezTo>
                  <a:cubicBezTo>
                    <a:pt x="508277" y="220261"/>
                    <a:pt x="500617" y="374267"/>
                    <a:pt x="513459" y="527237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D17D2784-4A1A-1599-21B6-2FDDF2DFD325}"/>
                </a:ext>
              </a:extLst>
            </p:cNvPr>
            <p:cNvSpPr/>
            <p:nvPr/>
          </p:nvSpPr>
          <p:spPr>
            <a:xfrm>
              <a:off x="2247698" y="5217910"/>
              <a:ext cx="155340" cy="290548"/>
            </a:xfrm>
            <a:custGeom>
              <a:avLst/>
              <a:gdLst>
                <a:gd name="connsiteX0" fmla="*/ 155340 w 155340"/>
                <a:gd name="connsiteY0" fmla="*/ 252071 h 290548"/>
                <a:gd name="connsiteX1" fmla="*/ 54083 w 155340"/>
                <a:gd name="connsiteY1" fmla="*/ 0 h 290548"/>
                <a:gd name="connsiteX2" fmla="*/ 86009 w 155340"/>
                <a:gd name="connsiteY2" fmla="*/ 227888 h 290548"/>
                <a:gd name="connsiteX3" fmla="*/ 0 w 155340"/>
                <a:gd name="connsiteY3" fmla="*/ 290548 h 290548"/>
                <a:gd name="connsiteX4" fmla="*/ 155340 w 155340"/>
                <a:gd name="connsiteY4" fmla="*/ 252071 h 290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40" h="290548">
                  <a:moveTo>
                    <a:pt x="155340" y="252071"/>
                  </a:moveTo>
                  <a:lnTo>
                    <a:pt x="54083" y="0"/>
                  </a:lnTo>
                  <a:lnTo>
                    <a:pt x="86009" y="227888"/>
                  </a:lnTo>
                  <a:lnTo>
                    <a:pt x="0" y="290548"/>
                  </a:lnTo>
                  <a:lnTo>
                    <a:pt x="155340" y="252071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>
              <a:extLst>
                <a:ext uri="{FF2B5EF4-FFF2-40B4-BE49-F238E27FC236}">
                  <a16:creationId xmlns:a16="http://schemas.microsoft.com/office/drawing/2014/main" id="{7C594C3B-81B2-F0BE-006D-2F227FC5658D}"/>
                </a:ext>
              </a:extLst>
            </p:cNvPr>
            <p:cNvSpPr/>
            <p:nvPr/>
          </p:nvSpPr>
          <p:spPr>
            <a:xfrm>
              <a:off x="2185752" y="5563672"/>
              <a:ext cx="217285" cy="107393"/>
            </a:xfrm>
            <a:custGeom>
              <a:avLst/>
              <a:gdLst>
                <a:gd name="connsiteX0" fmla="*/ 0 w 217285"/>
                <a:gd name="connsiteY0" fmla="*/ 107393 h 107393"/>
                <a:gd name="connsiteX1" fmla="*/ 48484 w 217285"/>
                <a:gd name="connsiteY1" fmla="*/ 52953 h 107393"/>
                <a:gd name="connsiteX2" fmla="*/ 217286 w 217285"/>
                <a:gd name="connsiteY2" fmla="*/ 52953 h 107393"/>
                <a:gd name="connsiteX3" fmla="*/ 210377 w 217285"/>
                <a:gd name="connsiteY3" fmla="*/ 895 h 107393"/>
                <a:gd name="connsiteX4" fmla="*/ 13819 w 217285"/>
                <a:gd name="connsiteY4" fmla="*/ 6136 h 107393"/>
                <a:gd name="connsiteX5" fmla="*/ 0 w 217285"/>
                <a:gd name="connsiteY5" fmla="*/ 69392 h 107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285" h="107393">
                  <a:moveTo>
                    <a:pt x="0" y="107393"/>
                  </a:moveTo>
                  <a:cubicBezTo>
                    <a:pt x="6194" y="106559"/>
                    <a:pt x="48484" y="52953"/>
                    <a:pt x="48484" y="52953"/>
                  </a:cubicBezTo>
                  <a:lnTo>
                    <a:pt x="217286" y="52953"/>
                  </a:lnTo>
                  <a:lnTo>
                    <a:pt x="210377" y="895"/>
                  </a:lnTo>
                  <a:cubicBezTo>
                    <a:pt x="215142" y="-2798"/>
                    <a:pt x="13819" y="6136"/>
                    <a:pt x="13819" y="6136"/>
                  </a:cubicBezTo>
                  <a:lnTo>
                    <a:pt x="0" y="69392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8E0A958C-8D27-19F5-3564-B4372ECEFDA9}"/>
                </a:ext>
              </a:extLst>
            </p:cNvPr>
            <p:cNvSpPr/>
            <p:nvPr/>
          </p:nvSpPr>
          <p:spPr>
            <a:xfrm>
              <a:off x="2185395" y="5013059"/>
              <a:ext cx="381110" cy="586649"/>
            </a:xfrm>
            <a:custGeom>
              <a:avLst/>
              <a:gdLst>
                <a:gd name="connsiteX0" fmla="*/ 145215 w 381110"/>
                <a:gd name="connsiteY0" fmla="*/ 1384 h 586649"/>
                <a:gd name="connsiteX1" fmla="*/ 247186 w 381110"/>
                <a:gd name="connsiteY1" fmla="*/ 60947 h 586649"/>
                <a:gd name="connsiteX2" fmla="*/ 378225 w 381110"/>
                <a:gd name="connsiteY2" fmla="*/ 541739 h 586649"/>
                <a:gd name="connsiteX3" fmla="*/ 0 w 381110"/>
                <a:gd name="connsiteY3" fmla="*/ 586650 h 586649"/>
                <a:gd name="connsiteX4" fmla="*/ 0 w 381110"/>
                <a:gd name="connsiteY4" fmla="*/ 493851 h 586649"/>
                <a:gd name="connsiteX5" fmla="*/ 201085 w 381110"/>
                <a:gd name="connsiteY5" fmla="*/ 448225 h 586649"/>
                <a:gd name="connsiteX6" fmla="*/ 104950 w 381110"/>
                <a:gd name="connsiteY6" fmla="*/ 102760 h 586649"/>
                <a:gd name="connsiteX7" fmla="*/ 145215 w 381110"/>
                <a:gd name="connsiteY7" fmla="*/ 1384 h 586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110" h="586649">
                  <a:moveTo>
                    <a:pt x="145215" y="1384"/>
                  </a:moveTo>
                  <a:cubicBezTo>
                    <a:pt x="153434" y="2337"/>
                    <a:pt x="186789" y="-16604"/>
                    <a:pt x="247186" y="60947"/>
                  </a:cubicBezTo>
                  <a:cubicBezTo>
                    <a:pt x="307583" y="138498"/>
                    <a:pt x="398476" y="503381"/>
                    <a:pt x="378225" y="541739"/>
                  </a:cubicBezTo>
                  <a:cubicBezTo>
                    <a:pt x="357974" y="580098"/>
                    <a:pt x="0" y="586650"/>
                    <a:pt x="0" y="586650"/>
                  </a:cubicBezTo>
                  <a:lnTo>
                    <a:pt x="0" y="493851"/>
                  </a:lnTo>
                  <a:lnTo>
                    <a:pt x="201085" y="448225"/>
                  </a:lnTo>
                  <a:cubicBezTo>
                    <a:pt x="201085" y="448225"/>
                    <a:pt x="86962" y="173521"/>
                    <a:pt x="104950" y="102760"/>
                  </a:cubicBezTo>
                  <a:cubicBezTo>
                    <a:pt x="122938" y="31999"/>
                    <a:pt x="145215" y="1384"/>
                    <a:pt x="145215" y="1384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DFE56EAC-08FF-6B7A-67FF-5598D1BA57B5}"/>
                </a:ext>
              </a:extLst>
            </p:cNvPr>
            <p:cNvSpPr/>
            <p:nvPr/>
          </p:nvSpPr>
          <p:spPr>
            <a:xfrm>
              <a:off x="1968585" y="4993695"/>
              <a:ext cx="271607" cy="164669"/>
            </a:xfrm>
            <a:custGeom>
              <a:avLst/>
              <a:gdLst>
                <a:gd name="connsiteX0" fmla="*/ 271608 w 271607"/>
                <a:gd name="connsiteY0" fmla="*/ 853 h 164669"/>
                <a:gd name="connsiteX1" fmla="*/ 120317 w 271607"/>
                <a:gd name="connsiteY1" fmla="*/ 163103 h 164669"/>
                <a:gd name="connsiteX2" fmla="*/ 40979 w 271607"/>
                <a:gd name="connsiteY2" fmla="*/ 136776 h 164669"/>
                <a:gd name="connsiteX3" fmla="*/ 0 w 271607"/>
                <a:gd name="connsiteY3" fmla="*/ 65300 h 164669"/>
                <a:gd name="connsiteX4" fmla="*/ 271608 w 271607"/>
                <a:gd name="connsiteY4" fmla="*/ 853 h 16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607" h="164669">
                  <a:moveTo>
                    <a:pt x="271608" y="853"/>
                  </a:moveTo>
                  <a:cubicBezTo>
                    <a:pt x="257074" y="79786"/>
                    <a:pt x="198035" y="143090"/>
                    <a:pt x="120317" y="163103"/>
                  </a:cubicBezTo>
                  <a:cubicBezTo>
                    <a:pt x="93037" y="169655"/>
                    <a:pt x="62541" y="154645"/>
                    <a:pt x="40979" y="136776"/>
                  </a:cubicBezTo>
                  <a:cubicBezTo>
                    <a:pt x="19251" y="118585"/>
                    <a:pt x="4729" y="93236"/>
                    <a:pt x="0" y="65300"/>
                  </a:cubicBezTo>
                  <a:cubicBezTo>
                    <a:pt x="94705" y="27657"/>
                    <a:pt x="180476" y="-5818"/>
                    <a:pt x="271608" y="853"/>
                  </a:cubicBez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843925F4-F3B6-8340-9445-E227ECE2A318}"/>
                </a:ext>
              </a:extLst>
            </p:cNvPr>
            <p:cNvSpPr/>
            <p:nvPr/>
          </p:nvSpPr>
          <p:spPr>
            <a:xfrm>
              <a:off x="1319825" y="5069006"/>
              <a:ext cx="618263" cy="440525"/>
            </a:xfrm>
            <a:custGeom>
              <a:avLst/>
              <a:gdLst>
                <a:gd name="connsiteX0" fmla="*/ 618264 w 618263"/>
                <a:gd name="connsiteY0" fmla="*/ 116 h 440525"/>
                <a:gd name="connsiteX1" fmla="*/ 546788 w 618263"/>
                <a:gd name="connsiteY1" fmla="*/ 37640 h 440525"/>
                <a:gd name="connsiteX2" fmla="*/ 311991 w 618263"/>
                <a:gd name="connsiteY2" fmla="*/ 285184 h 440525"/>
                <a:gd name="connsiteX3" fmla="*/ 45030 w 618263"/>
                <a:gd name="connsiteY3" fmla="*/ 159149 h 440525"/>
                <a:gd name="connsiteX4" fmla="*/ 0 w 618263"/>
                <a:gd name="connsiteY4" fmla="*/ 245039 h 440525"/>
                <a:gd name="connsiteX5" fmla="*/ 325690 w 618263"/>
                <a:gd name="connsiteY5" fmla="*/ 440524 h 440525"/>
                <a:gd name="connsiteX6" fmla="*/ 595511 w 618263"/>
                <a:gd name="connsiteY6" fmla="*/ 278513 h 44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8263" h="440525">
                  <a:moveTo>
                    <a:pt x="618264" y="116"/>
                  </a:moveTo>
                  <a:cubicBezTo>
                    <a:pt x="618264" y="116"/>
                    <a:pt x="580382" y="-4054"/>
                    <a:pt x="546788" y="37640"/>
                  </a:cubicBezTo>
                  <a:cubicBezTo>
                    <a:pt x="497232" y="99586"/>
                    <a:pt x="311991" y="285184"/>
                    <a:pt x="311991" y="285184"/>
                  </a:cubicBezTo>
                  <a:lnTo>
                    <a:pt x="45030" y="159149"/>
                  </a:lnTo>
                  <a:lnTo>
                    <a:pt x="0" y="245039"/>
                  </a:lnTo>
                  <a:cubicBezTo>
                    <a:pt x="0" y="245039"/>
                    <a:pt x="257312" y="441001"/>
                    <a:pt x="325690" y="440524"/>
                  </a:cubicBezTo>
                  <a:cubicBezTo>
                    <a:pt x="436001" y="439810"/>
                    <a:pt x="595511" y="278513"/>
                    <a:pt x="595511" y="278513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90CA85D3-DEAE-F421-9E88-66F8BD03750D}"/>
                </a:ext>
              </a:extLst>
            </p:cNvPr>
            <p:cNvSpPr/>
            <p:nvPr/>
          </p:nvSpPr>
          <p:spPr>
            <a:xfrm>
              <a:off x="1307198" y="5198969"/>
              <a:ext cx="878435" cy="572638"/>
            </a:xfrm>
            <a:custGeom>
              <a:avLst/>
              <a:gdLst>
                <a:gd name="connsiteX0" fmla="*/ 842459 w 878435"/>
                <a:gd name="connsiteY0" fmla="*/ 0 h 572638"/>
                <a:gd name="connsiteX1" fmla="*/ 878435 w 878435"/>
                <a:gd name="connsiteY1" fmla="*/ 0 h 572638"/>
                <a:gd name="connsiteX2" fmla="*/ 878435 w 878435"/>
                <a:gd name="connsiteY2" fmla="*/ 572639 h 572638"/>
                <a:gd name="connsiteX3" fmla="*/ 842459 w 878435"/>
                <a:gd name="connsiteY3" fmla="*/ 572639 h 572638"/>
                <a:gd name="connsiteX4" fmla="*/ 35976 w 878435"/>
                <a:gd name="connsiteY4" fmla="*/ 572639 h 572638"/>
                <a:gd name="connsiteX5" fmla="*/ 0 w 878435"/>
                <a:gd name="connsiteY5" fmla="*/ 572639 h 572638"/>
                <a:gd name="connsiteX6" fmla="*/ 0 w 878435"/>
                <a:gd name="connsiteY6" fmla="*/ 0 h 572638"/>
                <a:gd name="connsiteX7" fmla="*/ 35976 w 878435"/>
                <a:gd name="connsiteY7" fmla="*/ 0 h 57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8435" h="572638">
                  <a:moveTo>
                    <a:pt x="842459" y="0"/>
                  </a:moveTo>
                  <a:cubicBezTo>
                    <a:pt x="862328" y="0"/>
                    <a:pt x="878435" y="0"/>
                    <a:pt x="878435" y="0"/>
                  </a:cubicBezTo>
                  <a:lnTo>
                    <a:pt x="878435" y="572639"/>
                  </a:lnTo>
                  <a:cubicBezTo>
                    <a:pt x="878435" y="572639"/>
                    <a:pt x="862328" y="572639"/>
                    <a:pt x="842459" y="572639"/>
                  </a:cubicBezTo>
                  <a:lnTo>
                    <a:pt x="35976" y="572639"/>
                  </a:lnTo>
                  <a:cubicBezTo>
                    <a:pt x="16107" y="572639"/>
                    <a:pt x="0" y="572639"/>
                    <a:pt x="0" y="572639"/>
                  </a:cubicBezTo>
                  <a:lnTo>
                    <a:pt x="0" y="0"/>
                  </a:lnTo>
                  <a:cubicBezTo>
                    <a:pt x="0" y="0"/>
                    <a:pt x="16107" y="0"/>
                    <a:pt x="35976" y="0"/>
                  </a:cubicBezTo>
                  <a:close/>
                </a:path>
              </a:pathLst>
            </a:custGeom>
            <a:solidFill>
              <a:srgbClr val="FF535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21" name="组合 320">
              <a:extLst>
                <a:ext uri="{FF2B5EF4-FFF2-40B4-BE49-F238E27FC236}">
                  <a16:creationId xmlns:a16="http://schemas.microsoft.com/office/drawing/2014/main" id="{1A196685-FDB1-9D7B-62F0-94EE0256E5A2}"/>
                </a:ext>
              </a:extLst>
            </p:cNvPr>
            <p:cNvGrpSpPr/>
            <p:nvPr/>
          </p:nvGrpSpPr>
          <p:grpSpPr>
            <a:xfrm>
              <a:off x="1307198" y="5198969"/>
              <a:ext cx="878435" cy="572638"/>
              <a:chOff x="1307198" y="5198969"/>
              <a:chExt cx="878435" cy="572638"/>
            </a:xfrm>
          </p:grpSpPr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5AC74D86-E4C1-9411-C880-3F46B28BADC2}"/>
                  </a:ext>
                </a:extLst>
              </p:cNvPr>
              <p:cNvSpPr/>
              <p:nvPr/>
            </p:nvSpPr>
            <p:spPr>
              <a:xfrm>
                <a:off x="1307198" y="5198969"/>
                <a:ext cx="878435" cy="572638"/>
              </a:xfrm>
              <a:custGeom>
                <a:avLst/>
                <a:gdLst>
                  <a:gd name="connsiteX0" fmla="*/ 842459 w 878435"/>
                  <a:gd name="connsiteY0" fmla="*/ 0 h 572638"/>
                  <a:gd name="connsiteX1" fmla="*/ 878435 w 878435"/>
                  <a:gd name="connsiteY1" fmla="*/ 0 h 572638"/>
                  <a:gd name="connsiteX2" fmla="*/ 878435 w 878435"/>
                  <a:gd name="connsiteY2" fmla="*/ 572639 h 572638"/>
                  <a:gd name="connsiteX3" fmla="*/ 842459 w 878435"/>
                  <a:gd name="connsiteY3" fmla="*/ 572639 h 572638"/>
                  <a:gd name="connsiteX4" fmla="*/ 35976 w 878435"/>
                  <a:gd name="connsiteY4" fmla="*/ 572639 h 572638"/>
                  <a:gd name="connsiteX5" fmla="*/ 0 w 878435"/>
                  <a:gd name="connsiteY5" fmla="*/ 572639 h 572638"/>
                  <a:gd name="connsiteX6" fmla="*/ 0 w 878435"/>
                  <a:gd name="connsiteY6" fmla="*/ 0 h 572638"/>
                  <a:gd name="connsiteX7" fmla="*/ 35976 w 878435"/>
                  <a:gd name="connsiteY7" fmla="*/ 0 h 57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8435" h="572638">
                    <a:moveTo>
                      <a:pt x="842459" y="0"/>
                    </a:moveTo>
                    <a:cubicBezTo>
                      <a:pt x="862328" y="0"/>
                      <a:pt x="878435" y="0"/>
                      <a:pt x="878435" y="0"/>
                    </a:cubicBezTo>
                    <a:lnTo>
                      <a:pt x="878435" y="572639"/>
                    </a:lnTo>
                    <a:cubicBezTo>
                      <a:pt x="878435" y="572639"/>
                      <a:pt x="862328" y="572639"/>
                      <a:pt x="842459" y="572639"/>
                    </a:cubicBezTo>
                    <a:lnTo>
                      <a:pt x="35976" y="572639"/>
                    </a:lnTo>
                    <a:cubicBezTo>
                      <a:pt x="16107" y="572639"/>
                      <a:pt x="0" y="572639"/>
                      <a:pt x="0" y="572639"/>
                    </a:cubicBezTo>
                    <a:lnTo>
                      <a:pt x="0" y="0"/>
                    </a:lnTo>
                    <a:cubicBezTo>
                      <a:pt x="0" y="0"/>
                      <a:pt x="16107" y="0"/>
                      <a:pt x="35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  <a:effectLst>
                <a:outerShdw blurRad="127000" dist="762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0" name="任意多边形: 形状 319">
                <a:extLst>
                  <a:ext uri="{FF2B5EF4-FFF2-40B4-BE49-F238E27FC236}">
                    <a16:creationId xmlns:a16="http://schemas.microsoft.com/office/drawing/2014/main" id="{B20AEB36-B562-CD2B-99DF-32E12185B128}"/>
                  </a:ext>
                </a:extLst>
              </p:cNvPr>
              <p:cNvSpPr/>
              <p:nvPr/>
            </p:nvSpPr>
            <p:spPr>
              <a:xfrm>
                <a:off x="1307198" y="5198969"/>
                <a:ext cx="878435" cy="572638"/>
              </a:xfrm>
              <a:custGeom>
                <a:avLst/>
                <a:gdLst>
                  <a:gd name="connsiteX0" fmla="*/ 842459 w 878435"/>
                  <a:gd name="connsiteY0" fmla="*/ 0 h 572638"/>
                  <a:gd name="connsiteX1" fmla="*/ 878435 w 878435"/>
                  <a:gd name="connsiteY1" fmla="*/ 0 h 572638"/>
                  <a:gd name="connsiteX2" fmla="*/ 878435 w 878435"/>
                  <a:gd name="connsiteY2" fmla="*/ 572639 h 572638"/>
                  <a:gd name="connsiteX3" fmla="*/ 842459 w 878435"/>
                  <a:gd name="connsiteY3" fmla="*/ 572639 h 572638"/>
                  <a:gd name="connsiteX4" fmla="*/ 35976 w 878435"/>
                  <a:gd name="connsiteY4" fmla="*/ 572639 h 572638"/>
                  <a:gd name="connsiteX5" fmla="*/ 0 w 878435"/>
                  <a:gd name="connsiteY5" fmla="*/ 572639 h 572638"/>
                  <a:gd name="connsiteX6" fmla="*/ 0 w 878435"/>
                  <a:gd name="connsiteY6" fmla="*/ 0 h 572638"/>
                  <a:gd name="connsiteX7" fmla="*/ 35976 w 878435"/>
                  <a:gd name="connsiteY7" fmla="*/ 0 h 57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8435" h="572638">
                    <a:moveTo>
                      <a:pt x="842459" y="0"/>
                    </a:moveTo>
                    <a:cubicBezTo>
                      <a:pt x="862328" y="0"/>
                      <a:pt x="878435" y="0"/>
                      <a:pt x="878435" y="0"/>
                    </a:cubicBezTo>
                    <a:lnTo>
                      <a:pt x="878435" y="572639"/>
                    </a:lnTo>
                    <a:cubicBezTo>
                      <a:pt x="878435" y="572639"/>
                      <a:pt x="862328" y="572639"/>
                      <a:pt x="842459" y="572639"/>
                    </a:cubicBezTo>
                    <a:lnTo>
                      <a:pt x="35976" y="572639"/>
                    </a:lnTo>
                    <a:cubicBezTo>
                      <a:pt x="16107" y="572639"/>
                      <a:pt x="0" y="572639"/>
                      <a:pt x="0" y="572639"/>
                    </a:cubicBezTo>
                    <a:lnTo>
                      <a:pt x="0" y="0"/>
                    </a:lnTo>
                    <a:cubicBezTo>
                      <a:pt x="0" y="0"/>
                      <a:pt x="16107" y="0"/>
                      <a:pt x="35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7" name="任意多边形: 形状 156">
              <a:extLst>
                <a:ext uri="{FF2B5EF4-FFF2-40B4-BE49-F238E27FC236}">
                  <a16:creationId xmlns:a16="http://schemas.microsoft.com/office/drawing/2014/main" id="{948F8BA8-070A-F8F6-65C9-55A6540B2038}"/>
                </a:ext>
              </a:extLst>
            </p:cNvPr>
            <p:cNvSpPr/>
            <p:nvPr/>
          </p:nvSpPr>
          <p:spPr>
            <a:xfrm>
              <a:off x="1492320" y="5289862"/>
              <a:ext cx="518793" cy="32997"/>
            </a:xfrm>
            <a:custGeom>
              <a:avLst/>
              <a:gdLst>
                <a:gd name="connsiteX0" fmla="*/ 0 w 518793"/>
                <a:gd name="connsiteY0" fmla="*/ 0 h 32997"/>
                <a:gd name="connsiteX1" fmla="*/ 518794 w 518793"/>
                <a:gd name="connsiteY1" fmla="*/ 0 h 32997"/>
                <a:gd name="connsiteX2" fmla="*/ 518794 w 518793"/>
                <a:gd name="connsiteY2" fmla="*/ 32998 h 32997"/>
                <a:gd name="connsiteX3" fmla="*/ 0 w 518793"/>
                <a:gd name="connsiteY3" fmla="*/ 32998 h 3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793" h="32997">
                  <a:moveTo>
                    <a:pt x="0" y="0"/>
                  </a:moveTo>
                  <a:lnTo>
                    <a:pt x="518794" y="0"/>
                  </a:lnTo>
                  <a:lnTo>
                    <a:pt x="518794" y="32998"/>
                  </a:lnTo>
                  <a:lnTo>
                    <a:pt x="0" y="32998"/>
                  </a:ln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>
              <a:extLst>
                <a:ext uri="{FF2B5EF4-FFF2-40B4-BE49-F238E27FC236}">
                  <a16:creationId xmlns:a16="http://schemas.microsoft.com/office/drawing/2014/main" id="{AED8D084-8042-1473-2E60-01140C6CF0C0}"/>
                </a:ext>
              </a:extLst>
            </p:cNvPr>
            <p:cNvSpPr/>
            <p:nvPr/>
          </p:nvSpPr>
          <p:spPr>
            <a:xfrm>
              <a:off x="1403928" y="5283786"/>
              <a:ext cx="45267" cy="45267"/>
            </a:xfrm>
            <a:custGeom>
              <a:avLst/>
              <a:gdLst>
                <a:gd name="connsiteX0" fmla="*/ 45268 w 45267"/>
                <a:gd name="connsiteY0" fmla="*/ 22634 h 45267"/>
                <a:gd name="connsiteX1" fmla="*/ 22634 w 45267"/>
                <a:gd name="connsiteY1" fmla="*/ 45268 h 45267"/>
                <a:gd name="connsiteX2" fmla="*/ 0 w 45267"/>
                <a:gd name="connsiteY2" fmla="*/ 22634 h 45267"/>
                <a:gd name="connsiteX3" fmla="*/ 22634 w 45267"/>
                <a:gd name="connsiteY3" fmla="*/ 0 h 45267"/>
                <a:gd name="connsiteX4" fmla="*/ 45268 w 45267"/>
                <a:gd name="connsiteY4" fmla="*/ 22634 h 4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67" h="45267">
                  <a:moveTo>
                    <a:pt x="45268" y="22634"/>
                  </a:moveTo>
                  <a:cubicBezTo>
                    <a:pt x="45268" y="35134"/>
                    <a:pt x="35134" y="45268"/>
                    <a:pt x="22634" y="45268"/>
                  </a:cubicBezTo>
                  <a:cubicBezTo>
                    <a:pt x="10133" y="45268"/>
                    <a:pt x="0" y="35134"/>
                    <a:pt x="0" y="22634"/>
                  </a:cubicBezTo>
                  <a:cubicBezTo>
                    <a:pt x="0" y="10134"/>
                    <a:pt x="10133" y="0"/>
                    <a:pt x="22634" y="0"/>
                  </a:cubicBezTo>
                  <a:cubicBezTo>
                    <a:pt x="35134" y="0"/>
                    <a:pt x="45268" y="10134"/>
                    <a:pt x="45268" y="22634"/>
                  </a:cubicBez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id="{FEC585D8-BE60-AA35-5264-5889D06C853B}"/>
                </a:ext>
              </a:extLst>
            </p:cNvPr>
            <p:cNvSpPr/>
            <p:nvPr/>
          </p:nvSpPr>
          <p:spPr>
            <a:xfrm>
              <a:off x="1428826" y="5399696"/>
              <a:ext cx="287808" cy="287808"/>
            </a:xfrm>
            <a:custGeom>
              <a:avLst/>
              <a:gdLst>
                <a:gd name="connsiteX0" fmla="*/ 0 w 287808"/>
                <a:gd name="connsiteY0" fmla="*/ 0 h 287808"/>
                <a:gd name="connsiteX1" fmla="*/ 287808 w 287808"/>
                <a:gd name="connsiteY1" fmla="*/ 0 h 287808"/>
                <a:gd name="connsiteX2" fmla="*/ 287808 w 287808"/>
                <a:gd name="connsiteY2" fmla="*/ 287809 h 287808"/>
                <a:gd name="connsiteX3" fmla="*/ 0 w 287808"/>
                <a:gd name="connsiteY3" fmla="*/ 287809 h 28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08" h="287808">
                  <a:moveTo>
                    <a:pt x="0" y="0"/>
                  </a:moveTo>
                  <a:lnTo>
                    <a:pt x="287808" y="0"/>
                  </a:lnTo>
                  <a:lnTo>
                    <a:pt x="287808" y="287809"/>
                  </a:lnTo>
                  <a:lnTo>
                    <a:pt x="0" y="287809"/>
                  </a:lnTo>
                  <a:close/>
                </a:path>
              </a:pathLst>
            </a:custGeom>
            <a:solidFill>
              <a:srgbClr val="FF535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FC7A1E7B-C42D-639E-EFC1-552B0AE2D2EE}"/>
                </a:ext>
              </a:extLst>
            </p:cNvPr>
            <p:cNvSpPr/>
            <p:nvPr/>
          </p:nvSpPr>
          <p:spPr>
            <a:xfrm>
              <a:off x="1428826" y="5399696"/>
              <a:ext cx="287808" cy="287808"/>
            </a:xfrm>
            <a:custGeom>
              <a:avLst/>
              <a:gdLst>
                <a:gd name="connsiteX0" fmla="*/ 0 w 287808"/>
                <a:gd name="connsiteY0" fmla="*/ 0 h 287808"/>
                <a:gd name="connsiteX1" fmla="*/ 287808 w 287808"/>
                <a:gd name="connsiteY1" fmla="*/ 0 h 287808"/>
                <a:gd name="connsiteX2" fmla="*/ 287808 w 287808"/>
                <a:gd name="connsiteY2" fmla="*/ 287809 h 287808"/>
                <a:gd name="connsiteX3" fmla="*/ 0 w 287808"/>
                <a:gd name="connsiteY3" fmla="*/ 287809 h 28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08" h="287808">
                  <a:moveTo>
                    <a:pt x="0" y="0"/>
                  </a:moveTo>
                  <a:lnTo>
                    <a:pt x="287808" y="0"/>
                  </a:lnTo>
                  <a:lnTo>
                    <a:pt x="287808" y="287809"/>
                  </a:lnTo>
                  <a:lnTo>
                    <a:pt x="0" y="28780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FF64D91A-D6EB-00D9-E54D-B76184DC5761}"/>
                </a:ext>
              </a:extLst>
            </p:cNvPr>
            <p:cNvSpPr/>
            <p:nvPr/>
          </p:nvSpPr>
          <p:spPr>
            <a:xfrm>
              <a:off x="1445384" y="5416135"/>
              <a:ext cx="254810" cy="254810"/>
            </a:xfrm>
            <a:custGeom>
              <a:avLst/>
              <a:gdLst>
                <a:gd name="connsiteX0" fmla="*/ 0 w 254810"/>
                <a:gd name="connsiteY0" fmla="*/ 0 h 254810"/>
                <a:gd name="connsiteX1" fmla="*/ 254811 w 254810"/>
                <a:gd name="connsiteY1" fmla="*/ 0 h 254810"/>
                <a:gd name="connsiteX2" fmla="*/ 254811 w 254810"/>
                <a:gd name="connsiteY2" fmla="*/ 254810 h 254810"/>
                <a:gd name="connsiteX3" fmla="*/ 0 w 254810"/>
                <a:gd name="connsiteY3" fmla="*/ 254810 h 25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810" h="254810">
                  <a:moveTo>
                    <a:pt x="0" y="0"/>
                  </a:moveTo>
                  <a:lnTo>
                    <a:pt x="254811" y="0"/>
                  </a:lnTo>
                  <a:lnTo>
                    <a:pt x="254811" y="254810"/>
                  </a:lnTo>
                  <a:lnTo>
                    <a:pt x="0" y="254810"/>
                  </a:lnTo>
                  <a:close/>
                </a:path>
              </a:pathLst>
            </a:custGeom>
            <a:solidFill>
              <a:srgbClr val="FF535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5D482156-2EC9-6F86-F9B3-92BDA8B042C4}"/>
                </a:ext>
              </a:extLst>
            </p:cNvPr>
            <p:cNvSpPr/>
            <p:nvPr/>
          </p:nvSpPr>
          <p:spPr>
            <a:xfrm>
              <a:off x="1445384" y="5416135"/>
              <a:ext cx="254810" cy="254810"/>
            </a:xfrm>
            <a:custGeom>
              <a:avLst/>
              <a:gdLst>
                <a:gd name="connsiteX0" fmla="*/ 0 w 254810"/>
                <a:gd name="connsiteY0" fmla="*/ 0 h 254810"/>
                <a:gd name="connsiteX1" fmla="*/ 254811 w 254810"/>
                <a:gd name="connsiteY1" fmla="*/ 0 h 254810"/>
                <a:gd name="connsiteX2" fmla="*/ 254811 w 254810"/>
                <a:gd name="connsiteY2" fmla="*/ 254810 h 254810"/>
                <a:gd name="connsiteX3" fmla="*/ 0 w 254810"/>
                <a:gd name="connsiteY3" fmla="*/ 254810 h 25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810" h="254810">
                  <a:moveTo>
                    <a:pt x="0" y="0"/>
                  </a:moveTo>
                  <a:lnTo>
                    <a:pt x="254811" y="0"/>
                  </a:lnTo>
                  <a:lnTo>
                    <a:pt x="254811" y="254810"/>
                  </a:lnTo>
                  <a:lnTo>
                    <a:pt x="0" y="25481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117FA464-A696-56F3-CA7B-F6C8E605D8E9}"/>
                </a:ext>
              </a:extLst>
            </p:cNvPr>
            <p:cNvSpPr/>
            <p:nvPr/>
          </p:nvSpPr>
          <p:spPr>
            <a:xfrm>
              <a:off x="1445265" y="5518584"/>
              <a:ext cx="254929" cy="152481"/>
            </a:xfrm>
            <a:custGeom>
              <a:avLst/>
              <a:gdLst>
                <a:gd name="connsiteX0" fmla="*/ 0 w 254929"/>
                <a:gd name="connsiteY0" fmla="*/ 152481 h 152481"/>
                <a:gd name="connsiteX1" fmla="*/ 86604 w 254929"/>
                <a:gd name="connsiteY1" fmla="*/ 37286 h 152481"/>
                <a:gd name="connsiteX2" fmla="*/ 143904 w 254929"/>
                <a:gd name="connsiteY2" fmla="*/ 76479 h 152481"/>
                <a:gd name="connsiteX3" fmla="*/ 212997 w 254929"/>
                <a:gd name="connsiteY3" fmla="*/ 0 h 152481"/>
                <a:gd name="connsiteX4" fmla="*/ 254930 w 254929"/>
                <a:gd name="connsiteY4" fmla="*/ 39192 h 152481"/>
                <a:gd name="connsiteX5" fmla="*/ 254930 w 254929"/>
                <a:gd name="connsiteY5" fmla="*/ 152481 h 152481"/>
                <a:gd name="connsiteX6" fmla="*/ 0 w 254929"/>
                <a:gd name="connsiteY6" fmla="*/ 152481 h 1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929" h="152481">
                  <a:moveTo>
                    <a:pt x="0" y="152481"/>
                  </a:moveTo>
                  <a:lnTo>
                    <a:pt x="86604" y="37286"/>
                  </a:lnTo>
                  <a:lnTo>
                    <a:pt x="143904" y="76479"/>
                  </a:lnTo>
                  <a:lnTo>
                    <a:pt x="212997" y="0"/>
                  </a:lnTo>
                  <a:lnTo>
                    <a:pt x="254930" y="39192"/>
                  </a:lnTo>
                  <a:lnTo>
                    <a:pt x="254930" y="152481"/>
                  </a:lnTo>
                  <a:lnTo>
                    <a:pt x="0" y="152481"/>
                  </a:ln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54FD925B-932A-CF2E-A07C-390037B35DC8}"/>
                </a:ext>
              </a:extLst>
            </p:cNvPr>
            <p:cNvSpPr/>
            <p:nvPr/>
          </p:nvSpPr>
          <p:spPr>
            <a:xfrm>
              <a:off x="1541161" y="5445917"/>
              <a:ext cx="63136" cy="63136"/>
            </a:xfrm>
            <a:custGeom>
              <a:avLst/>
              <a:gdLst>
                <a:gd name="connsiteX0" fmla="*/ 63137 w 63136"/>
                <a:gd name="connsiteY0" fmla="*/ 31569 h 63136"/>
                <a:gd name="connsiteX1" fmla="*/ 31569 w 63136"/>
                <a:gd name="connsiteY1" fmla="*/ 63137 h 63136"/>
                <a:gd name="connsiteX2" fmla="*/ 0 w 63136"/>
                <a:gd name="connsiteY2" fmla="*/ 31569 h 63136"/>
                <a:gd name="connsiteX3" fmla="*/ 31569 w 63136"/>
                <a:gd name="connsiteY3" fmla="*/ 0 h 63136"/>
                <a:gd name="connsiteX4" fmla="*/ 63137 w 63136"/>
                <a:gd name="connsiteY4" fmla="*/ 31569 h 6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36" h="63136">
                  <a:moveTo>
                    <a:pt x="63137" y="31569"/>
                  </a:moveTo>
                  <a:cubicBezTo>
                    <a:pt x="63137" y="49008"/>
                    <a:pt x="49009" y="63137"/>
                    <a:pt x="31569" y="63137"/>
                  </a:cubicBezTo>
                  <a:cubicBezTo>
                    <a:pt x="14128" y="63137"/>
                    <a:pt x="0" y="49008"/>
                    <a:pt x="0" y="31569"/>
                  </a:cubicBezTo>
                  <a:cubicBezTo>
                    <a:pt x="0" y="14128"/>
                    <a:pt x="14128" y="0"/>
                    <a:pt x="31569" y="0"/>
                  </a:cubicBezTo>
                  <a:cubicBezTo>
                    <a:pt x="49009" y="0"/>
                    <a:pt x="63137" y="14128"/>
                    <a:pt x="63137" y="31569"/>
                  </a:cubicBez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DA1EEC13-074F-615B-1F81-77D87C3CC599}"/>
                </a:ext>
              </a:extLst>
            </p:cNvPr>
            <p:cNvSpPr/>
            <p:nvPr/>
          </p:nvSpPr>
          <p:spPr>
            <a:xfrm>
              <a:off x="1777984" y="5510602"/>
              <a:ext cx="332123" cy="32997"/>
            </a:xfrm>
            <a:custGeom>
              <a:avLst/>
              <a:gdLst>
                <a:gd name="connsiteX0" fmla="*/ 0 w 332123"/>
                <a:gd name="connsiteY0" fmla="*/ 0 h 32997"/>
                <a:gd name="connsiteX1" fmla="*/ 332123 w 332123"/>
                <a:gd name="connsiteY1" fmla="*/ 0 h 32997"/>
                <a:gd name="connsiteX2" fmla="*/ 332123 w 332123"/>
                <a:gd name="connsiteY2" fmla="*/ 32998 h 32997"/>
                <a:gd name="connsiteX3" fmla="*/ 0 w 332123"/>
                <a:gd name="connsiteY3" fmla="*/ 32998 h 3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123" h="32997">
                  <a:moveTo>
                    <a:pt x="0" y="0"/>
                  </a:moveTo>
                  <a:lnTo>
                    <a:pt x="332123" y="0"/>
                  </a:lnTo>
                  <a:lnTo>
                    <a:pt x="332123" y="32998"/>
                  </a:lnTo>
                  <a:lnTo>
                    <a:pt x="0" y="32998"/>
                  </a:ln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4C921C55-81F5-1EBA-26EF-AFD03C07A46B}"/>
                </a:ext>
              </a:extLst>
            </p:cNvPr>
            <p:cNvSpPr/>
            <p:nvPr/>
          </p:nvSpPr>
          <p:spPr>
            <a:xfrm>
              <a:off x="1777984" y="5600066"/>
              <a:ext cx="144857" cy="32997"/>
            </a:xfrm>
            <a:custGeom>
              <a:avLst/>
              <a:gdLst>
                <a:gd name="connsiteX0" fmla="*/ 0 w 144857"/>
                <a:gd name="connsiteY0" fmla="*/ 0 h 32997"/>
                <a:gd name="connsiteX1" fmla="*/ 144857 w 144857"/>
                <a:gd name="connsiteY1" fmla="*/ 0 h 32997"/>
                <a:gd name="connsiteX2" fmla="*/ 144857 w 144857"/>
                <a:gd name="connsiteY2" fmla="*/ 32998 h 32997"/>
                <a:gd name="connsiteX3" fmla="*/ 0 w 144857"/>
                <a:gd name="connsiteY3" fmla="*/ 32998 h 3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57" h="32997">
                  <a:moveTo>
                    <a:pt x="0" y="0"/>
                  </a:moveTo>
                  <a:lnTo>
                    <a:pt x="144857" y="0"/>
                  </a:lnTo>
                  <a:lnTo>
                    <a:pt x="144857" y="32998"/>
                  </a:lnTo>
                  <a:lnTo>
                    <a:pt x="0" y="32998"/>
                  </a:ln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CCD5098D-760C-2D8B-9A99-214C2DC1F72D}"/>
                </a:ext>
              </a:extLst>
            </p:cNvPr>
            <p:cNvSpPr/>
            <p:nvPr/>
          </p:nvSpPr>
          <p:spPr>
            <a:xfrm>
              <a:off x="1777984" y="5421139"/>
              <a:ext cx="332123" cy="32997"/>
            </a:xfrm>
            <a:custGeom>
              <a:avLst/>
              <a:gdLst>
                <a:gd name="connsiteX0" fmla="*/ 0 w 332123"/>
                <a:gd name="connsiteY0" fmla="*/ 0 h 32997"/>
                <a:gd name="connsiteX1" fmla="*/ 332123 w 332123"/>
                <a:gd name="connsiteY1" fmla="*/ 0 h 32997"/>
                <a:gd name="connsiteX2" fmla="*/ 332123 w 332123"/>
                <a:gd name="connsiteY2" fmla="*/ 32998 h 32997"/>
                <a:gd name="connsiteX3" fmla="*/ 0 w 332123"/>
                <a:gd name="connsiteY3" fmla="*/ 32998 h 3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123" h="32997">
                  <a:moveTo>
                    <a:pt x="0" y="0"/>
                  </a:moveTo>
                  <a:lnTo>
                    <a:pt x="332123" y="0"/>
                  </a:lnTo>
                  <a:lnTo>
                    <a:pt x="332123" y="32998"/>
                  </a:lnTo>
                  <a:lnTo>
                    <a:pt x="0" y="32998"/>
                  </a:lnTo>
                  <a:close/>
                </a:path>
              </a:pathLst>
            </a:custGeom>
            <a:solidFill>
              <a:srgbClr val="263238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A1CF10D0-93FA-0FF5-18D4-DBCAAEA51D24}"/>
                </a:ext>
              </a:extLst>
            </p:cNvPr>
            <p:cNvSpPr/>
            <p:nvPr/>
          </p:nvSpPr>
          <p:spPr>
            <a:xfrm>
              <a:off x="2084733" y="5470099"/>
              <a:ext cx="129496" cy="177199"/>
            </a:xfrm>
            <a:custGeom>
              <a:avLst/>
              <a:gdLst>
                <a:gd name="connsiteX0" fmla="*/ 100066 w 129496"/>
                <a:gd name="connsiteY0" fmla="*/ 51463 h 177199"/>
                <a:gd name="connsiteX1" fmla="*/ 10364 w 129496"/>
                <a:gd name="connsiteY1" fmla="*/ 88630 h 177199"/>
                <a:gd name="connsiteX2" fmla="*/ 28471 w 129496"/>
                <a:gd name="connsiteY2" fmla="*/ 103640 h 177199"/>
                <a:gd name="connsiteX3" fmla="*/ 0 w 129496"/>
                <a:gd name="connsiteY3" fmla="*/ 118888 h 177199"/>
                <a:gd name="connsiteX4" fmla="*/ 26446 w 129496"/>
                <a:gd name="connsiteY4" fmla="*/ 131992 h 177199"/>
                <a:gd name="connsiteX5" fmla="*/ 4050 w 129496"/>
                <a:gd name="connsiteY5" fmla="*/ 146287 h 177199"/>
                <a:gd name="connsiteX6" fmla="*/ 35023 w 129496"/>
                <a:gd name="connsiteY6" fmla="*/ 158200 h 177199"/>
                <a:gd name="connsiteX7" fmla="*/ 23944 w 129496"/>
                <a:gd name="connsiteY7" fmla="*/ 171065 h 177199"/>
                <a:gd name="connsiteX8" fmla="*/ 112217 w 129496"/>
                <a:gd name="connsiteY8" fmla="*/ 168683 h 177199"/>
                <a:gd name="connsiteX9" fmla="*/ 127584 w 129496"/>
                <a:gd name="connsiteY9" fmla="*/ 55394 h 177199"/>
                <a:gd name="connsiteX10" fmla="*/ 99470 w 129496"/>
                <a:gd name="connsiteY10" fmla="*/ 0 h 177199"/>
                <a:gd name="connsiteX11" fmla="*/ 100066 w 129496"/>
                <a:gd name="connsiteY11" fmla="*/ 51582 h 17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96" h="177199">
                  <a:moveTo>
                    <a:pt x="100066" y="51463"/>
                  </a:moveTo>
                  <a:cubicBezTo>
                    <a:pt x="100066" y="51463"/>
                    <a:pt x="17988" y="72310"/>
                    <a:pt x="10364" y="88630"/>
                  </a:cubicBezTo>
                  <a:cubicBezTo>
                    <a:pt x="2740" y="104950"/>
                    <a:pt x="28471" y="103640"/>
                    <a:pt x="28471" y="103640"/>
                  </a:cubicBezTo>
                  <a:cubicBezTo>
                    <a:pt x="28471" y="103640"/>
                    <a:pt x="238" y="106737"/>
                    <a:pt x="0" y="118888"/>
                  </a:cubicBezTo>
                  <a:cubicBezTo>
                    <a:pt x="0" y="133421"/>
                    <a:pt x="26446" y="131992"/>
                    <a:pt x="26446" y="131992"/>
                  </a:cubicBezTo>
                  <a:cubicBezTo>
                    <a:pt x="26446" y="131992"/>
                    <a:pt x="3574" y="135565"/>
                    <a:pt x="4050" y="146287"/>
                  </a:cubicBezTo>
                  <a:cubicBezTo>
                    <a:pt x="4527" y="157008"/>
                    <a:pt x="35023" y="158200"/>
                    <a:pt x="35023" y="158200"/>
                  </a:cubicBezTo>
                  <a:cubicBezTo>
                    <a:pt x="35023" y="158200"/>
                    <a:pt x="19418" y="163679"/>
                    <a:pt x="23944" y="171065"/>
                  </a:cubicBezTo>
                  <a:cubicBezTo>
                    <a:pt x="28471" y="178451"/>
                    <a:pt x="93157" y="180833"/>
                    <a:pt x="112217" y="168683"/>
                  </a:cubicBezTo>
                  <a:cubicBezTo>
                    <a:pt x="131277" y="156532"/>
                    <a:pt x="131277" y="73382"/>
                    <a:pt x="127584" y="55394"/>
                  </a:cubicBezTo>
                  <a:cubicBezTo>
                    <a:pt x="123891" y="37406"/>
                    <a:pt x="122223" y="27518"/>
                    <a:pt x="99470" y="0"/>
                  </a:cubicBezTo>
                  <a:lnTo>
                    <a:pt x="100066" y="51582"/>
                  </a:ln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3992A35B-5865-ABAB-F885-6F59CC026131}"/>
                </a:ext>
              </a:extLst>
            </p:cNvPr>
            <p:cNvSpPr/>
            <p:nvPr/>
          </p:nvSpPr>
          <p:spPr>
            <a:xfrm>
              <a:off x="2111862" y="5564797"/>
              <a:ext cx="51256" cy="10376"/>
            </a:xfrm>
            <a:custGeom>
              <a:avLst/>
              <a:gdLst>
                <a:gd name="connsiteX0" fmla="*/ 1342 w 51256"/>
                <a:gd name="connsiteY0" fmla="*/ 10371 h 10376"/>
                <a:gd name="connsiteX1" fmla="*/ 1342 w 51256"/>
                <a:gd name="connsiteY1" fmla="*/ 10371 h 10376"/>
                <a:gd name="connsiteX2" fmla="*/ 50184 w 51256"/>
                <a:gd name="connsiteY2" fmla="*/ 2628 h 10376"/>
                <a:gd name="connsiteX3" fmla="*/ 51256 w 51256"/>
                <a:gd name="connsiteY3" fmla="*/ 1080 h 10376"/>
                <a:gd name="connsiteX4" fmla="*/ 49827 w 51256"/>
                <a:gd name="connsiteY4" fmla="*/ 7 h 10376"/>
                <a:gd name="connsiteX5" fmla="*/ 985 w 51256"/>
                <a:gd name="connsiteY5" fmla="*/ 7751 h 10376"/>
                <a:gd name="connsiteX6" fmla="*/ 32 w 51256"/>
                <a:gd name="connsiteY6" fmla="*/ 9299 h 10376"/>
                <a:gd name="connsiteX7" fmla="*/ 1330 w 51256"/>
                <a:gd name="connsiteY7" fmla="*/ 10371 h 10376"/>
                <a:gd name="connsiteX8" fmla="*/ 1342 w 51256"/>
                <a:gd name="connsiteY8" fmla="*/ 10371 h 1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256" h="10376">
                  <a:moveTo>
                    <a:pt x="1342" y="10371"/>
                  </a:moveTo>
                  <a:lnTo>
                    <a:pt x="1342" y="10371"/>
                  </a:lnTo>
                  <a:lnTo>
                    <a:pt x="50184" y="2628"/>
                  </a:lnTo>
                  <a:cubicBezTo>
                    <a:pt x="50899" y="2628"/>
                    <a:pt x="51256" y="1913"/>
                    <a:pt x="51256" y="1080"/>
                  </a:cubicBezTo>
                  <a:cubicBezTo>
                    <a:pt x="51137" y="400"/>
                    <a:pt x="50505" y="-64"/>
                    <a:pt x="49827" y="7"/>
                  </a:cubicBezTo>
                  <a:lnTo>
                    <a:pt x="985" y="7751"/>
                  </a:lnTo>
                  <a:cubicBezTo>
                    <a:pt x="306" y="7929"/>
                    <a:pt x="-123" y="8608"/>
                    <a:pt x="32" y="9299"/>
                  </a:cubicBezTo>
                  <a:cubicBezTo>
                    <a:pt x="91" y="9954"/>
                    <a:pt x="675" y="10431"/>
                    <a:pt x="1330" y="10371"/>
                  </a:cubicBezTo>
                  <a:cubicBezTo>
                    <a:pt x="1330" y="10371"/>
                    <a:pt x="1342" y="10371"/>
                    <a:pt x="1342" y="103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F3C3E687-3ED0-E1DF-9274-9BB16950FCF2}"/>
                </a:ext>
              </a:extLst>
            </p:cNvPr>
            <p:cNvSpPr/>
            <p:nvPr/>
          </p:nvSpPr>
          <p:spPr>
            <a:xfrm>
              <a:off x="2111408" y="5596969"/>
              <a:ext cx="50043" cy="6448"/>
            </a:xfrm>
            <a:custGeom>
              <a:avLst/>
              <a:gdLst>
                <a:gd name="connsiteX0" fmla="*/ 1320 w 50043"/>
                <a:gd name="connsiteY0" fmla="*/ 6433 h 6448"/>
                <a:gd name="connsiteX1" fmla="*/ 1320 w 50043"/>
                <a:gd name="connsiteY1" fmla="*/ 6433 h 6448"/>
                <a:gd name="connsiteX2" fmla="*/ 48970 w 50043"/>
                <a:gd name="connsiteY2" fmla="*/ 2740 h 6448"/>
                <a:gd name="connsiteX3" fmla="*/ 50042 w 50043"/>
                <a:gd name="connsiteY3" fmla="*/ 1310 h 6448"/>
                <a:gd name="connsiteX4" fmla="*/ 48732 w 50043"/>
                <a:gd name="connsiteY4" fmla="*/ 0 h 6448"/>
                <a:gd name="connsiteX5" fmla="*/ 1082 w 50043"/>
                <a:gd name="connsiteY5" fmla="*/ 3693 h 6448"/>
                <a:gd name="connsiteX6" fmla="*/ 10 w 50043"/>
                <a:gd name="connsiteY6" fmla="*/ 5242 h 6448"/>
                <a:gd name="connsiteX7" fmla="*/ 1320 w 50043"/>
                <a:gd name="connsiteY7" fmla="*/ 6433 h 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043" h="6448">
                  <a:moveTo>
                    <a:pt x="1320" y="6433"/>
                  </a:moveTo>
                  <a:lnTo>
                    <a:pt x="1320" y="6433"/>
                  </a:lnTo>
                  <a:lnTo>
                    <a:pt x="48970" y="2740"/>
                  </a:lnTo>
                  <a:cubicBezTo>
                    <a:pt x="49614" y="2573"/>
                    <a:pt x="50066" y="1977"/>
                    <a:pt x="50042" y="1310"/>
                  </a:cubicBezTo>
                  <a:cubicBezTo>
                    <a:pt x="50042" y="477"/>
                    <a:pt x="50042" y="119"/>
                    <a:pt x="48732" y="0"/>
                  </a:cubicBezTo>
                  <a:lnTo>
                    <a:pt x="1082" y="3693"/>
                  </a:lnTo>
                  <a:cubicBezTo>
                    <a:pt x="391" y="3871"/>
                    <a:pt x="-74" y="4527"/>
                    <a:pt x="10" y="5242"/>
                  </a:cubicBezTo>
                  <a:cubicBezTo>
                    <a:pt x="129" y="5956"/>
                    <a:pt x="605" y="6552"/>
                    <a:pt x="1320" y="643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7023CCA1-5124-40B5-B09F-2D4BD6E18379}"/>
                </a:ext>
              </a:extLst>
            </p:cNvPr>
            <p:cNvSpPr/>
            <p:nvPr/>
          </p:nvSpPr>
          <p:spPr>
            <a:xfrm>
              <a:off x="2120206" y="5624963"/>
              <a:ext cx="38151" cy="4526"/>
            </a:xfrm>
            <a:custGeom>
              <a:avLst/>
              <a:gdLst>
                <a:gd name="connsiteX0" fmla="*/ 1219 w 38151"/>
                <a:gd name="connsiteY0" fmla="*/ 4526 h 4526"/>
                <a:gd name="connsiteX1" fmla="*/ 36956 w 38151"/>
                <a:gd name="connsiteY1" fmla="*/ 2740 h 4526"/>
                <a:gd name="connsiteX2" fmla="*/ 38147 w 38151"/>
                <a:gd name="connsiteY2" fmla="*/ 1322 h 4526"/>
                <a:gd name="connsiteX3" fmla="*/ 38147 w 38151"/>
                <a:gd name="connsiteY3" fmla="*/ 1310 h 4526"/>
                <a:gd name="connsiteX4" fmla="*/ 36837 w 38151"/>
                <a:gd name="connsiteY4" fmla="*/ 0 h 4526"/>
                <a:gd name="connsiteX5" fmla="*/ 1099 w 38151"/>
                <a:gd name="connsiteY5" fmla="*/ 1787 h 4526"/>
                <a:gd name="connsiteX6" fmla="*/ 3 w 38151"/>
                <a:gd name="connsiteY6" fmla="*/ 3073 h 4526"/>
                <a:gd name="connsiteX7" fmla="*/ 27 w 38151"/>
                <a:gd name="connsiteY7" fmla="*/ 3216 h 4526"/>
                <a:gd name="connsiteX8" fmla="*/ 1219 w 38151"/>
                <a:gd name="connsiteY8" fmla="*/ 4526 h 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51" h="4526">
                  <a:moveTo>
                    <a:pt x="1219" y="4526"/>
                  </a:moveTo>
                  <a:lnTo>
                    <a:pt x="36956" y="2740"/>
                  </a:lnTo>
                  <a:cubicBezTo>
                    <a:pt x="37683" y="2680"/>
                    <a:pt x="38207" y="2037"/>
                    <a:pt x="38147" y="1322"/>
                  </a:cubicBezTo>
                  <a:cubicBezTo>
                    <a:pt x="38147" y="1322"/>
                    <a:pt x="38147" y="1310"/>
                    <a:pt x="38147" y="1310"/>
                  </a:cubicBezTo>
                  <a:cubicBezTo>
                    <a:pt x="38088" y="607"/>
                    <a:pt x="37540" y="59"/>
                    <a:pt x="36837" y="0"/>
                  </a:cubicBezTo>
                  <a:lnTo>
                    <a:pt x="1099" y="1787"/>
                  </a:lnTo>
                  <a:cubicBezTo>
                    <a:pt x="444" y="1834"/>
                    <a:pt x="-44" y="2418"/>
                    <a:pt x="3" y="3073"/>
                  </a:cubicBezTo>
                  <a:cubicBezTo>
                    <a:pt x="15" y="3121"/>
                    <a:pt x="15" y="3169"/>
                    <a:pt x="27" y="3216"/>
                  </a:cubicBezTo>
                  <a:cubicBezTo>
                    <a:pt x="27" y="3895"/>
                    <a:pt x="539" y="4467"/>
                    <a:pt x="1219" y="452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1F18F78A-B040-644A-FD9E-C4CF626CF646}"/>
                </a:ext>
              </a:extLst>
            </p:cNvPr>
            <p:cNvSpPr/>
            <p:nvPr/>
          </p:nvSpPr>
          <p:spPr>
            <a:xfrm>
              <a:off x="1268429" y="5430192"/>
              <a:ext cx="129548" cy="177199"/>
            </a:xfrm>
            <a:custGeom>
              <a:avLst/>
              <a:gdLst>
                <a:gd name="connsiteX0" fmla="*/ 29483 w 129548"/>
                <a:gd name="connsiteY0" fmla="*/ 51462 h 177199"/>
                <a:gd name="connsiteX1" fmla="*/ 119185 w 129548"/>
                <a:gd name="connsiteY1" fmla="*/ 88630 h 177199"/>
                <a:gd name="connsiteX2" fmla="*/ 101078 w 129548"/>
                <a:gd name="connsiteY2" fmla="*/ 103640 h 177199"/>
                <a:gd name="connsiteX3" fmla="*/ 129549 w 129548"/>
                <a:gd name="connsiteY3" fmla="*/ 118888 h 177199"/>
                <a:gd name="connsiteX4" fmla="*/ 102984 w 129548"/>
                <a:gd name="connsiteY4" fmla="*/ 131992 h 177199"/>
                <a:gd name="connsiteX5" fmla="*/ 125380 w 129548"/>
                <a:gd name="connsiteY5" fmla="*/ 146287 h 177199"/>
                <a:gd name="connsiteX6" fmla="*/ 94526 w 129548"/>
                <a:gd name="connsiteY6" fmla="*/ 158199 h 177199"/>
                <a:gd name="connsiteX7" fmla="*/ 105605 w 129548"/>
                <a:gd name="connsiteY7" fmla="*/ 171065 h 177199"/>
                <a:gd name="connsiteX8" fmla="*/ 17332 w 129548"/>
                <a:gd name="connsiteY8" fmla="*/ 168682 h 177199"/>
                <a:gd name="connsiteX9" fmla="*/ 1965 w 129548"/>
                <a:gd name="connsiteY9" fmla="*/ 55394 h 177199"/>
                <a:gd name="connsiteX10" fmla="*/ 30079 w 129548"/>
                <a:gd name="connsiteY10" fmla="*/ 0 h 177199"/>
                <a:gd name="connsiteX11" fmla="*/ 29483 w 129548"/>
                <a:gd name="connsiteY11" fmla="*/ 51582 h 17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548" h="177199">
                  <a:moveTo>
                    <a:pt x="29483" y="51462"/>
                  </a:moveTo>
                  <a:cubicBezTo>
                    <a:pt x="29483" y="51462"/>
                    <a:pt x="111561" y="72309"/>
                    <a:pt x="119185" y="88630"/>
                  </a:cubicBezTo>
                  <a:cubicBezTo>
                    <a:pt x="126809" y="104950"/>
                    <a:pt x="101078" y="103640"/>
                    <a:pt x="101078" y="103640"/>
                  </a:cubicBezTo>
                  <a:cubicBezTo>
                    <a:pt x="101078" y="103640"/>
                    <a:pt x="129192" y="106737"/>
                    <a:pt x="129549" y="118888"/>
                  </a:cubicBezTo>
                  <a:cubicBezTo>
                    <a:pt x="129549" y="133421"/>
                    <a:pt x="102984" y="131992"/>
                    <a:pt x="102984" y="131992"/>
                  </a:cubicBezTo>
                  <a:cubicBezTo>
                    <a:pt x="102984" y="131992"/>
                    <a:pt x="125856" y="135565"/>
                    <a:pt x="125380" y="146287"/>
                  </a:cubicBezTo>
                  <a:cubicBezTo>
                    <a:pt x="124903" y="157008"/>
                    <a:pt x="94526" y="158199"/>
                    <a:pt x="94526" y="158199"/>
                  </a:cubicBezTo>
                  <a:cubicBezTo>
                    <a:pt x="94526" y="158199"/>
                    <a:pt x="110132" y="163679"/>
                    <a:pt x="105605" y="171065"/>
                  </a:cubicBezTo>
                  <a:cubicBezTo>
                    <a:pt x="101078" y="178451"/>
                    <a:pt x="36393" y="180833"/>
                    <a:pt x="17332" y="168682"/>
                  </a:cubicBezTo>
                  <a:cubicBezTo>
                    <a:pt x="-1728" y="156532"/>
                    <a:pt x="-1847" y="73381"/>
                    <a:pt x="1965" y="55394"/>
                  </a:cubicBezTo>
                  <a:cubicBezTo>
                    <a:pt x="5777" y="37406"/>
                    <a:pt x="7326" y="27518"/>
                    <a:pt x="30079" y="0"/>
                  </a:cubicBezTo>
                  <a:lnTo>
                    <a:pt x="29483" y="51582"/>
                  </a:lnTo>
                  <a:close/>
                </a:path>
              </a:pathLst>
            </a:custGeom>
            <a:solidFill>
              <a:srgbClr val="E1BFB9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>
              <a:extLst>
                <a:ext uri="{FF2B5EF4-FFF2-40B4-BE49-F238E27FC236}">
                  <a16:creationId xmlns:a16="http://schemas.microsoft.com/office/drawing/2014/main" id="{15BB62B1-9A9A-6528-58D8-831FE668440B}"/>
                </a:ext>
              </a:extLst>
            </p:cNvPr>
            <p:cNvSpPr/>
            <p:nvPr/>
          </p:nvSpPr>
          <p:spPr>
            <a:xfrm>
              <a:off x="1319561" y="5525374"/>
              <a:ext cx="51285" cy="10484"/>
            </a:xfrm>
            <a:custGeom>
              <a:avLst/>
              <a:gdLst>
                <a:gd name="connsiteX0" fmla="*/ 49826 w 51285"/>
                <a:gd name="connsiteY0" fmla="*/ 10483 h 10484"/>
                <a:gd name="connsiteX1" fmla="*/ 49826 w 51285"/>
                <a:gd name="connsiteY1" fmla="*/ 10483 h 10484"/>
                <a:gd name="connsiteX2" fmla="*/ 984 w 51285"/>
                <a:gd name="connsiteY2" fmla="*/ 2740 h 10484"/>
                <a:gd name="connsiteX3" fmla="*/ 32 w 51285"/>
                <a:gd name="connsiteY3" fmla="*/ 1191 h 10484"/>
                <a:gd name="connsiteX4" fmla="*/ 1342 w 51285"/>
                <a:gd name="connsiteY4" fmla="*/ 0 h 10484"/>
                <a:gd name="connsiteX5" fmla="*/ 50184 w 51285"/>
                <a:gd name="connsiteY5" fmla="*/ 7862 h 10484"/>
                <a:gd name="connsiteX6" fmla="*/ 51268 w 51285"/>
                <a:gd name="connsiteY6" fmla="*/ 9363 h 10484"/>
                <a:gd name="connsiteX7" fmla="*/ 51256 w 51285"/>
                <a:gd name="connsiteY7" fmla="*/ 9411 h 10484"/>
                <a:gd name="connsiteX8" fmla="*/ 49826 w 51285"/>
                <a:gd name="connsiteY8" fmla="*/ 10483 h 1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285" h="10484">
                  <a:moveTo>
                    <a:pt x="49826" y="10483"/>
                  </a:moveTo>
                  <a:lnTo>
                    <a:pt x="49826" y="10483"/>
                  </a:lnTo>
                  <a:lnTo>
                    <a:pt x="984" y="2740"/>
                  </a:lnTo>
                  <a:cubicBezTo>
                    <a:pt x="306" y="2561"/>
                    <a:pt x="-123" y="1882"/>
                    <a:pt x="32" y="1191"/>
                  </a:cubicBezTo>
                  <a:cubicBezTo>
                    <a:pt x="139" y="536"/>
                    <a:pt x="687" y="48"/>
                    <a:pt x="1342" y="0"/>
                  </a:cubicBezTo>
                  <a:lnTo>
                    <a:pt x="50184" y="7862"/>
                  </a:lnTo>
                  <a:cubicBezTo>
                    <a:pt x="50898" y="7981"/>
                    <a:pt x="51387" y="8649"/>
                    <a:pt x="51268" y="9363"/>
                  </a:cubicBezTo>
                  <a:cubicBezTo>
                    <a:pt x="51256" y="9387"/>
                    <a:pt x="51256" y="9399"/>
                    <a:pt x="51256" y="9411"/>
                  </a:cubicBezTo>
                  <a:cubicBezTo>
                    <a:pt x="51089" y="10054"/>
                    <a:pt x="50493" y="10507"/>
                    <a:pt x="49826" y="1048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9555686B-CFD2-C19F-A1A4-89260A6670E2}"/>
                </a:ext>
              </a:extLst>
            </p:cNvPr>
            <p:cNvSpPr/>
            <p:nvPr/>
          </p:nvSpPr>
          <p:spPr>
            <a:xfrm>
              <a:off x="1321309" y="5557062"/>
              <a:ext cx="49776" cy="6432"/>
            </a:xfrm>
            <a:custGeom>
              <a:avLst/>
              <a:gdLst>
                <a:gd name="connsiteX0" fmla="*/ 48675 w 49776"/>
                <a:gd name="connsiteY0" fmla="*/ 6433 h 6432"/>
                <a:gd name="connsiteX1" fmla="*/ 48675 w 49776"/>
                <a:gd name="connsiteY1" fmla="*/ 6433 h 6432"/>
                <a:gd name="connsiteX2" fmla="*/ 1025 w 49776"/>
                <a:gd name="connsiteY2" fmla="*/ 2740 h 6432"/>
                <a:gd name="connsiteX3" fmla="*/ 59 w 49776"/>
                <a:gd name="connsiteY3" fmla="*/ 965 h 6432"/>
                <a:gd name="connsiteX4" fmla="*/ 1025 w 49776"/>
                <a:gd name="connsiteY4" fmla="*/ 0 h 6432"/>
                <a:gd name="connsiteX5" fmla="*/ 48675 w 49776"/>
                <a:gd name="connsiteY5" fmla="*/ 3693 h 6432"/>
                <a:gd name="connsiteX6" fmla="*/ 49759 w 49776"/>
                <a:gd name="connsiteY6" fmla="*/ 5194 h 6432"/>
                <a:gd name="connsiteX7" fmla="*/ 49747 w 49776"/>
                <a:gd name="connsiteY7" fmla="*/ 5242 h 6432"/>
                <a:gd name="connsiteX8" fmla="*/ 48675 w 49776"/>
                <a:gd name="connsiteY8" fmla="*/ 6433 h 6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776" h="6432">
                  <a:moveTo>
                    <a:pt x="48675" y="6433"/>
                  </a:moveTo>
                  <a:lnTo>
                    <a:pt x="48675" y="6433"/>
                  </a:lnTo>
                  <a:lnTo>
                    <a:pt x="1025" y="2740"/>
                  </a:lnTo>
                  <a:cubicBezTo>
                    <a:pt x="274" y="2514"/>
                    <a:pt x="-167" y="1715"/>
                    <a:pt x="59" y="965"/>
                  </a:cubicBezTo>
                  <a:cubicBezTo>
                    <a:pt x="203" y="500"/>
                    <a:pt x="560" y="143"/>
                    <a:pt x="1025" y="0"/>
                  </a:cubicBezTo>
                  <a:lnTo>
                    <a:pt x="48675" y="3693"/>
                  </a:lnTo>
                  <a:cubicBezTo>
                    <a:pt x="49390" y="3812"/>
                    <a:pt x="49878" y="4479"/>
                    <a:pt x="49759" y="5194"/>
                  </a:cubicBezTo>
                  <a:cubicBezTo>
                    <a:pt x="49747" y="5218"/>
                    <a:pt x="49747" y="5230"/>
                    <a:pt x="49747" y="5242"/>
                  </a:cubicBezTo>
                  <a:cubicBezTo>
                    <a:pt x="49747" y="5861"/>
                    <a:pt x="49282" y="6373"/>
                    <a:pt x="48675" y="643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>
              <a:extLst>
                <a:ext uri="{FF2B5EF4-FFF2-40B4-BE49-F238E27FC236}">
                  <a16:creationId xmlns:a16="http://schemas.microsoft.com/office/drawing/2014/main" id="{1A69F371-2C0B-F80A-91B8-946725604004}"/>
                </a:ext>
              </a:extLst>
            </p:cNvPr>
            <p:cNvSpPr/>
            <p:nvPr/>
          </p:nvSpPr>
          <p:spPr>
            <a:xfrm>
              <a:off x="1324358" y="5585056"/>
              <a:ext cx="38073" cy="4526"/>
            </a:xfrm>
            <a:custGeom>
              <a:avLst/>
              <a:gdLst>
                <a:gd name="connsiteX0" fmla="*/ 36810 w 38073"/>
                <a:gd name="connsiteY0" fmla="*/ 4527 h 4526"/>
                <a:gd name="connsiteX1" fmla="*/ 1072 w 38073"/>
                <a:gd name="connsiteY1" fmla="*/ 2740 h 4526"/>
                <a:gd name="connsiteX2" fmla="*/ 0 w 38073"/>
                <a:gd name="connsiteY2" fmla="*/ 1310 h 4526"/>
                <a:gd name="connsiteX3" fmla="*/ 1311 w 38073"/>
                <a:gd name="connsiteY3" fmla="*/ 0 h 4526"/>
                <a:gd name="connsiteX4" fmla="*/ 37048 w 38073"/>
                <a:gd name="connsiteY4" fmla="*/ 1787 h 4526"/>
                <a:gd name="connsiteX5" fmla="*/ 38013 w 38073"/>
                <a:gd name="connsiteY5" fmla="*/ 3562 h 4526"/>
                <a:gd name="connsiteX6" fmla="*/ 37048 w 38073"/>
                <a:gd name="connsiteY6" fmla="*/ 4527 h 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73" h="4526">
                  <a:moveTo>
                    <a:pt x="36810" y="4527"/>
                  </a:moveTo>
                  <a:lnTo>
                    <a:pt x="1072" y="2740"/>
                  </a:lnTo>
                  <a:cubicBezTo>
                    <a:pt x="1072" y="2740"/>
                    <a:pt x="0" y="2025"/>
                    <a:pt x="0" y="1310"/>
                  </a:cubicBezTo>
                  <a:cubicBezTo>
                    <a:pt x="0" y="584"/>
                    <a:pt x="584" y="0"/>
                    <a:pt x="1311" y="0"/>
                  </a:cubicBezTo>
                  <a:lnTo>
                    <a:pt x="37048" y="1787"/>
                  </a:lnTo>
                  <a:cubicBezTo>
                    <a:pt x="37811" y="2013"/>
                    <a:pt x="38239" y="2811"/>
                    <a:pt x="38013" y="3562"/>
                  </a:cubicBezTo>
                  <a:cubicBezTo>
                    <a:pt x="37870" y="4026"/>
                    <a:pt x="37513" y="4384"/>
                    <a:pt x="37048" y="452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24" name="图形 9">
            <a:extLst>
              <a:ext uri="{FF2B5EF4-FFF2-40B4-BE49-F238E27FC236}">
                <a16:creationId xmlns:a16="http://schemas.microsoft.com/office/drawing/2014/main" id="{FA69F829-6003-5D00-D235-AD9EC4CD1D5D}"/>
              </a:ext>
            </a:extLst>
          </p:cNvPr>
          <p:cNvGrpSpPr/>
          <p:nvPr/>
        </p:nvGrpSpPr>
        <p:grpSpPr>
          <a:xfrm>
            <a:off x="1673591" y="4702585"/>
            <a:ext cx="329375" cy="261690"/>
            <a:chOff x="10913812" y="1625914"/>
            <a:chExt cx="537139" cy="426760"/>
          </a:xfrm>
        </p:grpSpPr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2D63B548-3AF9-2FC7-B6E9-DC70AC2C3A08}"/>
                </a:ext>
              </a:extLst>
            </p:cNvPr>
            <p:cNvSpPr/>
            <p:nvPr/>
          </p:nvSpPr>
          <p:spPr>
            <a:xfrm>
              <a:off x="10913812" y="1625914"/>
              <a:ext cx="537139" cy="426760"/>
            </a:xfrm>
            <a:custGeom>
              <a:avLst/>
              <a:gdLst>
                <a:gd name="connsiteX0" fmla="*/ 407888 w 537139"/>
                <a:gd name="connsiteY0" fmla="*/ 0 h 486272"/>
                <a:gd name="connsiteX1" fmla="*/ 129252 w 537139"/>
                <a:gd name="connsiteY1" fmla="*/ 0 h 486272"/>
                <a:gd name="connsiteX2" fmla="*/ 0 w 537139"/>
                <a:gd name="connsiteY2" fmla="*/ 129371 h 486272"/>
                <a:gd name="connsiteX3" fmla="*/ 0 w 537139"/>
                <a:gd name="connsiteY3" fmla="*/ 285426 h 486272"/>
                <a:gd name="connsiteX4" fmla="*/ 129252 w 537139"/>
                <a:gd name="connsiteY4" fmla="*/ 414797 h 486272"/>
                <a:gd name="connsiteX5" fmla="*/ 192627 w 537139"/>
                <a:gd name="connsiteY5" fmla="*/ 414797 h 486272"/>
                <a:gd name="connsiteX6" fmla="*/ 202753 w 537139"/>
                <a:gd name="connsiteY6" fmla="*/ 486272 h 486272"/>
                <a:gd name="connsiteX7" fmla="*/ 279589 w 537139"/>
                <a:gd name="connsiteY7" fmla="*/ 414797 h 486272"/>
                <a:gd name="connsiteX8" fmla="*/ 407888 w 537139"/>
                <a:gd name="connsiteY8" fmla="*/ 414797 h 486272"/>
                <a:gd name="connsiteX9" fmla="*/ 537139 w 537139"/>
                <a:gd name="connsiteY9" fmla="*/ 285426 h 486272"/>
                <a:gd name="connsiteX10" fmla="*/ 537139 w 537139"/>
                <a:gd name="connsiteY10" fmla="*/ 129371 h 486272"/>
                <a:gd name="connsiteX11" fmla="*/ 407888 w 537139"/>
                <a:gd name="connsiteY11" fmla="*/ 0 h 486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7139" h="486272">
                  <a:moveTo>
                    <a:pt x="407888" y="0"/>
                  </a:moveTo>
                  <a:lnTo>
                    <a:pt x="129252" y="0"/>
                  </a:lnTo>
                  <a:cubicBezTo>
                    <a:pt x="57848" y="72"/>
                    <a:pt x="0" y="57967"/>
                    <a:pt x="0" y="129371"/>
                  </a:cubicBezTo>
                  <a:lnTo>
                    <a:pt x="0" y="285426"/>
                  </a:lnTo>
                  <a:cubicBezTo>
                    <a:pt x="0" y="356830"/>
                    <a:pt x="57848" y="414725"/>
                    <a:pt x="129252" y="414797"/>
                  </a:cubicBezTo>
                  <a:lnTo>
                    <a:pt x="192627" y="414797"/>
                  </a:lnTo>
                  <a:lnTo>
                    <a:pt x="202753" y="486272"/>
                  </a:lnTo>
                  <a:lnTo>
                    <a:pt x="279589" y="414797"/>
                  </a:lnTo>
                  <a:lnTo>
                    <a:pt x="407888" y="414797"/>
                  </a:lnTo>
                  <a:cubicBezTo>
                    <a:pt x="479292" y="414725"/>
                    <a:pt x="537139" y="356830"/>
                    <a:pt x="537139" y="285426"/>
                  </a:cubicBezTo>
                  <a:lnTo>
                    <a:pt x="537139" y="129371"/>
                  </a:lnTo>
                  <a:cubicBezTo>
                    <a:pt x="537139" y="57967"/>
                    <a:pt x="479292" y="72"/>
                    <a:pt x="407888" y="0"/>
                  </a:cubicBezTo>
                  <a:close/>
                </a:path>
              </a:pathLst>
            </a:custGeom>
            <a:solidFill>
              <a:schemeClr val="accent2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>
              <a:extLst>
                <a:ext uri="{FF2B5EF4-FFF2-40B4-BE49-F238E27FC236}">
                  <a16:creationId xmlns:a16="http://schemas.microsoft.com/office/drawing/2014/main" id="{57642256-A7AE-E8A7-F925-942183D5E9A9}"/>
                </a:ext>
              </a:extLst>
            </p:cNvPr>
            <p:cNvSpPr/>
            <p:nvPr/>
          </p:nvSpPr>
          <p:spPr>
            <a:xfrm>
              <a:off x="11248199" y="1770797"/>
              <a:ext cx="66472" cy="66472"/>
            </a:xfrm>
            <a:custGeom>
              <a:avLst/>
              <a:gdLst>
                <a:gd name="connsiteX0" fmla="*/ 0 w 66472"/>
                <a:gd name="connsiteY0" fmla="*/ 33236 h 66472"/>
                <a:gd name="connsiteX1" fmla="*/ 33236 w 66472"/>
                <a:gd name="connsiteY1" fmla="*/ 66472 h 66472"/>
                <a:gd name="connsiteX2" fmla="*/ 66472 w 66472"/>
                <a:gd name="connsiteY2" fmla="*/ 33236 h 66472"/>
                <a:gd name="connsiteX3" fmla="*/ 33236 w 66472"/>
                <a:gd name="connsiteY3" fmla="*/ 0 h 66472"/>
                <a:gd name="connsiteX4" fmla="*/ 0 w 66472"/>
                <a:gd name="connsiteY4" fmla="*/ 33236 h 6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72" h="66472">
                  <a:moveTo>
                    <a:pt x="0" y="33236"/>
                  </a:moveTo>
                  <a:cubicBezTo>
                    <a:pt x="0" y="51594"/>
                    <a:pt x="14879" y="66472"/>
                    <a:pt x="33236" y="66472"/>
                  </a:cubicBezTo>
                  <a:cubicBezTo>
                    <a:pt x="51593" y="66472"/>
                    <a:pt x="66472" y="51594"/>
                    <a:pt x="66472" y="33236"/>
                  </a:cubicBezTo>
                  <a:cubicBezTo>
                    <a:pt x="66472" y="14879"/>
                    <a:pt x="51593" y="0"/>
                    <a:pt x="33236" y="0"/>
                  </a:cubicBezTo>
                  <a:cubicBezTo>
                    <a:pt x="14879" y="0"/>
                    <a:pt x="0" y="14879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>
              <a:extLst>
                <a:ext uri="{FF2B5EF4-FFF2-40B4-BE49-F238E27FC236}">
                  <a16:creationId xmlns:a16="http://schemas.microsoft.com/office/drawing/2014/main" id="{388934D4-B640-5A86-AE1E-2D5BA63F7685}"/>
                </a:ext>
              </a:extLst>
            </p:cNvPr>
            <p:cNvSpPr/>
            <p:nvPr/>
          </p:nvSpPr>
          <p:spPr>
            <a:xfrm>
              <a:off x="11135029" y="1770797"/>
              <a:ext cx="66472" cy="66472"/>
            </a:xfrm>
            <a:custGeom>
              <a:avLst/>
              <a:gdLst>
                <a:gd name="connsiteX0" fmla="*/ 0 w 66472"/>
                <a:gd name="connsiteY0" fmla="*/ 33236 h 66472"/>
                <a:gd name="connsiteX1" fmla="*/ 33236 w 66472"/>
                <a:gd name="connsiteY1" fmla="*/ 66472 h 66472"/>
                <a:gd name="connsiteX2" fmla="*/ 66472 w 66472"/>
                <a:gd name="connsiteY2" fmla="*/ 33236 h 66472"/>
                <a:gd name="connsiteX3" fmla="*/ 33236 w 66472"/>
                <a:gd name="connsiteY3" fmla="*/ 0 h 66472"/>
                <a:gd name="connsiteX4" fmla="*/ 0 w 66472"/>
                <a:gd name="connsiteY4" fmla="*/ 33236 h 6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72" h="66472">
                  <a:moveTo>
                    <a:pt x="0" y="33236"/>
                  </a:moveTo>
                  <a:cubicBezTo>
                    <a:pt x="0" y="51594"/>
                    <a:pt x="14879" y="66472"/>
                    <a:pt x="33236" y="66472"/>
                  </a:cubicBezTo>
                  <a:cubicBezTo>
                    <a:pt x="51593" y="66472"/>
                    <a:pt x="66472" y="51594"/>
                    <a:pt x="66472" y="33236"/>
                  </a:cubicBezTo>
                  <a:cubicBezTo>
                    <a:pt x="66472" y="14879"/>
                    <a:pt x="51593" y="0"/>
                    <a:pt x="33236" y="0"/>
                  </a:cubicBezTo>
                  <a:cubicBezTo>
                    <a:pt x="14879" y="0"/>
                    <a:pt x="0" y="14879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>
              <a:extLst>
                <a:ext uri="{FF2B5EF4-FFF2-40B4-BE49-F238E27FC236}">
                  <a16:creationId xmlns:a16="http://schemas.microsoft.com/office/drawing/2014/main" id="{0C93B9D4-5DC4-07E8-3012-F82F1043DB0D}"/>
                </a:ext>
              </a:extLst>
            </p:cNvPr>
            <p:cNvSpPr/>
            <p:nvPr/>
          </p:nvSpPr>
          <p:spPr>
            <a:xfrm>
              <a:off x="11018286" y="1770797"/>
              <a:ext cx="66710" cy="66710"/>
            </a:xfrm>
            <a:custGeom>
              <a:avLst/>
              <a:gdLst>
                <a:gd name="connsiteX0" fmla="*/ 0 w 66710"/>
                <a:gd name="connsiteY0" fmla="*/ 33236 h 66710"/>
                <a:gd name="connsiteX1" fmla="*/ 33236 w 66710"/>
                <a:gd name="connsiteY1" fmla="*/ 66711 h 66710"/>
                <a:gd name="connsiteX2" fmla="*/ 66711 w 66710"/>
                <a:gd name="connsiteY2" fmla="*/ 33474 h 66710"/>
                <a:gd name="connsiteX3" fmla="*/ 33475 w 66710"/>
                <a:gd name="connsiteY3" fmla="*/ 0 h 66710"/>
                <a:gd name="connsiteX4" fmla="*/ 33355 w 66710"/>
                <a:gd name="connsiteY4" fmla="*/ 0 h 66710"/>
                <a:gd name="connsiteX5" fmla="*/ 0 w 66710"/>
                <a:gd name="connsiteY5" fmla="*/ 33236 h 6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10" h="66710">
                  <a:moveTo>
                    <a:pt x="0" y="33236"/>
                  </a:moveTo>
                  <a:cubicBezTo>
                    <a:pt x="-71" y="51653"/>
                    <a:pt x="14819" y="66639"/>
                    <a:pt x="33236" y="66711"/>
                  </a:cubicBezTo>
                  <a:cubicBezTo>
                    <a:pt x="51653" y="66782"/>
                    <a:pt x="66639" y="51891"/>
                    <a:pt x="66711" y="33474"/>
                  </a:cubicBezTo>
                  <a:cubicBezTo>
                    <a:pt x="66770" y="15058"/>
                    <a:pt x="51891" y="71"/>
                    <a:pt x="33475" y="0"/>
                  </a:cubicBezTo>
                  <a:cubicBezTo>
                    <a:pt x="33439" y="0"/>
                    <a:pt x="33391" y="0"/>
                    <a:pt x="33355" y="0"/>
                  </a:cubicBezTo>
                  <a:cubicBezTo>
                    <a:pt x="14974" y="0"/>
                    <a:pt x="72" y="14867"/>
                    <a:pt x="0" y="33236"/>
                  </a:cubicBezTo>
                  <a:close/>
                </a:path>
              </a:pathLst>
            </a:custGeom>
            <a:solidFill>
              <a:srgbClr val="FFFFFF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020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11E000-47A3-ACD1-E9ED-E406305DC68D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677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9FF74A2-DFA3-35DF-55B4-4FF71010B2AE}"/>
                </a:ext>
              </a:extLst>
            </p:cNvPr>
            <p:cNvSpPr/>
            <p:nvPr/>
          </p:nvSpPr>
          <p:spPr>
            <a:xfrm>
              <a:off x="515008" y="22677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A2AA334-40A7-FD3C-7234-102A6FDEEF99}"/>
                </a:ext>
              </a:extLst>
            </p:cNvPr>
            <p:cNvSpPr txBox="1"/>
            <p:nvPr/>
          </p:nvSpPr>
          <p:spPr>
            <a:xfrm>
              <a:off x="1107658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E4B85C-9C37-C94E-8DA1-D4EA7E156491}"/>
                </a:ext>
              </a:extLst>
            </p:cNvPr>
            <p:cNvSpPr txBox="1"/>
            <p:nvPr/>
          </p:nvSpPr>
          <p:spPr>
            <a:xfrm>
              <a:off x="3773881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65E01FE-E065-965F-24B2-A4008EC3989B}"/>
                </a:ext>
              </a:extLst>
            </p:cNvPr>
            <p:cNvSpPr txBox="1"/>
            <p:nvPr/>
          </p:nvSpPr>
          <p:spPr>
            <a:xfrm>
              <a:off x="6440104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3243EC-2E0D-1F77-E800-3A9797123FF4}"/>
                </a:ext>
              </a:extLst>
            </p:cNvPr>
            <p:cNvSpPr txBox="1"/>
            <p:nvPr/>
          </p:nvSpPr>
          <p:spPr>
            <a:xfrm>
              <a:off x="9106327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9BA492A-B3B7-28C3-3A59-491E9560C132}"/>
                </a:ext>
              </a:extLst>
            </p:cNvPr>
            <p:cNvSpPr/>
            <p:nvPr/>
          </p:nvSpPr>
          <p:spPr>
            <a:xfrm>
              <a:off x="3382863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1D4A1A2-73D0-E8BD-F672-A89119BD1618}"/>
                </a:ext>
              </a:extLst>
            </p:cNvPr>
            <p:cNvSpPr/>
            <p:nvPr/>
          </p:nvSpPr>
          <p:spPr>
            <a:xfrm>
              <a:off x="6026227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D22A0B7-3DC3-122F-5C62-075C1E842ADB}"/>
                </a:ext>
              </a:extLst>
            </p:cNvPr>
            <p:cNvSpPr/>
            <p:nvPr/>
          </p:nvSpPr>
          <p:spPr>
            <a:xfrm>
              <a:off x="8738169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E985A7D-B5EC-DFD7-8D1E-3B89B51259D9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项目概况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A6379D-CDE6-61F0-AA2B-C5F59A39E36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Project overview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AAD34FFA-14C7-5602-76D1-9EF26DB6CF38}"/>
              </a:ext>
            </a:extLst>
          </p:cNvPr>
          <p:cNvGrpSpPr/>
          <p:nvPr/>
        </p:nvGrpSpPr>
        <p:grpSpPr>
          <a:xfrm>
            <a:off x="5910676" y="2712710"/>
            <a:ext cx="1612191" cy="950284"/>
            <a:chOff x="5910676" y="2712710"/>
            <a:chExt cx="1612191" cy="950284"/>
          </a:xfrm>
        </p:grpSpPr>
        <p:sp>
          <p:nvSpPr>
            <p:cNvPr id="58" name="Freeform 5">
              <a:extLst>
                <a:ext uri="{FF2B5EF4-FFF2-40B4-BE49-F238E27FC236}">
                  <a16:creationId xmlns:a16="http://schemas.microsoft.com/office/drawing/2014/main" id="{F392F33F-4D99-E0D4-271E-E91EB2270B44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5910676" y="2712710"/>
              <a:ext cx="1612191" cy="950284"/>
            </a:xfrm>
            <a:custGeom>
              <a:avLst/>
              <a:gdLst>
                <a:gd name="T0" fmla="*/ 579995 w 798"/>
                <a:gd name="T1" fmla="*/ 631863 h 470"/>
                <a:gd name="T2" fmla="*/ 659537 w 798"/>
                <a:gd name="T3" fmla="*/ 779463 h 470"/>
                <a:gd name="T4" fmla="*/ 737422 w 798"/>
                <a:gd name="T5" fmla="*/ 631863 h 470"/>
                <a:gd name="T6" fmla="*/ 1045648 w 798"/>
                <a:gd name="T7" fmla="*/ 728052 h 470"/>
                <a:gd name="T8" fmla="*/ 1322388 w 798"/>
                <a:gd name="T9" fmla="*/ 230522 h 470"/>
                <a:gd name="T10" fmla="*/ 0 w 798"/>
                <a:gd name="T11" fmla="*/ 227205 h 470"/>
                <a:gd name="T12" fmla="*/ 275083 w 798"/>
                <a:gd name="T13" fmla="*/ 726393 h 470"/>
                <a:gd name="T14" fmla="*/ 579995 w 798"/>
                <a:gd name="T15" fmla="*/ 631863 h 4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98" h="470">
                  <a:moveTo>
                    <a:pt x="350" y="381"/>
                  </a:moveTo>
                  <a:cubicBezTo>
                    <a:pt x="398" y="470"/>
                    <a:pt x="398" y="470"/>
                    <a:pt x="398" y="470"/>
                  </a:cubicBezTo>
                  <a:cubicBezTo>
                    <a:pt x="445" y="381"/>
                    <a:pt x="445" y="381"/>
                    <a:pt x="445" y="381"/>
                  </a:cubicBezTo>
                  <a:cubicBezTo>
                    <a:pt x="512" y="388"/>
                    <a:pt x="575" y="408"/>
                    <a:pt x="631" y="439"/>
                  </a:cubicBezTo>
                  <a:cubicBezTo>
                    <a:pt x="798" y="139"/>
                    <a:pt x="798" y="139"/>
                    <a:pt x="798" y="139"/>
                  </a:cubicBezTo>
                  <a:cubicBezTo>
                    <a:pt x="550" y="1"/>
                    <a:pt x="249" y="0"/>
                    <a:pt x="0" y="137"/>
                  </a:cubicBezTo>
                  <a:cubicBezTo>
                    <a:pt x="166" y="438"/>
                    <a:pt x="166" y="438"/>
                    <a:pt x="166" y="438"/>
                  </a:cubicBezTo>
                  <a:cubicBezTo>
                    <a:pt x="222" y="407"/>
                    <a:pt x="284" y="387"/>
                    <a:pt x="350" y="381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A51E04FD-5D38-EEC4-14EF-AAA6D9E0A5F6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5910676" y="2712710"/>
              <a:ext cx="1612191" cy="950284"/>
            </a:xfrm>
            <a:custGeom>
              <a:avLst/>
              <a:gdLst>
                <a:gd name="T0" fmla="*/ 579995 w 798"/>
                <a:gd name="T1" fmla="*/ 631863 h 470"/>
                <a:gd name="T2" fmla="*/ 659537 w 798"/>
                <a:gd name="T3" fmla="*/ 779463 h 470"/>
                <a:gd name="T4" fmla="*/ 737422 w 798"/>
                <a:gd name="T5" fmla="*/ 631863 h 470"/>
                <a:gd name="T6" fmla="*/ 1045648 w 798"/>
                <a:gd name="T7" fmla="*/ 728052 h 470"/>
                <a:gd name="T8" fmla="*/ 1322388 w 798"/>
                <a:gd name="T9" fmla="*/ 230522 h 470"/>
                <a:gd name="T10" fmla="*/ 0 w 798"/>
                <a:gd name="T11" fmla="*/ 227205 h 470"/>
                <a:gd name="T12" fmla="*/ 275083 w 798"/>
                <a:gd name="T13" fmla="*/ 726393 h 470"/>
                <a:gd name="T14" fmla="*/ 579995 w 798"/>
                <a:gd name="T15" fmla="*/ 631863 h 4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98" h="470">
                  <a:moveTo>
                    <a:pt x="350" y="381"/>
                  </a:moveTo>
                  <a:cubicBezTo>
                    <a:pt x="398" y="470"/>
                    <a:pt x="398" y="470"/>
                    <a:pt x="398" y="470"/>
                  </a:cubicBezTo>
                  <a:cubicBezTo>
                    <a:pt x="445" y="381"/>
                    <a:pt x="445" y="381"/>
                    <a:pt x="445" y="381"/>
                  </a:cubicBezTo>
                  <a:cubicBezTo>
                    <a:pt x="512" y="388"/>
                    <a:pt x="575" y="408"/>
                    <a:pt x="631" y="439"/>
                  </a:cubicBezTo>
                  <a:cubicBezTo>
                    <a:pt x="798" y="139"/>
                    <a:pt x="798" y="139"/>
                    <a:pt x="798" y="139"/>
                  </a:cubicBezTo>
                  <a:cubicBezTo>
                    <a:pt x="550" y="1"/>
                    <a:pt x="249" y="0"/>
                    <a:pt x="0" y="137"/>
                  </a:cubicBezTo>
                  <a:cubicBezTo>
                    <a:pt x="166" y="438"/>
                    <a:pt x="166" y="438"/>
                    <a:pt x="166" y="438"/>
                  </a:cubicBezTo>
                  <a:cubicBezTo>
                    <a:pt x="222" y="407"/>
                    <a:pt x="284" y="387"/>
                    <a:pt x="350" y="381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9E35A7A-BD44-B752-03AB-99EF0CF58EA4}"/>
              </a:ext>
            </a:extLst>
          </p:cNvPr>
          <p:cNvGrpSpPr/>
          <p:nvPr/>
        </p:nvGrpSpPr>
        <p:grpSpPr>
          <a:xfrm>
            <a:off x="4648900" y="4898189"/>
            <a:ext cx="1612192" cy="946413"/>
            <a:chOff x="4648900" y="4898189"/>
            <a:chExt cx="1612192" cy="946413"/>
          </a:xfrm>
        </p:grpSpPr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7AF5E1D0-72B8-A32C-4702-B6FDFCED5B70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648900" y="4898189"/>
              <a:ext cx="1612192" cy="946413"/>
            </a:xfrm>
            <a:custGeom>
              <a:avLst/>
              <a:gdLst>
                <a:gd name="T0" fmla="*/ 594909 w 798"/>
                <a:gd name="T1" fmla="*/ 144310 h 468"/>
                <a:gd name="T2" fmla="*/ 672794 w 798"/>
                <a:gd name="T3" fmla="*/ 0 h 468"/>
                <a:gd name="T4" fmla="*/ 747365 w 798"/>
                <a:gd name="T5" fmla="*/ 144310 h 468"/>
                <a:gd name="T6" fmla="*/ 1050619 w 798"/>
                <a:gd name="T7" fmla="*/ 51421 h 468"/>
                <a:gd name="T8" fmla="*/ 1322388 w 798"/>
                <a:gd name="T9" fmla="*/ 552359 h 468"/>
                <a:gd name="T10" fmla="*/ 0 w 798"/>
                <a:gd name="T11" fmla="*/ 539089 h 468"/>
                <a:gd name="T12" fmla="*/ 280055 w 798"/>
                <a:gd name="T13" fmla="*/ 43127 h 468"/>
                <a:gd name="T14" fmla="*/ 594909 w 798"/>
                <a:gd name="T15" fmla="*/ 144310 h 4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98" h="468">
                  <a:moveTo>
                    <a:pt x="359" y="87"/>
                  </a:moveTo>
                  <a:cubicBezTo>
                    <a:pt x="406" y="0"/>
                    <a:pt x="406" y="0"/>
                    <a:pt x="406" y="0"/>
                  </a:cubicBezTo>
                  <a:cubicBezTo>
                    <a:pt x="451" y="87"/>
                    <a:pt x="451" y="87"/>
                    <a:pt x="451" y="87"/>
                  </a:cubicBezTo>
                  <a:cubicBezTo>
                    <a:pt x="517" y="80"/>
                    <a:pt x="579" y="61"/>
                    <a:pt x="634" y="31"/>
                  </a:cubicBezTo>
                  <a:cubicBezTo>
                    <a:pt x="798" y="333"/>
                    <a:pt x="798" y="333"/>
                    <a:pt x="798" y="333"/>
                  </a:cubicBezTo>
                  <a:cubicBezTo>
                    <a:pt x="548" y="468"/>
                    <a:pt x="246" y="465"/>
                    <a:pt x="0" y="325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226" y="59"/>
                    <a:pt x="291" y="80"/>
                    <a:pt x="359" y="87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10" name="Freeform 6">
              <a:extLst>
                <a:ext uri="{FF2B5EF4-FFF2-40B4-BE49-F238E27FC236}">
                  <a16:creationId xmlns:a16="http://schemas.microsoft.com/office/drawing/2014/main" id="{14F58E9D-27F5-065E-7A4B-AA0612841869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648900" y="4898189"/>
              <a:ext cx="1612192" cy="946413"/>
            </a:xfrm>
            <a:custGeom>
              <a:avLst/>
              <a:gdLst>
                <a:gd name="T0" fmla="*/ 594909 w 798"/>
                <a:gd name="T1" fmla="*/ 144310 h 468"/>
                <a:gd name="T2" fmla="*/ 672794 w 798"/>
                <a:gd name="T3" fmla="*/ 0 h 468"/>
                <a:gd name="T4" fmla="*/ 747365 w 798"/>
                <a:gd name="T5" fmla="*/ 144310 h 468"/>
                <a:gd name="T6" fmla="*/ 1050619 w 798"/>
                <a:gd name="T7" fmla="*/ 51421 h 468"/>
                <a:gd name="T8" fmla="*/ 1322388 w 798"/>
                <a:gd name="T9" fmla="*/ 552359 h 468"/>
                <a:gd name="T10" fmla="*/ 0 w 798"/>
                <a:gd name="T11" fmla="*/ 539089 h 468"/>
                <a:gd name="T12" fmla="*/ 280055 w 798"/>
                <a:gd name="T13" fmla="*/ 43127 h 468"/>
                <a:gd name="T14" fmla="*/ 594909 w 798"/>
                <a:gd name="T15" fmla="*/ 144310 h 4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98" h="468">
                  <a:moveTo>
                    <a:pt x="359" y="87"/>
                  </a:moveTo>
                  <a:cubicBezTo>
                    <a:pt x="406" y="0"/>
                    <a:pt x="406" y="0"/>
                    <a:pt x="406" y="0"/>
                  </a:cubicBezTo>
                  <a:cubicBezTo>
                    <a:pt x="451" y="87"/>
                    <a:pt x="451" y="87"/>
                    <a:pt x="451" y="87"/>
                  </a:cubicBezTo>
                  <a:cubicBezTo>
                    <a:pt x="517" y="80"/>
                    <a:pt x="579" y="61"/>
                    <a:pt x="634" y="31"/>
                  </a:cubicBezTo>
                  <a:cubicBezTo>
                    <a:pt x="798" y="333"/>
                    <a:pt x="798" y="333"/>
                    <a:pt x="798" y="333"/>
                  </a:cubicBezTo>
                  <a:cubicBezTo>
                    <a:pt x="548" y="468"/>
                    <a:pt x="246" y="465"/>
                    <a:pt x="0" y="325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226" y="59"/>
                    <a:pt x="291" y="80"/>
                    <a:pt x="359" y="87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9746343-58B9-B054-1B04-747FFA0569D5}"/>
              </a:ext>
            </a:extLst>
          </p:cNvPr>
          <p:cNvGrpSpPr/>
          <p:nvPr/>
        </p:nvGrpSpPr>
        <p:grpSpPr>
          <a:xfrm>
            <a:off x="4216344" y="3660395"/>
            <a:ext cx="1157371" cy="1408974"/>
            <a:chOff x="4216344" y="3660395"/>
            <a:chExt cx="1157371" cy="1408974"/>
          </a:xfrm>
        </p:grpSpPr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A4AF1754-737E-FBAB-D6B5-B5BC0AD48D23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216344" y="3660395"/>
              <a:ext cx="1157371" cy="1408974"/>
            </a:xfrm>
            <a:custGeom>
              <a:avLst/>
              <a:gdLst>
                <a:gd name="T0" fmla="*/ 644481 w 573"/>
                <a:gd name="T1" fmla="*/ 328305 h 697"/>
                <a:gd name="T2" fmla="*/ 806843 w 573"/>
                <a:gd name="T3" fmla="*/ 321673 h 697"/>
                <a:gd name="T4" fmla="*/ 722349 w 573"/>
                <a:gd name="T5" fmla="*/ 459295 h 697"/>
                <a:gd name="T6" fmla="*/ 949325 w 573"/>
                <a:gd name="T7" fmla="*/ 669875 h 697"/>
                <a:gd name="T8" fmla="*/ 652764 w 573"/>
                <a:gd name="T9" fmla="*/ 1155700 h 697"/>
                <a:gd name="T10" fmla="*/ 0 w 573"/>
                <a:gd name="T11" fmla="*/ 4974 h 697"/>
                <a:gd name="T12" fmla="*/ 569926 w 573"/>
                <a:gd name="T13" fmla="*/ 0 h 697"/>
                <a:gd name="T14" fmla="*/ 644481 w 573"/>
                <a:gd name="T15" fmla="*/ 328305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3" h="697">
                  <a:moveTo>
                    <a:pt x="389" y="198"/>
                  </a:moveTo>
                  <a:cubicBezTo>
                    <a:pt x="487" y="194"/>
                    <a:pt x="487" y="194"/>
                    <a:pt x="487" y="194"/>
                  </a:cubicBezTo>
                  <a:cubicBezTo>
                    <a:pt x="436" y="277"/>
                    <a:pt x="436" y="277"/>
                    <a:pt x="436" y="277"/>
                  </a:cubicBezTo>
                  <a:cubicBezTo>
                    <a:pt x="473" y="328"/>
                    <a:pt x="520" y="371"/>
                    <a:pt x="573" y="404"/>
                  </a:cubicBezTo>
                  <a:cubicBezTo>
                    <a:pt x="394" y="697"/>
                    <a:pt x="394" y="697"/>
                    <a:pt x="394" y="697"/>
                  </a:cubicBezTo>
                  <a:cubicBezTo>
                    <a:pt x="152" y="549"/>
                    <a:pt x="3" y="287"/>
                    <a:pt x="0" y="3"/>
                  </a:cubicBezTo>
                  <a:cubicBezTo>
                    <a:pt x="344" y="0"/>
                    <a:pt x="344" y="0"/>
                    <a:pt x="344" y="0"/>
                  </a:cubicBezTo>
                  <a:cubicBezTo>
                    <a:pt x="345" y="71"/>
                    <a:pt x="361" y="138"/>
                    <a:pt x="389" y="198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00" name="Freeform 7">
              <a:extLst>
                <a:ext uri="{FF2B5EF4-FFF2-40B4-BE49-F238E27FC236}">
                  <a16:creationId xmlns:a16="http://schemas.microsoft.com/office/drawing/2014/main" id="{180B917E-4A70-1262-A112-694F17E98068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216344" y="3660395"/>
              <a:ext cx="1157371" cy="1408974"/>
            </a:xfrm>
            <a:custGeom>
              <a:avLst/>
              <a:gdLst>
                <a:gd name="T0" fmla="*/ 644481 w 573"/>
                <a:gd name="T1" fmla="*/ 328305 h 697"/>
                <a:gd name="T2" fmla="*/ 806843 w 573"/>
                <a:gd name="T3" fmla="*/ 321673 h 697"/>
                <a:gd name="T4" fmla="*/ 722349 w 573"/>
                <a:gd name="T5" fmla="*/ 459295 h 697"/>
                <a:gd name="T6" fmla="*/ 949325 w 573"/>
                <a:gd name="T7" fmla="*/ 669875 h 697"/>
                <a:gd name="T8" fmla="*/ 652764 w 573"/>
                <a:gd name="T9" fmla="*/ 1155700 h 697"/>
                <a:gd name="T10" fmla="*/ 0 w 573"/>
                <a:gd name="T11" fmla="*/ 4974 h 697"/>
                <a:gd name="T12" fmla="*/ 569926 w 573"/>
                <a:gd name="T13" fmla="*/ 0 h 697"/>
                <a:gd name="T14" fmla="*/ 644481 w 573"/>
                <a:gd name="T15" fmla="*/ 328305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3" h="697">
                  <a:moveTo>
                    <a:pt x="389" y="198"/>
                  </a:moveTo>
                  <a:cubicBezTo>
                    <a:pt x="487" y="194"/>
                    <a:pt x="487" y="194"/>
                    <a:pt x="487" y="194"/>
                  </a:cubicBezTo>
                  <a:cubicBezTo>
                    <a:pt x="436" y="277"/>
                    <a:pt x="436" y="277"/>
                    <a:pt x="436" y="277"/>
                  </a:cubicBezTo>
                  <a:cubicBezTo>
                    <a:pt x="473" y="328"/>
                    <a:pt x="520" y="371"/>
                    <a:pt x="573" y="404"/>
                  </a:cubicBezTo>
                  <a:cubicBezTo>
                    <a:pt x="394" y="697"/>
                    <a:pt x="394" y="697"/>
                    <a:pt x="394" y="697"/>
                  </a:cubicBezTo>
                  <a:cubicBezTo>
                    <a:pt x="152" y="549"/>
                    <a:pt x="3" y="287"/>
                    <a:pt x="0" y="3"/>
                  </a:cubicBezTo>
                  <a:cubicBezTo>
                    <a:pt x="344" y="0"/>
                    <a:pt x="344" y="0"/>
                    <a:pt x="344" y="0"/>
                  </a:cubicBezTo>
                  <a:cubicBezTo>
                    <a:pt x="345" y="71"/>
                    <a:pt x="361" y="138"/>
                    <a:pt x="389" y="198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BE30621-25F9-2EDE-4DC8-8284630891F2}"/>
              </a:ext>
            </a:extLst>
          </p:cNvPr>
          <p:cNvGrpSpPr/>
          <p:nvPr/>
        </p:nvGrpSpPr>
        <p:grpSpPr>
          <a:xfrm>
            <a:off x="4928381" y="2413250"/>
            <a:ext cx="1165113" cy="1408974"/>
            <a:chOff x="4928381" y="2413250"/>
            <a:chExt cx="1165113" cy="1408974"/>
          </a:xfrm>
        </p:grpSpPr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A1D4BD00-8835-DE49-4D46-04B58972FE89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928381" y="2413250"/>
              <a:ext cx="1165113" cy="1408974"/>
            </a:xfrm>
            <a:custGeom>
              <a:avLst/>
              <a:gdLst>
                <a:gd name="T0" fmla="*/ 698951 w 577"/>
                <a:gd name="T1" fmla="*/ 734541 h 697"/>
                <a:gd name="T2" fmla="*/ 790047 w 577"/>
                <a:gd name="T3" fmla="*/ 868848 h 697"/>
                <a:gd name="T4" fmla="*/ 627731 w 577"/>
                <a:gd name="T5" fmla="*/ 868848 h 697"/>
                <a:gd name="T6" fmla="*/ 568105 w 577"/>
                <a:gd name="T7" fmla="*/ 1155700 h 697"/>
                <a:gd name="T8" fmla="*/ 0 w 577"/>
                <a:gd name="T9" fmla="*/ 1142435 h 697"/>
                <a:gd name="T10" fmla="*/ 665826 w 577"/>
                <a:gd name="T11" fmla="*/ 0 h 697"/>
                <a:gd name="T12" fmla="*/ 955675 w 577"/>
                <a:gd name="T13" fmla="*/ 489141 h 697"/>
                <a:gd name="T14" fmla="*/ 698951 w 577"/>
                <a:gd name="T15" fmla="*/ 734541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697">
                  <a:moveTo>
                    <a:pt x="422" y="443"/>
                  </a:moveTo>
                  <a:cubicBezTo>
                    <a:pt x="477" y="524"/>
                    <a:pt x="477" y="524"/>
                    <a:pt x="477" y="524"/>
                  </a:cubicBezTo>
                  <a:cubicBezTo>
                    <a:pt x="379" y="524"/>
                    <a:pt x="379" y="524"/>
                    <a:pt x="379" y="524"/>
                  </a:cubicBezTo>
                  <a:cubicBezTo>
                    <a:pt x="357" y="578"/>
                    <a:pt x="344" y="636"/>
                    <a:pt x="343" y="69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6" y="406"/>
                    <a:pt x="158" y="145"/>
                    <a:pt x="402" y="0"/>
                  </a:cubicBezTo>
                  <a:cubicBezTo>
                    <a:pt x="577" y="295"/>
                    <a:pt x="577" y="295"/>
                    <a:pt x="577" y="295"/>
                  </a:cubicBezTo>
                  <a:cubicBezTo>
                    <a:pt x="515" y="332"/>
                    <a:pt x="462" y="383"/>
                    <a:pt x="422" y="44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02" name="Freeform 8">
              <a:extLst>
                <a:ext uri="{FF2B5EF4-FFF2-40B4-BE49-F238E27FC236}">
                  <a16:creationId xmlns:a16="http://schemas.microsoft.com/office/drawing/2014/main" id="{840CDBD5-A229-71B2-70C0-5214D362FAB4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4928381" y="2413250"/>
              <a:ext cx="1165113" cy="1408974"/>
            </a:xfrm>
            <a:custGeom>
              <a:avLst/>
              <a:gdLst>
                <a:gd name="T0" fmla="*/ 698951 w 577"/>
                <a:gd name="T1" fmla="*/ 734541 h 697"/>
                <a:gd name="T2" fmla="*/ 790047 w 577"/>
                <a:gd name="T3" fmla="*/ 868848 h 697"/>
                <a:gd name="T4" fmla="*/ 627731 w 577"/>
                <a:gd name="T5" fmla="*/ 868848 h 697"/>
                <a:gd name="T6" fmla="*/ 568105 w 577"/>
                <a:gd name="T7" fmla="*/ 1155700 h 697"/>
                <a:gd name="T8" fmla="*/ 0 w 577"/>
                <a:gd name="T9" fmla="*/ 1142435 h 697"/>
                <a:gd name="T10" fmla="*/ 665826 w 577"/>
                <a:gd name="T11" fmla="*/ 0 h 697"/>
                <a:gd name="T12" fmla="*/ 955675 w 577"/>
                <a:gd name="T13" fmla="*/ 489141 h 697"/>
                <a:gd name="T14" fmla="*/ 698951 w 577"/>
                <a:gd name="T15" fmla="*/ 734541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697">
                  <a:moveTo>
                    <a:pt x="422" y="443"/>
                  </a:moveTo>
                  <a:cubicBezTo>
                    <a:pt x="477" y="524"/>
                    <a:pt x="477" y="524"/>
                    <a:pt x="477" y="524"/>
                  </a:cubicBezTo>
                  <a:cubicBezTo>
                    <a:pt x="379" y="524"/>
                    <a:pt x="379" y="524"/>
                    <a:pt x="379" y="524"/>
                  </a:cubicBezTo>
                  <a:cubicBezTo>
                    <a:pt x="357" y="578"/>
                    <a:pt x="344" y="636"/>
                    <a:pt x="343" y="69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6" y="406"/>
                    <a:pt x="158" y="145"/>
                    <a:pt x="402" y="0"/>
                  </a:cubicBezTo>
                  <a:cubicBezTo>
                    <a:pt x="577" y="295"/>
                    <a:pt x="577" y="295"/>
                    <a:pt x="577" y="295"/>
                  </a:cubicBezTo>
                  <a:cubicBezTo>
                    <a:pt x="515" y="332"/>
                    <a:pt x="462" y="383"/>
                    <a:pt x="422" y="44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650233B-B6CE-335B-D941-337242B34538}"/>
              </a:ext>
            </a:extLst>
          </p:cNvPr>
          <p:cNvGrpSpPr/>
          <p:nvPr/>
        </p:nvGrpSpPr>
        <p:grpSpPr>
          <a:xfrm>
            <a:off x="6087646" y="4740124"/>
            <a:ext cx="1165113" cy="1408974"/>
            <a:chOff x="6087646" y="4740124"/>
            <a:chExt cx="1165113" cy="1408974"/>
          </a:xfrm>
        </p:grpSpPr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93EA842D-FFA5-CF98-B779-969D3E66F15A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6087646" y="4740124"/>
              <a:ext cx="1165113" cy="1408974"/>
            </a:xfrm>
            <a:custGeom>
              <a:avLst/>
              <a:gdLst>
                <a:gd name="T0" fmla="*/ 256724 w 577"/>
                <a:gd name="T1" fmla="*/ 419501 h 697"/>
                <a:gd name="T2" fmla="*/ 165628 w 577"/>
                <a:gd name="T3" fmla="*/ 285194 h 697"/>
                <a:gd name="T4" fmla="*/ 327944 w 577"/>
                <a:gd name="T5" fmla="*/ 285194 h 697"/>
                <a:gd name="T6" fmla="*/ 387570 w 577"/>
                <a:gd name="T7" fmla="*/ 0 h 697"/>
                <a:gd name="T8" fmla="*/ 955675 w 577"/>
                <a:gd name="T9" fmla="*/ 11607 h 697"/>
                <a:gd name="T10" fmla="*/ 289849 w 577"/>
                <a:gd name="T11" fmla="*/ 1155700 h 697"/>
                <a:gd name="T12" fmla="*/ 0 w 577"/>
                <a:gd name="T13" fmla="*/ 664901 h 697"/>
                <a:gd name="T14" fmla="*/ 256724 w 577"/>
                <a:gd name="T15" fmla="*/ 419501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697">
                  <a:moveTo>
                    <a:pt x="155" y="253"/>
                  </a:moveTo>
                  <a:cubicBezTo>
                    <a:pt x="100" y="172"/>
                    <a:pt x="100" y="172"/>
                    <a:pt x="100" y="172"/>
                  </a:cubicBezTo>
                  <a:cubicBezTo>
                    <a:pt x="198" y="172"/>
                    <a:pt x="198" y="172"/>
                    <a:pt x="198" y="172"/>
                  </a:cubicBezTo>
                  <a:cubicBezTo>
                    <a:pt x="220" y="119"/>
                    <a:pt x="233" y="61"/>
                    <a:pt x="234" y="0"/>
                  </a:cubicBezTo>
                  <a:cubicBezTo>
                    <a:pt x="577" y="7"/>
                    <a:pt x="577" y="7"/>
                    <a:pt x="577" y="7"/>
                  </a:cubicBezTo>
                  <a:cubicBezTo>
                    <a:pt x="571" y="291"/>
                    <a:pt x="419" y="551"/>
                    <a:pt x="175" y="697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62" y="364"/>
                    <a:pt x="115" y="314"/>
                    <a:pt x="155" y="25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07E8CAD9-BF4A-47E9-09C6-F6BC90121CC5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6087646" y="4740124"/>
              <a:ext cx="1165113" cy="1408974"/>
            </a:xfrm>
            <a:custGeom>
              <a:avLst/>
              <a:gdLst>
                <a:gd name="T0" fmla="*/ 256724 w 577"/>
                <a:gd name="T1" fmla="*/ 419501 h 697"/>
                <a:gd name="T2" fmla="*/ 165628 w 577"/>
                <a:gd name="T3" fmla="*/ 285194 h 697"/>
                <a:gd name="T4" fmla="*/ 327944 w 577"/>
                <a:gd name="T5" fmla="*/ 285194 h 697"/>
                <a:gd name="T6" fmla="*/ 387570 w 577"/>
                <a:gd name="T7" fmla="*/ 0 h 697"/>
                <a:gd name="T8" fmla="*/ 955675 w 577"/>
                <a:gd name="T9" fmla="*/ 11607 h 697"/>
                <a:gd name="T10" fmla="*/ 289849 w 577"/>
                <a:gd name="T11" fmla="*/ 1155700 h 697"/>
                <a:gd name="T12" fmla="*/ 0 w 577"/>
                <a:gd name="T13" fmla="*/ 664901 h 697"/>
                <a:gd name="T14" fmla="*/ 256724 w 577"/>
                <a:gd name="T15" fmla="*/ 419501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697">
                  <a:moveTo>
                    <a:pt x="155" y="253"/>
                  </a:moveTo>
                  <a:cubicBezTo>
                    <a:pt x="100" y="172"/>
                    <a:pt x="100" y="172"/>
                    <a:pt x="100" y="172"/>
                  </a:cubicBezTo>
                  <a:cubicBezTo>
                    <a:pt x="198" y="172"/>
                    <a:pt x="198" y="172"/>
                    <a:pt x="198" y="172"/>
                  </a:cubicBezTo>
                  <a:cubicBezTo>
                    <a:pt x="220" y="119"/>
                    <a:pt x="233" y="61"/>
                    <a:pt x="234" y="0"/>
                  </a:cubicBezTo>
                  <a:cubicBezTo>
                    <a:pt x="577" y="7"/>
                    <a:pt x="577" y="7"/>
                    <a:pt x="577" y="7"/>
                  </a:cubicBezTo>
                  <a:cubicBezTo>
                    <a:pt x="571" y="291"/>
                    <a:pt x="419" y="551"/>
                    <a:pt x="175" y="697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62" y="364"/>
                    <a:pt x="115" y="314"/>
                    <a:pt x="155" y="25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BA4524F2-F2E0-799F-C656-C1CBAC450B0D}"/>
              </a:ext>
            </a:extLst>
          </p:cNvPr>
          <p:cNvGrpSpPr/>
          <p:nvPr/>
        </p:nvGrpSpPr>
        <p:grpSpPr>
          <a:xfrm>
            <a:off x="6805843" y="3488181"/>
            <a:ext cx="1159306" cy="1408974"/>
            <a:chOff x="6805843" y="3488181"/>
            <a:chExt cx="1159306" cy="1408974"/>
          </a:xfrm>
        </p:grpSpPr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FDB04F97-F40A-BB43-5C3D-6B9CB3BA5C5B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6805843" y="3488181"/>
              <a:ext cx="1159306" cy="1408974"/>
            </a:xfrm>
            <a:custGeom>
              <a:avLst/>
              <a:gdLst>
                <a:gd name="T0" fmla="*/ 0 w 574"/>
                <a:gd name="T1" fmla="*/ 485825 h 697"/>
                <a:gd name="T2" fmla="*/ 294882 w 574"/>
                <a:gd name="T3" fmla="*/ 0 h 697"/>
                <a:gd name="T4" fmla="*/ 950913 w 574"/>
                <a:gd name="T5" fmla="*/ 1147409 h 697"/>
                <a:gd name="T6" fmla="*/ 382685 w 574"/>
                <a:gd name="T7" fmla="*/ 1155700 h 697"/>
                <a:gd name="T8" fmla="*/ 314762 w 574"/>
                <a:gd name="T9" fmla="*/ 842318 h 697"/>
                <a:gd name="T10" fmla="*/ 150755 w 574"/>
                <a:gd name="T11" fmla="*/ 847292 h 697"/>
                <a:gd name="T12" fmla="*/ 238557 w 574"/>
                <a:gd name="T13" fmla="*/ 709669 h 697"/>
                <a:gd name="T14" fmla="*/ 0 w 574"/>
                <a:gd name="T15" fmla="*/ 485825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4" h="697">
                  <a:moveTo>
                    <a:pt x="0" y="293"/>
                  </a:moveTo>
                  <a:cubicBezTo>
                    <a:pt x="178" y="0"/>
                    <a:pt x="178" y="0"/>
                    <a:pt x="178" y="0"/>
                  </a:cubicBezTo>
                  <a:cubicBezTo>
                    <a:pt x="421" y="147"/>
                    <a:pt x="571" y="409"/>
                    <a:pt x="574" y="692"/>
                  </a:cubicBezTo>
                  <a:cubicBezTo>
                    <a:pt x="231" y="697"/>
                    <a:pt x="231" y="697"/>
                    <a:pt x="231" y="697"/>
                  </a:cubicBezTo>
                  <a:cubicBezTo>
                    <a:pt x="230" y="630"/>
                    <a:pt x="215" y="566"/>
                    <a:pt x="190" y="508"/>
                  </a:cubicBezTo>
                  <a:cubicBezTo>
                    <a:pt x="91" y="511"/>
                    <a:pt x="91" y="511"/>
                    <a:pt x="91" y="511"/>
                  </a:cubicBezTo>
                  <a:cubicBezTo>
                    <a:pt x="144" y="428"/>
                    <a:pt x="144" y="428"/>
                    <a:pt x="144" y="428"/>
                  </a:cubicBezTo>
                  <a:cubicBezTo>
                    <a:pt x="106" y="374"/>
                    <a:pt x="57" y="328"/>
                    <a:pt x="0" y="29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F4C201E4-7C5C-59CC-68AB-E00A3106C5B9}"/>
                </a:ext>
              </a:extLst>
            </p:cNvPr>
            <p:cNvSpPr>
              <a:spLocks/>
            </p:cNvSpPr>
            <p:nvPr/>
          </p:nvSpPr>
          <p:spPr bwMode="auto">
            <a:xfrm rot="1777559">
              <a:off x="6805843" y="3488181"/>
              <a:ext cx="1159306" cy="1408974"/>
            </a:xfrm>
            <a:custGeom>
              <a:avLst/>
              <a:gdLst>
                <a:gd name="T0" fmla="*/ 0 w 574"/>
                <a:gd name="T1" fmla="*/ 485825 h 697"/>
                <a:gd name="T2" fmla="*/ 294882 w 574"/>
                <a:gd name="T3" fmla="*/ 0 h 697"/>
                <a:gd name="T4" fmla="*/ 950913 w 574"/>
                <a:gd name="T5" fmla="*/ 1147409 h 697"/>
                <a:gd name="T6" fmla="*/ 382685 w 574"/>
                <a:gd name="T7" fmla="*/ 1155700 h 697"/>
                <a:gd name="T8" fmla="*/ 314762 w 574"/>
                <a:gd name="T9" fmla="*/ 842318 h 697"/>
                <a:gd name="T10" fmla="*/ 150755 w 574"/>
                <a:gd name="T11" fmla="*/ 847292 h 697"/>
                <a:gd name="T12" fmla="*/ 238557 w 574"/>
                <a:gd name="T13" fmla="*/ 709669 h 697"/>
                <a:gd name="T14" fmla="*/ 0 w 574"/>
                <a:gd name="T15" fmla="*/ 485825 h 6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4" h="697">
                  <a:moveTo>
                    <a:pt x="0" y="293"/>
                  </a:moveTo>
                  <a:cubicBezTo>
                    <a:pt x="178" y="0"/>
                    <a:pt x="178" y="0"/>
                    <a:pt x="178" y="0"/>
                  </a:cubicBezTo>
                  <a:cubicBezTo>
                    <a:pt x="421" y="147"/>
                    <a:pt x="571" y="409"/>
                    <a:pt x="574" y="692"/>
                  </a:cubicBezTo>
                  <a:cubicBezTo>
                    <a:pt x="231" y="697"/>
                    <a:pt x="231" y="697"/>
                    <a:pt x="231" y="697"/>
                  </a:cubicBezTo>
                  <a:cubicBezTo>
                    <a:pt x="230" y="630"/>
                    <a:pt x="215" y="566"/>
                    <a:pt x="190" y="508"/>
                  </a:cubicBezTo>
                  <a:cubicBezTo>
                    <a:pt x="91" y="511"/>
                    <a:pt x="91" y="511"/>
                    <a:pt x="91" y="511"/>
                  </a:cubicBezTo>
                  <a:cubicBezTo>
                    <a:pt x="144" y="428"/>
                    <a:pt x="144" y="428"/>
                    <a:pt x="144" y="428"/>
                  </a:cubicBezTo>
                  <a:cubicBezTo>
                    <a:pt x="106" y="374"/>
                    <a:pt x="57" y="328"/>
                    <a:pt x="0" y="29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72C2A094-3563-5F81-6690-CA7DE016A1C4}"/>
              </a:ext>
            </a:extLst>
          </p:cNvPr>
          <p:cNvSpPr txBox="1"/>
          <p:nvPr/>
        </p:nvSpPr>
        <p:spPr>
          <a:xfrm>
            <a:off x="1126662" y="2817200"/>
            <a:ext cx="3003548" cy="679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7F85CC1-6D33-3582-AFDB-8DE27C4E34AF}"/>
              </a:ext>
            </a:extLst>
          </p:cNvPr>
          <p:cNvSpPr txBox="1"/>
          <p:nvPr/>
        </p:nvSpPr>
        <p:spPr>
          <a:xfrm>
            <a:off x="1937315" y="2489808"/>
            <a:ext cx="2192895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tx2"/>
                </a:solidFill>
                <a:latin typeface="+mj-ea"/>
                <a:ea typeface="+mj-ea"/>
              </a:rPr>
              <a:t>在此输入标题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FDA28F8-5A2A-D31B-F381-AE5088440696}"/>
              </a:ext>
            </a:extLst>
          </p:cNvPr>
          <p:cNvSpPr txBox="1"/>
          <p:nvPr/>
        </p:nvSpPr>
        <p:spPr>
          <a:xfrm>
            <a:off x="8045675" y="2817200"/>
            <a:ext cx="3003548" cy="638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B2B6484-471D-EF74-CCBB-65809EDC4C24}"/>
              </a:ext>
            </a:extLst>
          </p:cNvPr>
          <p:cNvSpPr txBox="1"/>
          <p:nvPr/>
        </p:nvSpPr>
        <p:spPr>
          <a:xfrm>
            <a:off x="8045675" y="2489808"/>
            <a:ext cx="2192895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2"/>
                </a:solidFill>
                <a:latin typeface="+mj-ea"/>
                <a:ea typeface="+mj-ea"/>
              </a:rPr>
              <a:t>在此输入标题</a:t>
            </a:r>
          </a:p>
          <a:p>
            <a:pPr>
              <a:lnSpc>
                <a:spcPct val="130000"/>
              </a:lnSpc>
            </a:pPr>
            <a:endParaRPr lang="zh-CN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72B0D95-C201-A684-4857-6A89AC961579}"/>
              </a:ext>
            </a:extLst>
          </p:cNvPr>
          <p:cNvSpPr txBox="1"/>
          <p:nvPr/>
        </p:nvSpPr>
        <p:spPr>
          <a:xfrm>
            <a:off x="1126662" y="4048148"/>
            <a:ext cx="3003548" cy="679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FF98628-FA5B-3B2B-CE0C-58F49440400B}"/>
              </a:ext>
            </a:extLst>
          </p:cNvPr>
          <p:cNvSpPr txBox="1"/>
          <p:nvPr/>
        </p:nvSpPr>
        <p:spPr>
          <a:xfrm>
            <a:off x="1641736" y="3720756"/>
            <a:ext cx="2488474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accent3"/>
                </a:solidFill>
                <a:latin typeface="+mj-ea"/>
                <a:ea typeface="+mj-ea"/>
              </a:rPr>
              <a:t>在此输入标题</a:t>
            </a:r>
            <a:endParaRPr lang="zh-CN" altLang="en-US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CDCB697-4E3A-0D25-2DF4-D50C82AF30A1}"/>
              </a:ext>
            </a:extLst>
          </p:cNvPr>
          <p:cNvSpPr txBox="1"/>
          <p:nvPr/>
        </p:nvSpPr>
        <p:spPr>
          <a:xfrm>
            <a:off x="8045675" y="4048148"/>
            <a:ext cx="3003548" cy="679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E017D20-3B65-E453-C3D8-48749A54D5F8}"/>
              </a:ext>
            </a:extLst>
          </p:cNvPr>
          <p:cNvSpPr txBox="1"/>
          <p:nvPr/>
        </p:nvSpPr>
        <p:spPr>
          <a:xfrm>
            <a:off x="8045675" y="3720756"/>
            <a:ext cx="2488474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accent3"/>
                </a:solidFill>
                <a:latin typeface="+mj-ea"/>
                <a:ea typeface="+mj-ea"/>
              </a:rPr>
              <a:t>在此输入标题</a:t>
            </a:r>
            <a:endParaRPr lang="zh-CN" altLang="en-US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ABC4B2C-8987-AECB-5887-D23D849B66E8}"/>
              </a:ext>
            </a:extLst>
          </p:cNvPr>
          <p:cNvSpPr txBox="1"/>
          <p:nvPr/>
        </p:nvSpPr>
        <p:spPr>
          <a:xfrm>
            <a:off x="1126662" y="5279096"/>
            <a:ext cx="3003548" cy="679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D9A7475-C8F8-E0A6-48E5-ADA1B7A5EE4F}"/>
              </a:ext>
            </a:extLst>
          </p:cNvPr>
          <p:cNvSpPr txBox="1"/>
          <p:nvPr/>
        </p:nvSpPr>
        <p:spPr>
          <a:xfrm>
            <a:off x="2193179" y="4951704"/>
            <a:ext cx="1937031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tx2"/>
                </a:solidFill>
                <a:latin typeface="+mj-ea"/>
                <a:ea typeface="+mj-ea"/>
              </a:rPr>
              <a:t>在此输入标题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29F6876-4E3B-7994-2D1B-E59D0B64B8D2}"/>
              </a:ext>
            </a:extLst>
          </p:cNvPr>
          <p:cNvSpPr txBox="1"/>
          <p:nvPr/>
        </p:nvSpPr>
        <p:spPr>
          <a:xfrm>
            <a:off x="8045675" y="5279096"/>
            <a:ext cx="3003548" cy="679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6D7408A-DBD9-4868-0ACA-A6F408C8C8A2}"/>
              </a:ext>
            </a:extLst>
          </p:cNvPr>
          <p:cNvSpPr txBox="1"/>
          <p:nvPr/>
        </p:nvSpPr>
        <p:spPr>
          <a:xfrm>
            <a:off x="8045675" y="4951704"/>
            <a:ext cx="1937031" cy="3052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2"/>
                </a:solidFill>
                <a:latin typeface="+mj-ea"/>
                <a:ea typeface="+mj-ea"/>
              </a:rPr>
              <a:t>在此输入标题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04E8C42-96ED-5272-62AC-DD8D0B29539E}"/>
              </a:ext>
            </a:extLst>
          </p:cNvPr>
          <p:cNvGrpSpPr/>
          <p:nvPr/>
        </p:nvGrpSpPr>
        <p:grpSpPr>
          <a:xfrm>
            <a:off x="6559646" y="3003980"/>
            <a:ext cx="314250" cy="313214"/>
            <a:chOff x="1853706" y="4613088"/>
            <a:chExt cx="217508" cy="216791"/>
          </a:xfrm>
          <a:solidFill>
            <a:schemeClr val="tx2"/>
          </a:solidFill>
        </p:grpSpPr>
        <p:sp>
          <p:nvSpPr>
            <p:cNvPr id="82" name="Freeform 38">
              <a:extLst>
                <a:ext uri="{FF2B5EF4-FFF2-40B4-BE49-F238E27FC236}">
                  <a16:creationId xmlns:a16="http://schemas.microsoft.com/office/drawing/2014/main" id="{3E3C6BC7-7073-BBB3-C1CC-D8D6EE01FF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3706" y="4613088"/>
              <a:ext cx="217508" cy="216791"/>
            </a:xfrm>
            <a:custGeom>
              <a:avLst/>
              <a:gdLst>
                <a:gd name="T0" fmla="*/ 122 w 128"/>
                <a:gd name="T1" fmla="*/ 0 h 128"/>
                <a:gd name="T2" fmla="*/ 6 w 128"/>
                <a:gd name="T3" fmla="*/ 0 h 128"/>
                <a:gd name="T4" fmla="*/ 0 w 128"/>
                <a:gd name="T5" fmla="*/ 6 h 128"/>
                <a:gd name="T6" fmla="*/ 0 w 128"/>
                <a:gd name="T7" fmla="*/ 122 h 128"/>
                <a:gd name="T8" fmla="*/ 6 w 128"/>
                <a:gd name="T9" fmla="*/ 128 h 128"/>
                <a:gd name="T10" fmla="*/ 122 w 128"/>
                <a:gd name="T11" fmla="*/ 128 h 128"/>
                <a:gd name="T12" fmla="*/ 128 w 128"/>
                <a:gd name="T13" fmla="*/ 122 h 128"/>
                <a:gd name="T14" fmla="*/ 128 w 128"/>
                <a:gd name="T15" fmla="*/ 6 h 128"/>
                <a:gd name="T16" fmla="*/ 122 w 128"/>
                <a:gd name="T17" fmla="*/ 0 h 128"/>
                <a:gd name="T18" fmla="*/ 123 w 128"/>
                <a:gd name="T19" fmla="*/ 123 h 128"/>
                <a:gd name="T20" fmla="*/ 5 w 128"/>
                <a:gd name="T21" fmla="*/ 123 h 128"/>
                <a:gd name="T22" fmla="*/ 5 w 128"/>
                <a:gd name="T23" fmla="*/ 4 h 128"/>
                <a:gd name="T24" fmla="*/ 123 w 128"/>
                <a:gd name="T25" fmla="*/ 4 h 128"/>
                <a:gd name="T26" fmla="*/ 123 w 128"/>
                <a:gd name="T2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2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123"/>
                  </a:ln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BDE1A6A2-AF33-9A28-D62A-396F3D9F5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599" y="4641802"/>
              <a:ext cx="145723" cy="45942"/>
            </a:xfrm>
            <a:custGeom>
              <a:avLst/>
              <a:gdLst>
                <a:gd name="T0" fmla="*/ 2 w 86"/>
                <a:gd name="T1" fmla="*/ 16 h 27"/>
                <a:gd name="T2" fmla="*/ 8 w 86"/>
                <a:gd name="T3" fmla="*/ 16 h 27"/>
                <a:gd name="T4" fmla="*/ 8 w 86"/>
                <a:gd name="T5" fmla="*/ 17 h 27"/>
                <a:gd name="T6" fmla="*/ 21 w 86"/>
                <a:gd name="T7" fmla="*/ 27 h 27"/>
                <a:gd name="T8" fmla="*/ 34 w 86"/>
                <a:gd name="T9" fmla="*/ 17 h 27"/>
                <a:gd name="T10" fmla="*/ 34 w 86"/>
                <a:gd name="T11" fmla="*/ 16 h 27"/>
                <a:gd name="T12" fmla="*/ 84 w 86"/>
                <a:gd name="T13" fmla="*/ 16 h 27"/>
                <a:gd name="T14" fmla="*/ 86 w 86"/>
                <a:gd name="T15" fmla="*/ 13 h 27"/>
                <a:gd name="T16" fmla="*/ 84 w 86"/>
                <a:gd name="T17" fmla="*/ 11 h 27"/>
                <a:gd name="T18" fmla="*/ 34 w 86"/>
                <a:gd name="T19" fmla="*/ 11 h 27"/>
                <a:gd name="T20" fmla="*/ 34 w 86"/>
                <a:gd name="T21" fmla="*/ 10 h 27"/>
                <a:gd name="T22" fmla="*/ 21 w 86"/>
                <a:gd name="T23" fmla="*/ 0 h 27"/>
                <a:gd name="T24" fmla="*/ 8 w 86"/>
                <a:gd name="T25" fmla="*/ 10 h 27"/>
                <a:gd name="T26" fmla="*/ 8 w 86"/>
                <a:gd name="T27" fmla="*/ 11 h 27"/>
                <a:gd name="T28" fmla="*/ 2 w 86"/>
                <a:gd name="T29" fmla="*/ 11 h 27"/>
                <a:gd name="T30" fmla="*/ 0 w 86"/>
                <a:gd name="T31" fmla="*/ 13 h 27"/>
                <a:gd name="T32" fmla="*/ 2 w 86"/>
                <a:gd name="T33" fmla="*/ 16 h 27"/>
                <a:gd name="T34" fmla="*/ 21 w 86"/>
                <a:gd name="T35" fmla="*/ 4 h 27"/>
                <a:gd name="T36" fmla="*/ 30 w 86"/>
                <a:gd name="T37" fmla="*/ 13 h 27"/>
                <a:gd name="T38" fmla="*/ 21 w 86"/>
                <a:gd name="T39" fmla="*/ 22 h 27"/>
                <a:gd name="T40" fmla="*/ 12 w 86"/>
                <a:gd name="T41" fmla="*/ 13 h 27"/>
                <a:gd name="T42" fmla="*/ 21 w 8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22"/>
                    <a:pt x="15" y="27"/>
                    <a:pt x="21" y="27"/>
                  </a:cubicBezTo>
                  <a:cubicBezTo>
                    <a:pt x="27" y="27"/>
                    <a:pt x="32" y="22"/>
                    <a:pt x="34" y="17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2" y="4"/>
                    <a:pt x="27" y="0"/>
                    <a:pt x="21" y="0"/>
                  </a:cubicBezTo>
                  <a:cubicBezTo>
                    <a:pt x="15" y="0"/>
                    <a:pt x="9" y="4"/>
                    <a:pt x="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6"/>
                    <a:pt x="2" y="16"/>
                  </a:cubicBezTo>
                  <a:close/>
                  <a:moveTo>
                    <a:pt x="21" y="4"/>
                  </a:moveTo>
                  <a:cubicBezTo>
                    <a:pt x="26" y="4"/>
                    <a:pt x="30" y="8"/>
                    <a:pt x="30" y="13"/>
                  </a:cubicBezTo>
                  <a:cubicBezTo>
                    <a:pt x="30" y="18"/>
                    <a:pt x="26" y="22"/>
                    <a:pt x="21" y="22"/>
                  </a:cubicBezTo>
                  <a:cubicBezTo>
                    <a:pt x="16" y="22"/>
                    <a:pt x="12" y="18"/>
                    <a:pt x="12" y="13"/>
                  </a:cubicBezTo>
                  <a:cubicBezTo>
                    <a:pt x="12" y="8"/>
                    <a:pt x="16" y="4"/>
                    <a:pt x="21" y="4"/>
                  </a:cubicBez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C3BD1921-4855-AE1C-781E-0F8779B394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599" y="4755223"/>
              <a:ext cx="145723" cy="44507"/>
            </a:xfrm>
            <a:custGeom>
              <a:avLst/>
              <a:gdLst>
                <a:gd name="T0" fmla="*/ 2 w 86"/>
                <a:gd name="T1" fmla="*/ 15 h 26"/>
                <a:gd name="T2" fmla="*/ 52 w 86"/>
                <a:gd name="T3" fmla="*/ 15 h 26"/>
                <a:gd name="T4" fmla="*/ 52 w 86"/>
                <a:gd name="T5" fmla="*/ 16 h 26"/>
                <a:gd name="T6" fmla="*/ 65 w 86"/>
                <a:gd name="T7" fmla="*/ 26 h 26"/>
                <a:gd name="T8" fmla="*/ 78 w 86"/>
                <a:gd name="T9" fmla="*/ 16 h 26"/>
                <a:gd name="T10" fmla="*/ 78 w 86"/>
                <a:gd name="T11" fmla="*/ 15 h 26"/>
                <a:gd name="T12" fmla="*/ 84 w 86"/>
                <a:gd name="T13" fmla="*/ 15 h 26"/>
                <a:gd name="T14" fmla="*/ 86 w 86"/>
                <a:gd name="T15" fmla="*/ 13 h 26"/>
                <a:gd name="T16" fmla="*/ 84 w 86"/>
                <a:gd name="T17" fmla="*/ 11 h 26"/>
                <a:gd name="T18" fmla="*/ 78 w 86"/>
                <a:gd name="T19" fmla="*/ 11 h 26"/>
                <a:gd name="T20" fmla="*/ 78 w 86"/>
                <a:gd name="T21" fmla="*/ 10 h 26"/>
                <a:gd name="T22" fmla="*/ 65 w 86"/>
                <a:gd name="T23" fmla="*/ 0 h 26"/>
                <a:gd name="T24" fmla="*/ 52 w 86"/>
                <a:gd name="T25" fmla="*/ 10 h 26"/>
                <a:gd name="T26" fmla="*/ 52 w 86"/>
                <a:gd name="T27" fmla="*/ 11 h 26"/>
                <a:gd name="T28" fmla="*/ 2 w 86"/>
                <a:gd name="T29" fmla="*/ 11 h 26"/>
                <a:gd name="T30" fmla="*/ 0 w 86"/>
                <a:gd name="T31" fmla="*/ 13 h 26"/>
                <a:gd name="T32" fmla="*/ 2 w 86"/>
                <a:gd name="T33" fmla="*/ 15 h 26"/>
                <a:gd name="T34" fmla="*/ 65 w 86"/>
                <a:gd name="T35" fmla="*/ 4 h 26"/>
                <a:gd name="T36" fmla="*/ 74 w 86"/>
                <a:gd name="T37" fmla="*/ 13 h 26"/>
                <a:gd name="T38" fmla="*/ 65 w 86"/>
                <a:gd name="T39" fmla="*/ 22 h 26"/>
                <a:gd name="T40" fmla="*/ 56 w 86"/>
                <a:gd name="T41" fmla="*/ 13 h 26"/>
                <a:gd name="T42" fmla="*/ 65 w 86"/>
                <a:gd name="T4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6">
                  <a:moveTo>
                    <a:pt x="2" y="15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4" y="22"/>
                    <a:pt x="59" y="26"/>
                    <a:pt x="65" y="26"/>
                  </a:cubicBezTo>
                  <a:cubicBezTo>
                    <a:pt x="71" y="26"/>
                    <a:pt x="77" y="22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7" y="4"/>
                    <a:pt x="71" y="0"/>
                    <a:pt x="65" y="0"/>
                  </a:cubicBezTo>
                  <a:cubicBezTo>
                    <a:pt x="59" y="0"/>
                    <a:pt x="54" y="4"/>
                    <a:pt x="52" y="10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lose/>
                  <a:moveTo>
                    <a:pt x="65" y="4"/>
                  </a:moveTo>
                  <a:cubicBezTo>
                    <a:pt x="70" y="4"/>
                    <a:pt x="74" y="8"/>
                    <a:pt x="74" y="13"/>
                  </a:cubicBezTo>
                  <a:cubicBezTo>
                    <a:pt x="74" y="18"/>
                    <a:pt x="70" y="22"/>
                    <a:pt x="65" y="22"/>
                  </a:cubicBezTo>
                  <a:cubicBezTo>
                    <a:pt x="60" y="22"/>
                    <a:pt x="56" y="18"/>
                    <a:pt x="56" y="13"/>
                  </a:cubicBezTo>
                  <a:cubicBezTo>
                    <a:pt x="56" y="8"/>
                    <a:pt x="60" y="4"/>
                    <a:pt x="65" y="4"/>
                  </a:cubicBez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41">
              <a:extLst>
                <a:ext uri="{FF2B5EF4-FFF2-40B4-BE49-F238E27FC236}">
                  <a16:creationId xmlns:a16="http://schemas.microsoft.com/office/drawing/2014/main" id="{49E4C074-A38A-54BE-F192-776788DED4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599" y="4697795"/>
              <a:ext cx="145723" cy="45942"/>
            </a:xfrm>
            <a:custGeom>
              <a:avLst/>
              <a:gdLst>
                <a:gd name="T0" fmla="*/ 2 w 86"/>
                <a:gd name="T1" fmla="*/ 16 h 27"/>
                <a:gd name="T2" fmla="*/ 30 w 86"/>
                <a:gd name="T3" fmla="*/ 16 h 27"/>
                <a:gd name="T4" fmla="*/ 30 w 86"/>
                <a:gd name="T5" fmla="*/ 17 h 27"/>
                <a:gd name="T6" fmla="*/ 43 w 86"/>
                <a:gd name="T7" fmla="*/ 27 h 27"/>
                <a:gd name="T8" fmla="*/ 56 w 86"/>
                <a:gd name="T9" fmla="*/ 17 h 27"/>
                <a:gd name="T10" fmla="*/ 56 w 86"/>
                <a:gd name="T11" fmla="*/ 16 h 27"/>
                <a:gd name="T12" fmla="*/ 84 w 86"/>
                <a:gd name="T13" fmla="*/ 16 h 27"/>
                <a:gd name="T14" fmla="*/ 86 w 86"/>
                <a:gd name="T15" fmla="*/ 14 h 27"/>
                <a:gd name="T16" fmla="*/ 84 w 86"/>
                <a:gd name="T17" fmla="*/ 11 h 27"/>
                <a:gd name="T18" fmla="*/ 56 w 86"/>
                <a:gd name="T19" fmla="*/ 11 h 27"/>
                <a:gd name="T20" fmla="*/ 56 w 86"/>
                <a:gd name="T21" fmla="*/ 10 h 27"/>
                <a:gd name="T22" fmla="*/ 43 w 86"/>
                <a:gd name="T23" fmla="*/ 0 h 27"/>
                <a:gd name="T24" fmla="*/ 30 w 86"/>
                <a:gd name="T25" fmla="*/ 10 h 27"/>
                <a:gd name="T26" fmla="*/ 30 w 86"/>
                <a:gd name="T27" fmla="*/ 11 h 27"/>
                <a:gd name="T28" fmla="*/ 2 w 86"/>
                <a:gd name="T29" fmla="*/ 11 h 27"/>
                <a:gd name="T30" fmla="*/ 0 w 86"/>
                <a:gd name="T31" fmla="*/ 14 h 27"/>
                <a:gd name="T32" fmla="*/ 2 w 86"/>
                <a:gd name="T33" fmla="*/ 16 h 27"/>
                <a:gd name="T34" fmla="*/ 43 w 86"/>
                <a:gd name="T35" fmla="*/ 5 h 27"/>
                <a:gd name="T36" fmla="*/ 52 w 86"/>
                <a:gd name="T37" fmla="*/ 14 h 27"/>
                <a:gd name="T38" fmla="*/ 43 w 86"/>
                <a:gd name="T39" fmla="*/ 22 h 27"/>
                <a:gd name="T40" fmla="*/ 34 w 86"/>
                <a:gd name="T41" fmla="*/ 14 h 27"/>
                <a:gd name="T42" fmla="*/ 43 w 86"/>
                <a:gd name="T43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30" y="16"/>
                    <a:pt x="30" y="16"/>
                    <a:pt x="30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2" y="23"/>
                    <a:pt x="37" y="27"/>
                    <a:pt x="43" y="27"/>
                  </a:cubicBezTo>
                  <a:cubicBezTo>
                    <a:pt x="49" y="27"/>
                    <a:pt x="54" y="23"/>
                    <a:pt x="56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5"/>
                    <a:pt x="86" y="14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4" y="4"/>
                    <a:pt x="49" y="0"/>
                    <a:pt x="43" y="0"/>
                  </a:cubicBezTo>
                  <a:cubicBezTo>
                    <a:pt x="37" y="0"/>
                    <a:pt x="32" y="4"/>
                    <a:pt x="30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lose/>
                  <a:moveTo>
                    <a:pt x="43" y="5"/>
                  </a:moveTo>
                  <a:cubicBezTo>
                    <a:pt x="48" y="5"/>
                    <a:pt x="52" y="9"/>
                    <a:pt x="52" y="14"/>
                  </a:cubicBezTo>
                  <a:cubicBezTo>
                    <a:pt x="52" y="18"/>
                    <a:pt x="48" y="22"/>
                    <a:pt x="43" y="22"/>
                  </a:cubicBezTo>
                  <a:cubicBezTo>
                    <a:pt x="38" y="22"/>
                    <a:pt x="34" y="18"/>
                    <a:pt x="34" y="14"/>
                  </a:cubicBezTo>
                  <a:cubicBezTo>
                    <a:pt x="34" y="9"/>
                    <a:pt x="38" y="5"/>
                    <a:pt x="43" y="5"/>
                  </a:cubicBez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4ED3481D-3179-4A34-D012-BE88D47775CE}"/>
              </a:ext>
            </a:extLst>
          </p:cNvPr>
          <p:cNvGrpSpPr/>
          <p:nvPr/>
        </p:nvGrpSpPr>
        <p:grpSpPr>
          <a:xfrm>
            <a:off x="7240671" y="4064378"/>
            <a:ext cx="313213" cy="313214"/>
            <a:chOff x="985110" y="4613088"/>
            <a:chExt cx="216790" cy="216791"/>
          </a:xfrm>
          <a:solidFill>
            <a:schemeClr val="tx2"/>
          </a:solidFill>
        </p:grpSpPr>
        <p:sp>
          <p:nvSpPr>
            <p:cNvPr id="87" name="Freeform 48">
              <a:extLst>
                <a:ext uri="{FF2B5EF4-FFF2-40B4-BE49-F238E27FC236}">
                  <a16:creationId xmlns:a16="http://schemas.microsoft.com/office/drawing/2014/main" id="{5C07D5B6-9661-24FE-0286-A91CD414E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110" y="4613088"/>
              <a:ext cx="216790" cy="216791"/>
            </a:xfrm>
            <a:custGeom>
              <a:avLst/>
              <a:gdLst>
                <a:gd name="T0" fmla="*/ 116 w 128"/>
                <a:gd name="T1" fmla="*/ 77 h 128"/>
                <a:gd name="T2" fmla="*/ 128 w 128"/>
                <a:gd name="T3" fmla="*/ 50 h 128"/>
                <a:gd name="T4" fmla="*/ 116 w 128"/>
                <a:gd name="T5" fmla="*/ 49 h 128"/>
                <a:gd name="T6" fmla="*/ 111 w 128"/>
                <a:gd name="T7" fmla="*/ 36 h 128"/>
                <a:gd name="T8" fmla="*/ 100 w 128"/>
                <a:gd name="T9" fmla="*/ 9 h 128"/>
                <a:gd name="T10" fmla="*/ 91 w 128"/>
                <a:gd name="T11" fmla="*/ 16 h 128"/>
                <a:gd name="T12" fmla="*/ 77 w 128"/>
                <a:gd name="T13" fmla="*/ 11 h 128"/>
                <a:gd name="T14" fmla="*/ 51 w 128"/>
                <a:gd name="T15" fmla="*/ 0 h 128"/>
                <a:gd name="T16" fmla="*/ 50 w 128"/>
                <a:gd name="T17" fmla="*/ 11 h 128"/>
                <a:gd name="T18" fmla="*/ 36 w 128"/>
                <a:gd name="T19" fmla="*/ 17 h 128"/>
                <a:gd name="T20" fmla="*/ 9 w 128"/>
                <a:gd name="T21" fmla="*/ 28 h 128"/>
                <a:gd name="T22" fmla="*/ 17 w 128"/>
                <a:gd name="T23" fmla="*/ 37 h 128"/>
                <a:gd name="T24" fmla="*/ 11 w 128"/>
                <a:gd name="T25" fmla="*/ 50 h 128"/>
                <a:gd name="T26" fmla="*/ 0 w 128"/>
                <a:gd name="T27" fmla="*/ 77 h 128"/>
                <a:gd name="T28" fmla="*/ 12 w 128"/>
                <a:gd name="T29" fmla="*/ 78 h 128"/>
                <a:gd name="T30" fmla="*/ 17 w 128"/>
                <a:gd name="T31" fmla="*/ 91 h 128"/>
                <a:gd name="T32" fmla="*/ 28 w 128"/>
                <a:gd name="T33" fmla="*/ 118 h 128"/>
                <a:gd name="T34" fmla="*/ 37 w 128"/>
                <a:gd name="T35" fmla="*/ 111 h 128"/>
                <a:gd name="T36" fmla="*/ 51 w 128"/>
                <a:gd name="T37" fmla="*/ 116 h 128"/>
                <a:gd name="T38" fmla="*/ 77 w 128"/>
                <a:gd name="T39" fmla="*/ 128 h 128"/>
                <a:gd name="T40" fmla="*/ 78 w 128"/>
                <a:gd name="T41" fmla="*/ 116 h 128"/>
                <a:gd name="T42" fmla="*/ 92 w 128"/>
                <a:gd name="T43" fmla="*/ 110 h 128"/>
                <a:gd name="T44" fmla="*/ 119 w 128"/>
                <a:gd name="T45" fmla="*/ 99 h 128"/>
                <a:gd name="T46" fmla="*/ 111 w 128"/>
                <a:gd name="T47" fmla="*/ 90 h 128"/>
                <a:gd name="T48" fmla="*/ 112 w 128"/>
                <a:gd name="T49" fmla="*/ 99 h 128"/>
                <a:gd name="T50" fmla="*/ 92 w 128"/>
                <a:gd name="T51" fmla="*/ 105 h 128"/>
                <a:gd name="T52" fmla="*/ 77 w 128"/>
                <a:gd name="T53" fmla="*/ 111 h 128"/>
                <a:gd name="T54" fmla="*/ 73 w 128"/>
                <a:gd name="T55" fmla="*/ 123 h 128"/>
                <a:gd name="T56" fmla="*/ 55 w 128"/>
                <a:gd name="T57" fmla="*/ 113 h 128"/>
                <a:gd name="T58" fmla="*/ 40 w 128"/>
                <a:gd name="T59" fmla="*/ 107 h 128"/>
                <a:gd name="T60" fmla="*/ 28 w 128"/>
                <a:gd name="T61" fmla="*/ 112 h 128"/>
                <a:gd name="T62" fmla="*/ 23 w 128"/>
                <a:gd name="T63" fmla="*/ 92 h 128"/>
                <a:gd name="T64" fmla="*/ 16 w 128"/>
                <a:gd name="T65" fmla="*/ 77 h 128"/>
                <a:gd name="T66" fmla="*/ 5 w 128"/>
                <a:gd name="T67" fmla="*/ 72 h 128"/>
                <a:gd name="T68" fmla="*/ 15 w 128"/>
                <a:gd name="T69" fmla="*/ 55 h 128"/>
                <a:gd name="T70" fmla="*/ 21 w 128"/>
                <a:gd name="T71" fmla="*/ 39 h 128"/>
                <a:gd name="T72" fmla="*/ 16 w 128"/>
                <a:gd name="T73" fmla="*/ 28 h 128"/>
                <a:gd name="T74" fmla="*/ 36 w 128"/>
                <a:gd name="T75" fmla="*/ 23 h 128"/>
                <a:gd name="T76" fmla="*/ 51 w 128"/>
                <a:gd name="T77" fmla="*/ 16 h 128"/>
                <a:gd name="T78" fmla="*/ 55 w 128"/>
                <a:gd name="T79" fmla="*/ 4 h 128"/>
                <a:gd name="T80" fmla="*/ 73 w 128"/>
                <a:gd name="T81" fmla="*/ 15 h 128"/>
                <a:gd name="T82" fmla="*/ 88 w 128"/>
                <a:gd name="T83" fmla="*/ 20 h 128"/>
                <a:gd name="T84" fmla="*/ 100 w 128"/>
                <a:gd name="T85" fmla="*/ 15 h 128"/>
                <a:gd name="T86" fmla="*/ 105 w 128"/>
                <a:gd name="T87" fmla="*/ 35 h 128"/>
                <a:gd name="T88" fmla="*/ 112 w 128"/>
                <a:gd name="T89" fmla="*/ 50 h 128"/>
                <a:gd name="T90" fmla="*/ 123 w 128"/>
                <a:gd name="T91" fmla="*/ 55 h 128"/>
                <a:gd name="T92" fmla="*/ 113 w 128"/>
                <a:gd name="T93" fmla="*/ 72 h 128"/>
                <a:gd name="T94" fmla="*/ 107 w 128"/>
                <a:gd name="T95" fmla="*/ 88 h 128"/>
                <a:gd name="T96" fmla="*/ 112 w 128"/>
                <a:gd name="T97" fmla="*/ 9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16" y="78"/>
                  </a:moveTo>
                  <a:cubicBezTo>
                    <a:pt x="116" y="77"/>
                    <a:pt x="116" y="77"/>
                    <a:pt x="116" y="77"/>
                  </a:cubicBezTo>
                  <a:cubicBezTo>
                    <a:pt x="128" y="77"/>
                    <a:pt x="128" y="77"/>
                    <a:pt x="128" y="77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5" y="45"/>
                    <a:pt x="113" y="41"/>
                    <a:pt x="111" y="37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7" y="14"/>
                    <a:pt x="83" y="13"/>
                    <a:pt x="78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5" y="13"/>
                    <a:pt x="41" y="14"/>
                    <a:pt x="37" y="1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5" y="41"/>
                    <a:pt x="13" y="45"/>
                    <a:pt x="12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82"/>
                    <a:pt x="15" y="86"/>
                    <a:pt x="17" y="9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41" y="113"/>
                    <a:pt x="45" y="115"/>
                    <a:pt x="50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6"/>
                    <a:pt x="78" y="116"/>
                    <a:pt x="78" y="116"/>
                  </a:cubicBezTo>
                  <a:cubicBezTo>
                    <a:pt x="83" y="115"/>
                    <a:pt x="87" y="113"/>
                    <a:pt x="91" y="111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3" y="86"/>
                    <a:pt x="115" y="82"/>
                    <a:pt x="116" y="78"/>
                  </a:cubicBezTo>
                  <a:close/>
                  <a:moveTo>
                    <a:pt x="112" y="99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5" y="109"/>
                    <a:pt x="81" y="110"/>
                    <a:pt x="77" y="111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7" y="110"/>
                    <a:pt x="43" y="109"/>
                    <a:pt x="40" y="107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19" y="85"/>
                    <a:pt x="17" y="81"/>
                    <a:pt x="16" y="77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46"/>
                    <a:pt x="19" y="43"/>
                    <a:pt x="21" y="39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3" y="18"/>
                    <a:pt x="47" y="17"/>
                    <a:pt x="51" y="16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81" y="17"/>
                    <a:pt x="85" y="18"/>
                    <a:pt x="88" y="20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9" y="43"/>
                    <a:pt x="111" y="46"/>
                    <a:pt x="112" y="50"/>
                  </a:cubicBezTo>
                  <a:cubicBezTo>
                    <a:pt x="113" y="55"/>
                    <a:pt x="113" y="55"/>
                    <a:pt x="11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81"/>
                    <a:pt x="109" y="85"/>
                    <a:pt x="107" y="88"/>
                  </a:cubicBezTo>
                  <a:cubicBezTo>
                    <a:pt x="105" y="92"/>
                    <a:pt x="105" y="92"/>
                    <a:pt x="105" y="92"/>
                  </a:cubicBezTo>
                  <a:lnTo>
                    <a:pt x="112" y="99"/>
                  </a:ln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49">
              <a:extLst>
                <a:ext uri="{FF2B5EF4-FFF2-40B4-BE49-F238E27FC236}">
                  <a16:creationId xmlns:a16="http://schemas.microsoft.com/office/drawing/2014/main" id="{DAC3E75C-E5DD-E089-ADF1-A1FF1F6EDC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152" y="4679131"/>
              <a:ext cx="83270" cy="83271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5 h 49"/>
                <a:gd name="T4" fmla="*/ 25 w 49"/>
                <a:gd name="T5" fmla="*/ 49 h 49"/>
                <a:gd name="T6" fmla="*/ 49 w 49"/>
                <a:gd name="T7" fmla="*/ 25 h 49"/>
                <a:gd name="T8" fmla="*/ 25 w 49"/>
                <a:gd name="T9" fmla="*/ 0 h 49"/>
                <a:gd name="T10" fmla="*/ 39 w 49"/>
                <a:gd name="T11" fmla="*/ 39 h 49"/>
                <a:gd name="T12" fmla="*/ 25 w 49"/>
                <a:gd name="T13" fmla="*/ 45 h 49"/>
                <a:gd name="T14" fmla="*/ 11 w 49"/>
                <a:gd name="T15" fmla="*/ 39 h 49"/>
                <a:gd name="T16" fmla="*/ 5 w 49"/>
                <a:gd name="T17" fmla="*/ 25 h 49"/>
                <a:gd name="T18" fmla="*/ 11 w 49"/>
                <a:gd name="T19" fmla="*/ 10 h 49"/>
                <a:gd name="T20" fmla="*/ 25 w 49"/>
                <a:gd name="T21" fmla="*/ 5 h 49"/>
                <a:gd name="T22" fmla="*/ 39 w 49"/>
                <a:gd name="T23" fmla="*/ 10 h 49"/>
                <a:gd name="T24" fmla="*/ 45 w 49"/>
                <a:gd name="T25" fmla="*/ 25 h 49"/>
                <a:gd name="T26" fmla="*/ 39 w 49"/>
                <a:gd name="T2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5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39" y="39"/>
                  </a:moveTo>
                  <a:cubicBezTo>
                    <a:pt x="35" y="43"/>
                    <a:pt x="30" y="45"/>
                    <a:pt x="25" y="45"/>
                  </a:cubicBezTo>
                  <a:cubicBezTo>
                    <a:pt x="20" y="45"/>
                    <a:pt x="15" y="43"/>
                    <a:pt x="11" y="39"/>
                  </a:cubicBezTo>
                  <a:cubicBezTo>
                    <a:pt x="7" y="35"/>
                    <a:pt x="5" y="30"/>
                    <a:pt x="5" y="25"/>
                  </a:cubicBezTo>
                  <a:cubicBezTo>
                    <a:pt x="5" y="19"/>
                    <a:pt x="7" y="14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3" y="14"/>
                    <a:pt x="45" y="19"/>
                    <a:pt x="45" y="25"/>
                  </a:cubicBezTo>
                  <a:cubicBezTo>
                    <a:pt x="45" y="30"/>
                    <a:pt x="43" y="35"/>
                    <a:pt x="39" y="39"/>
                  </a:cubicBezTo>
                  <a:close/>
                </a:path>
              </a:pathLst>
            </a:custGeom>
            <a:grpFill/>
            <a:ln w="1270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6D70AD6-8647-44F1-2500-6C5C3E46338D}"/>
              </a:ext>
            </a:extLst>
          </p:cNvPr>
          <p:cNvGrpSpPr/>
          <p:nvPr/>
        </p:nvGrpSpPr>
        <p:grpSpPr>
          <a:xfrm>
            <a:off x="5297871" y="5250905"/>
            <a:ext cx="314250" cy="314250"/>
            <a:chOff x="10118634" y="4181145"/>
            <a:chExt cx="217508" cy="217508"/>
          </a:xfrm>
          <a:solidFill>
            <a:schemeClr val="tx2"/>
          </a:solidFill>
        </p:grpSpPr>
        <p:sp>
          <p:nvSpPr>
            <p:cNvPr id="90" name="Freeform 68">
              <a:extLst>
                <a:ext uri="{FF2B5EF4-FFF2-40B4-BE49-F238E27FC236}">
                  <a16:creationId xmlns:a16="http://schemas.microsoft.com/office/drawing/2014/main" id="{45D2A459-1207-7B5F-E0FF-439A2866FD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8634" y="4181145"/>
              <a:ext cx="217508" cy="217508"/>
            </a:xfrm>
            <a:custGeom>
              <a:avLst/>
              <a:gdLst>
                <a:gd name="T0" fmla="*/ 127 w 128"/>
                <a:gd name="T1" fmla="*/ 28 h 128"/>
                <a:gd name="T2" fmla="*/ 127 w 128"/>
                <a:gd name="T3" fmla="*/ 28 h 128"/>
                <a:gd name="T4" fmla="*/ 100 w 128"/>
                <a:gd name="T5" fmla="*/ 1 h 128"/>
                <a:gd name="T6" fmla="*/ 98 w 128"/>
                <a:gd name="T7" fmla="*/ 0 h 128"/>
                <a:gd name="T8" fmla="*/ 6 w 128"/>
                <a:gd name="T9" fmla="*/ 0 h 128"/>
                <a:gd name="T10" fmla="*/ 0 w 128"/>
                <a:gd name="T11" fmla="*/ 6 h 128"/>
                <a:gd name="T12" fmla="*/ 0 w 128"/>
                <a:gd name="T13" fmla="*/ 122 h 128"/>
                <a:gd name="T14" fmla="*/ 6 w 128"/>
                <a:gd name="T15" fmla="*/ 128 h 128"/>
                <a:gd name="T16" fmla="*/ 122 w 128"/>
                <a:gd name="T17" fmla="*/ 128 h 128"/>
                <a:gd name="T18" fmla="*/ 128 w 128"/>
                <a:gd name="T19" fmla="*/ 122 h 128"/>
                <a:gd name="T20" fmla="*/ 128 w 128"/>
                <a:gd name="T21" fmla="*/ 30 h 128"/>
                <a:gd name="T22" fmla="*/ 127 w 128"/>
                <a:gd name="T23" fmla="*/ 28 h 128"/>
                <a:gd name="T24" fmla="*/ 44 w 128"/>
                <a:gd name="T25" fmla="*/ 5 h 128"/>
                <a:gd name="T26" fmla="*/ 91 w 128"/>
                <a:gd name="T27" fmla="*/ 5 h 128"/>
                <a:gd name="T28" fmla="*/ 91 w 128"/>
                <a:gd name="T29" fmla="*/ 37 h 128"/>
                <a:gd name="T30" fmla="*/ 44 w 128"/>
                <a:gd name="T31" fmla="*/ 37 h 128"/>
                <a:gd name="T32" fmla="*/ 44 w 128"/>
                <a:gd name="T33" fmla="*/ 5 h 128"/>
                <a:gd name="T34" fmla="*/ 101 w 128"/>
                <a:gd name="T35" fmla="*/ 123 h 128"/>
                <a:gd name="T36" fmla="*/ 27 w 128"/>
                <a:gd name="T37" fmla="*/ 123 h 128"/>
                <a:gd name="T38" fmla="*/ 27 w 128"/>
                <a:gd name="T39" fmla="*/ 76 h 128"/>
                <a:gd name="T40" fmla="*/ 101 w 128"/>
                <a:gd name="T41" fmla="*/ 76 h 128"/>
                <a:gd name="T42" fmla="*/ 101 w 128"/>
                <a:gd name="T43" fmla="*/ 123 h 128"/>
                <a:gd name="T44" fmla="*/ 123 w 128"/>
                <a:gd name="T45" fmla="*/ 123 h 128"/>
                <a:gd name="T46" fmla="*/ 106 w 128"/>
                <a:gd name="T47" fmla="*/ 123 h 128"/>
                <a:gd name="T48" fmla="*/ 106 w 128"/>
                <a:gd name="T49" fmla="*/ 78 h 128"/>
                <a:gd name="T50" fmla="*/ 100 w 128"/>
                <a:gd name="T51" fmla="*/ 72 h 128"/>
                <a:gd name="T52" fmla="*/ 28 w 128"/>
                <a:gd name="T53" fmla="*/ 72 h 128"/>
                <a:gd name="T54" fmla="*/ 22 w 128"/>
                <a:gd name="T55" fmla="*/ 78 h 128"/>
                <a:gd name="T56" fmla="*/ 22 w 128"/>
                <a:gd name="T57" fmla="*/ 123 h 128"/>
                <a:gd name="T58" fmla="*/ 5 w 128"/>
                <a:gd name="T59" fmla="*/ 123 h 128"/>
                <a:gd name="T60" fmla="*/ 5 w 128"/>
                <a:gd name="T61" fmla="*/ 5 h 128"/>
                <a:gd name="T62" fmla="*/ 39 w 128"/>
                <a:gd name="T63" fmla="*/ 5 h 128"/>
                <a:gd name="T64" fmla="*/ 39 w 128"/>
                <a:gd name="T65" fmla="*/ 36 h 128"/>
                <a:gd name="T66" fmla="*/ 45 w 128"/>
                <a:gd name="T67" fmla="*/ 42 h 128"/>
                <a:gd name="T68" fmla="*/ 90 w 128"/>
                <a:gd name="T69" fmla="*/ 42 h 128"/>
                <a:gd name="T70" fmla="*/ 96 w 128"/>
                <a:gd name="T71" fmla="*/ 36 h 128"/>
                <a:gd name="T72" fmla="*/ 96 w 128"/>
                <a:gd name="T73" fmla="*/ 3 h 128"/>
                <a:gd name="T74" fmla="*/ 123 w 128"/>
                <a:gd name="T75" fmla="*/ 31 h 128"/>
                <a:gd name="T76" fmla="*/ 123 w 128"/>
                <a:gd name="T7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8" h="128">
                  <a:moveTo>
                    <a:pt x="127" y="28"/>
                  </a:moveTo>
                  <a:cubicBezTo>
                    <a:pt x="127" y="28"/>
                    <a:pt x="127" y="28"/>
                    <a:pt x="127" y="28"/>
                  </a:cubicBezTo>
                  <a:cubicBezTo>
                    <a:pt x="100" y="1"/>
                    <a:pt x="100" y="1"/>
                    <a:pt x="100" y="1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30"/>
                    <a:pt x="128" y="30"/>
                    <a:pt x="128" y="30"/>
                  </a:cubicBezTo>
                  <a:cubicBezTo>
                    <a:pt x="128" y="29"/>
                    <a:pt x="128" y="29"/>
                    <a:pt x="127" y="28"/>
                  </a:cubicBezTo>
                  <a:close/>
                  <a:moveTo>
                    <a:pt x="44" y="5"/>
                  </a:moveTo>
                  <a:cubicBezTo>
                    <a:pt x="91" y="5"/>
                    <a:pt x="91" y="5"/>
                    <a:pt x="91" y="5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44" y="37"/>
                    <a:pt x="44" y="37"/>
                    <a:pt x="44" y="37"/>
                  </a:cubicBezTo>
                  <a:lnTo>
                    <a:pt x="44" y="5"/>
                  </a:lnTo>
                  <a:close/>
                  <a:moveTo>
                    <a:pt x="101" y="123"/>
                  </a:moveTo>
                  <a:cubicBezTo>
                    <a:pt x="27" y="123"/>
                    <a:pt x="27" y="123"/>
                    <a:pt x="27" y="123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101" y="76"/>
                    <a:pt x="101" y="76"/>
                    <a:pt x="101" y="76"/>
                  </a:cubicBezTo>
                  <a:lnTo>
                    <a:pt x="101" y="123"/>
                  </a:lnTo>
                  <a:close/>
                  <a:moveTo>
                    <a:pt x="123" y="123"/>
                  </a:moveTo>
                  <a:cubicBezTo>
                    <a:pt x="106" y="123"/>
                    <a:pt x="106" y="123"/>
                    <a:pt x="106" y="123"/>
                  </a:cubicBezTo>
                  <a:cubicBezTo>
                    <a:pt x="106" y="78"/>
                    <a:pt x="106" y="78"/>
                    <a:pt x="106" y="78"/>
                  </a:cubicBezTo>
                  <a:cubicBezTo>
                    <a:pt x="106" y="74"/>
                    <a:pt x="103" y="72"/>
                    <a:pt x="100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5" y="72"/>
                    <a:pt x="22" y="74"/>
                    <a:pt x="22" y="78"/>
                  </a:cubicBezTo>
                  <a:cubicBezTo>
                    <a:pt x="22" y="123"/>
                    <a:pt x="22" y="123"/>
                    <a:pt x="22" y="123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9"/>
                    <a:pt x="42" y="42"/>
                    <a:pt x="45" y="42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3" y="42"/>
                    <a:pt x="96" y="39"/>
                    <a:pt x="96" y="36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123" y="31"/>
                    <a:pt x="123" y="31"/>
                    <a:pt x="123" y="31"/>
                  </a:cubicBezTo>
                  <a:lnTo>
                    <a:pt x="123" y="123"/>
                  </a:ln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69">
              <a:extLst>
                <a:ext uri="{FF2B5EF4-FFF2-40B4-BE49-F238E27FC236}">
                  <a16:creationId xmlns:a16="http://schemas.microsoft.com/office/drawing/2014/main" id="{4A41A1A9-422E-9F44-33D2-CC5A4FADA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0000" y="4206987"/>
              <a:ext cx="6461" cy="20100"/>
            </a:xfrm>
            <a:custGeom>
              <a:avLst/>
              <a:gdLst>
                <a:gd name="T0" fmla="*/ 2 w 4"/>
                <a:gd name="T1" fmla="*/ 0 h 12"/>
                <a:gd name="T2" fmla="*/ 0 w 4"/>
                <a:gd name="T3" fmla="*/ 2 h 12"/>
                <a:gd name="T4" fmla="*/ 0 w 4"/>
                <a:gd name="T5" fmla="*/ 10 h 12"/>
                <a:gd name="T6" fmla="*/ 2 w 4"/>
                <a:gd name="T7" fmla="*/ 12 h 12"/>
                <a:gd name="T8" fmla="*/ 4 w 4"/>
                <a:gd name="T9" fmla="*/ 10 h 12"/>
                <a:gd name="T10" fmla="*/ 4 w 4"/>
                <a:gd name="T11" fmla="*/ 2 h 12"/>
                <a:gd name="T12" fmla="*/ 2 w 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2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3" y="12"/>
                    <a:pt x="4" y="11"/>
                    <a:pt x="4" y="1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70">
              <a:extLst>
                <a:ext uri="{FF2B5EF4-FFF2-40B4-BE49-F238E27FC236}">
                  <a16:creationId xmlns:a16="http://schemas.microsoft.com/office/drawing/2014/main" id="{13926DF1-804F-F585-7A43-51E399B2C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804" y="4336200"/>
              <a:ext cx="91884" cy="6461"/>
            </a:xfrm>
            <a:custGeom>
              <a:avLst/>
              <a:gdLst>
                <a:gd name="T0" fmla="*/ 2 w 54"/>
                <a:gd name="T1" fmla="*/ 4 h 4"/>
                <a:gd name="T2" fmla="*/ 52 w 54"/>
                <a:gd name="T3" fmla="*/ 4 h 4"/>
                <a:gd name="T4" fmla="*/ 54 w 54"/>
                <a:gd name="T5" fmla="*/ 2 h 4"/>
                <a:gd name="T6" fmla="*/ 52 w 54"/>
                <a:gd name="T7" fmla="*/ 0 h 4"/>
                <a:gd name="T8" fmla="*/ 2 w 54"/>
                <a:gd name="T9" fmla="*/ 0 h 4"/>
                <a:gd name="T10" fmla="*/ 0 w 54"/>
                <a:gd name="T11" fmla="*/ 2 h 4"/>
                <a:gd name="T12" fmla="*/ 2 w 5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4">
                  <a:moveTo>
                    <a:pt x="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3" y="4"/>
                    <a:pt x="54" y="3"/>
                    <a:pt x="54" y="2"/>
                  </a:cubicBezTo>
                  <a:cubicBezTo>
                    <a:pt x="54" y="1"/>
                    <a:pt x="53" y="0"/>
                    <a:pt x="5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71">
              <a:extLst>
                <a:ext uri="{FF2B5EF4-FFF2-40B4-BE49-F238E27FC236}">
                  <a16:creationId xmlns:a16="http://schemas.microsoft.com/office/drawing/2014/main" id="{7E89E49B-A679-1AE8-F884-9DCAC38BD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804" y="4359889"/>
              <a:ext cx="91884" cy="7897"/>
            </a:xfrm>
            <a:custGeom>
              <a:avLst/>
              <a:gdLst>
                <a:gd name="T0" fmla="*/ 2 w 54"/>
                <a:gd name="T1" fmla="*/ 5 h 5"/>
                <a:gd name="T2" fmla="*/ 52 w 54"/>
                <a:gd name="T3" fmla="*/ 5 h 5"/>
                <a:gd name="T4" fmla="*/ 54 w 54"/>
                <a:gd name="T5" fmla="*/ 3 h 5"/>
                <a:gd name="T6" fmla="*/ 52 w 54"/>
                <a:gd name="T7" fmla="*/ 0 h 5"/>
                <a:gd name="T8" fmla="*/ 2 w 54"/>
                <a:gd name="T9" fmla="*/ 0 h 5"/>
                <a:gd name="T10" fmla="*/ 0 w 54"/>
                <a:gd name="T11" fmla="*/ 3 h 5"/>
                <a:gd name="T12" fmla="*/ 2 w 54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">
                  <a:moveTo>
                    <a:pt x="2" y="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3" y="5"/>
                    <a:pt x="54" y="4"/>
                    <a:pt x="54" y="3"/>
                  </a:cubicBezTo>
                  <a:cubicBezTo>
                    <a:pt x="54" y="1"/>
                    <a:pt x="53" y="0"/>
                    <a:pt x="5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4" name="Freeform 184">
            <a:extLst>
              <a:ext uri="{FF2B5EF4-FFF2-40B4-BE49-F238E27FC236}">
                <a16:creationId xmlns:a16="http://schemas.microsoft.com/office/drawing/2014/main" id="{48140E1F-BC2D-F590-2845-61946B7836AA}"/>
              </a:ext>
            </a:extLst>
          </p:cNvPr>
          <p:cNvSpPr>
            <a:spLocks noEditPoints="1"/>
          </p:cNvSpPr>
          <p:nvPr/>
        </p:nvSpPr>
        <p:spPr bwMode="auto">
          <a:xfrm>
            <a:off x="5272871" y="3017505"/>
            <a:ext cx="314250" cy="314250"/>
          </a:xfrm>
          <a:custGeom>
            <a:avLst/>
            <a:gdLst>
              <a:gd name="T0" fmla="*/ 122 w 128"/>
              <a:gd name="T1" fmla="*/ 72 h 128"/>
              <a:gd name="T2" fmla="*/ 122 w 128"/>
              <a:gd name="T3" fmla="*/ 71 h 128"/>
              <a:gd name="T4" fmla="*/ 128 w 128"/>
              <a:gd name="T5" fmla="*/ 50 h 128"/>
              <a:gd name="T6" fmla="*/ 64 w 128"/>
              <a:gd name="T7" fmla="*/ 0 h 128"/>
              <a:gd name="T8" fmla="*/ 0 w 128"/>
              <a:gd name="T9" fmla="*/ 50 h 128"/>
              <a:gd name="T10" fmla="*/ 14 w 128"/>
              <a:gd name="T11" fmla="*/ 82 h 128"/>
              <a:gd name="T12" fmla="*/ 14 w 128"/>
              <a:gd name="T13" fmla="*/ 82 h 128"/>
              <a:gd name="T14" fmla="*/ 10 w 128"/>
              <a:gd name="T15" fmla="*/ 108 h 128"/>
              <a:gd name="T16" fmla="*/ 10 w 128"/>
              <a:gd name="T17" fmla="*/ 109 h 128"/>
              <a:gd name="T18" fmla="*/ 13 w 128"/>
              <a:gd name="T19" fmla="*/ 111 h 128"/>
              <a:gd name="T20" fmla="*/ 45 w 128"/>
              <a:gd name="T21" fmla="*/ 99 h 128"/>
              <a:gd name="T22" fmla="*/ 46 w 128"/>
              <a:gd name="T23" fmla="*/ 99 h 128"/>
              <a:gd name="T24" fmla="*/ 47 w 128"/>
              <a:gd name="T25" fmla="*/ 100 h 128"/>
              <a:gd name="T26" fmla="*/ 86 w 128"/>
              <a:gd name="T27" fmla="*/ 122 h 128"/>
              <a:gd name="T28" fmla="*/ 98 w 128"/>
              <a:gd name="T29" fmla="*/ 120 h 128"/>
              <a:gd name="T30" fmla="*/ 99 w 128"/>
              <a:gd name="T31" fmla="*/ 120 h 128"/>
              <a:gd name="T32" fmla="*/ 118 w 128"/>
              <a:gd name="T33" fmla="*/ 128 h 128"/>
              <a:gd name="T34" fmla="*/ 119 w 128"/>
              <a:gd name="T35" fmla="*/ 128 h 128"/>
              <a:gd name="T36" fmla="*/ 121 w 128"/>
              <a:gd name="T37" fmla="*/ 126 h 128"/>
              <a:gd name="T38" fmla="*/ 121 w 128"/>
              <a:gd name="T39" fmla="*/ 125 h 128"/>
              <a:gd name="T40" fmla="*/ 118 w 128"/>
              <a:gd name="T41" fmla="*/ 110 h 128"/>
              <a:gd name="T42" fmla="*/ 119 w 128"/>
              <a:gd name="T43" fmla="*/ 109 h 128"/>
              <a:gd name="T44" fmla="*/ 128 w 128"/>
              <a:gd name="T45" fmla="*/ 89 h 128"/>
              <a:gd name="T46" fmla="*/ 122 w 128"/>
              <a:gd name="T47" fmla="*/ 73 h 128"/>
              <a:gd name="T48" fmla="*/ 122 w 128"/>
              <a:gd name="T49" fmla="*/ 72 h 128"/>
              <a:gd name="T50" fmla="*/ 45 w 128"/>
              <a:gd name="T51" fmla="*/ 89 h 128"/>
              <a:gd name="T52" fmla="*/ 45 w 128"/>
              <a:gd name="T53" fmla="*/ 93 h 128"/>
              <a:gd name="T54" fmla="*/ 45 w 128"/>
              <a:gd name="T55" fmla="*/ 94 h 128"/>
              <a:gd name="T56" fmla="*/ 15 w 128"/>
              <a:gd name="T57" fmla="*/ 105 h 128"/>
              <a:gd name="T58" fmla="*/ 19 w 128"/>
              <a:gd name="T59" fmla="*/ 81 h 128"/>
              <a:gd name="T60" fmla="*/ 17 w 128"/>
              <a:gd name="T61" fmla="*/ 78 h 128"/>
              <a:gd name="T62" fmla="*/ 8 w 128"/>
              <a:gd name="T63" fmla="*/ 65 h 128"/>
              <a:gd name="T64" fmla="*/ 5 w 128"/>
              <a:gd name="T65" fmla="*/ 50 h 128"/>
              <a:gd name="T66" fmla="*/ 9 w 128"/>
              <a:gd name="T67" fmla="*/ 33 h 128"/>
              <a:gd name="T68" fmla="*/ 21 w 128"/>
              <a:gd name="T69" fmla="*/ 18 h 128"/>
              <a:gd name="T70" fmla="*/ 40 w 128"/>
              <a:gd name="T71" fmla="*/ 8 h 128"/>
              <a:gd name="T72" fmla="*/ 88 w 128"/>
              <a:gd name="T73" fmla="*/ 8 h 128"/>
              <a:gd name="T74" fmla="*/ 107 w 128"/>
              <a:gd name="T75" fmla="*/ 18 h 128"/>
              <a:gd name="T76" fmla="*/ 119 w 128"/>
              <a:gd name="T77" fmla="*/ 33 h 128"/>
              <a:gd name="T78" fmla="*/ 123 w 128"/>
              <a:gd name="T79" fmla="*/ 50 h 128"/>
              <a:gd name="T80" fmla="*/ 119 w 128"/>
              <a:gd name="T81" fmla="*/ 67 h 128"/>
              <a:gd name="T82" fmla="*/ 119 w 128"/>
              <a:gd name="T83" fmla="*/ 68 h 128"/>
              <a:gd name="T84" fmla="*/ 117 w 128"/>
              <a:gd name="T85" fmla="*/ 67 h 128"/>
              <a:gd name="T86" fmla="*/ 86 w 128"/>
              <a:gd name="T87" fmla="*/ 56 h 128"/>
              <a:gd name="T88" fmla="*/ 45 w 128"/>
              <a:gd name="T89" fmla="*/ 89 h 128"/>
              <a:gd name="T90" fmla="*/ 116 w 128"/>
              <a:gd name="T91" fmla="*/ 106 h 128"/>
              <a:gd name="T92" fmla="*/ 114 w 128"/>
              <a:gd name="T93" fmla="*/ 108 h 128"/>
              <a:gd name="T94" fmla="*/ 116 w 128"/>
              <a:gd name="T95" fmla="*/ 122 h 128"/>
              <a:gd name="T96" fmla="*/ 99 w 128"/>
              <a:gd name="T97" fmla="*/ 116 h 128"/>
              <a:gd name="T98" fmla="*/ 97 w 128"/>
              <a:gd name="T99" fmla="*/ 116 h 128"/>
              <a:gd name="T100" fmla="*/ 71 w 128"/>
              <a:gd name="T101" fmla="*/ 115 h 128"/>
              <a:gd name="T102" fmla="*/ 59 w 128"/>
              <a:gd name="T103" fmla="*/ 109 h 128"/>
              <a:gd name="T104" fmla="*/ 49 w 128"/>
              <a:gd name="T105" fmla="*/ 89 h 128"/>
              <a:gd name="T106" fmla="*/ 59 w 128"/>
              <a:gd name="T107" fmla="*/ 70 h 128"/>
              <a:gd name="T108" fmla="*/ 71 w 128"/>
              <a:gd name="T109" fmla="*/ 63 h 128"/>
              <a:gd name="T110" fmla="*/ 101 w 128"/>
              <a:gd name="T111" fmla="*/ 63 h 128"/>
              <a:gd name="T112" fmla="*/ 113 w 128"/>
              <a:gd name="T113" fmla="*/ 70 h 128"/>
              <a:gd name="T114" fmla="*/ 123 w 128"/>
              <a:gd name="T115" fmla="*/ 89 h 128"/>
              <a:gd name="T116" fmla="*/ 116 w 128"/>
              <a:gd name="T117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8" h="128">
                <a:moveTo>
                  <a:pt x="122" y="72"/>
                </a:moveTo>
                <a:cubicBezTo>
                  <a:pt x="122" y="71"/>
                  <a:pt x="122" y="71"/>
                  <a:pt x="122" y="71"/>
                </a:cubicBezTo>
                <a:cubicBezTo>
                  <a:pt x="126" y="65"/>
                  <a:pt x="128" y="58"/>
                  <a:pt x="128" y="50"/>
                </a:cubicBezTo>
                <a:cubicBezTo>
                  <a:pt x="128" y="22"/>
                  <a:pt x="99" y="0"/>
                  <a:pt x="64" y="0"/>
                </a:cubicBezTo>
                <a:cubicBezTo>
                  <a:pt x="29" y="0"/>
                  <a:pt x="0" y="22"/>
                  <a:pt x="0" y="50"/>
                </a:cubicBezTo>
                <a:cubicBezTo>
                  <a:pt x="0" y="62"/>
                  <a:pt x="5" y="73"/>
                  <a:pt x="14" y="82"/>
                </a:cubicBezTo>
                <a:cubicBezTo>
                  <a:pt x="14" y="82"/>
                  <a:pt x="14" y="82"/>
                  <a:pt x="14" y="82"/>
                </a:cubicBezTo>
                <a:cubicBezTo>
                  <a:pt x="10" y="108"/>
                  <a:pt x="10" y="108"/>
                  <a:pt x="10" y="108"/>
                </a:cubicBezTo>
                <a:cubicBezTo>
                  <a:pt x="10" y="108"/>
                  <a:pt x="10" y="108"/>
                  <a:pt x="10" y="109"/>
                </a:cubicBezTo>
                <a:cubicBezTo>
                  <a:pt x="10" y="110"/>
                  <a:pt x="12" y="111"/>
                  <a:pt x="13" y="111"/>
                </a:cubicBezTo>
                <a:cubicBezTo>
                  <a:pt x="45" y="99"/>
                  <a:pt x="45" y="99"/>
                  <a:pt x="45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7" y="100"/>
                  <a:pt x="47" y="100"/>
                  <a:pt x="47" y="100"/>
                </a:cubicBezTo>
                <a:cubicBezTo>
                  <a:pt x="52" y="113"/>
                  <a:pt x="68" y="122"/>
                  <a:pt x="86" y="122"/>
                </a:cubicBezTo>
                <a:cubicBezTo>
                  <a:pt x="90" y="122"/>
                  <a:pt x="94" y="121"/>
                  <a:pt x="98" y="120"/>
                </a:cubicBezTo>
                <a:cubicBezTo>
                  <a:pt x="99" y="120"/>
                  <a:pt x="99" y="120"/>
                  <a:pt x="99" y="120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18" y="128"/>
                  <a:pt x="118" y="128"/>
                  <a:pt x="119" y="128"/>
                </a:cubicBezTo>
                <a:cubicBezTo>
                  <a:pt x="120" y="128"/>
                  <a:pt x="121" y="127"/>
                  <a:pt x="121" y="126"/>
                </a:cubicBezTo>
                <a:cubicBezTo>
                  <a:pt x="121" y="125"/>
                  <a:pt x="121" y="125"/>
                  <a:pt x="121" y="125"/>
                </a:cubicBezTo>
                <a:cubicBezTo>
                  <a:pt x="118" y="110"/>
                  <a:pt x="118" y="110"/>
                  <a:pt x="118" y="110"/>
                </a:cubicBezTo>
                <a:cubicBezTo>
                  <a:pt x="119" y="109"/>
                  <a:pt x="119" y="109"/>
                  <a:pt x="119" y="109"/>
                </a:cubicBezTo>
                <a:cubicBezTo>
                  <a:pt x="125" y="104"/>
                  <a:pt x="128" y="97"/>
                  <a:pt x="128" y="89"/>
                </a:cubicBezTo>
                <a:cubicBezTo>
                  <a:pt x="128" y="83"/>
                  <a:pt x="126" y="78"/>
                  <a:pt x="122" y="73"/>
                </a:cubicBezTo>
                <a:lnTo>
                  <a:pt x="122" y="72"/>
                </a:lnTo>
                <a:close/>
                <a:moveTo>
                  <a:pt x="45" y="89"/>
                </a:moveTo>
                <a:cubicBezTo>
                  <a:pt x="45" y="90"/>
                  <a:pt x="45" y="91"/>
                  <a:pt x="45" y="93"/>
                </a:cubicBezTo>
                <a:cubicBezTo>
                  <a:pt x="45" y="94"/>
                  <a:pt x="45" y="94"/>
                  <a:pt x="45" y="94"/>
                </a:cubicBezTo>
                <a:cubicBezTo>
                  <a:pt x="15" y="105"/>
                  <a:pt x="15" y="105"/>
                  <a:pt x="15" y="105"/>
                </a:cubicBezTo>
                <a:cubicBezTo>
                  <a:pt x="19" y="81"/>
                  <a:pt x="19" y="81"/>
                  <a:pt x="19" y="81"/>
                </a:cubicBezTo>
                <a:cubicBezTo>
                  <a:pt x="17" y="78"/>
                  <a:pt x="17" y="78"/>
                  <a:pt x="17" y="78"/>
                </a:cubicBezTo>
                <a:cubicBezTo>
                  <a:pt x="13" y="74"/>
                  <a:pt x="10" y="70"/>
                  <a:pt x="8" y="65"/>
                </a:cubicBezTo>
                <a:cubicBezTo>
                  <a:pt x="6" y="60"/>
                  <a:pt x="5" y="55"/>
                  <a:pt x="5" y="50"/>
                </a:cubicBezTo>
                <a:cubicBezTo>
                  <a:pt x="5" y="44"/>
                  <a:pt x="6" y="38"/>
                  <a:pt x="9" y="33"/>
                </a:cubicBezTo>
                <a:cubicBezTo>
                  <a:pt x="12" y="27"/>
                  <a:pt x="16" y="23"/>
                  <a:pt x="21" y="18"/>
                </a:cubicBezTo>
                <a:cubicBezTo>
                  <a:pt x="27" y="14"/>
                  <a:pt x="33" y="11"/>
                  <a:pt x="40" y="8"/>
                </a:cubicBezTo>
                <a:cubicBezTo>
                  <a:pt x="55" y="3"/>
                  <a:pt x="73" y="3"/>
                  <a:pt x="88" y="8"/>
                </a:cubicBezTo>
                <a:cubicBezTo>
                  <a:pt x="95" y="11"/>
                  <a:pt x="101" y="14"/>
                  <a:pt x="107" y="18"/>
                </a:cubicBezTo>
                <a:cubicBezTo>
                  <a:pt x="112" y="23"/>
                  <a:pt x="116" y="27"/>
                  <a:pt x="119" y="33"/>
                </a:cubicBezTo>
                <a:cubicBezTo>
                  <a:pt x="122" y="38"/>
                  <a:pt x="123" y="44"/>
                  <a:pt x="123" y="50"/>
                </a:cubicBezTo>
                <a:cubicBezTo>
                  <a:pt x="123" y="56"/>
                  <a:pt x="122" y="61"/>
                  <a:pt x="119" y="67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7" y="67"/>
                  <a:pt x="117" y="67"/>
                  <a:pt x="117" y="67"/>
                </a:cubicBezTo>
                <a:cubicBezTo>
                  <a:pt x="109" y="60"/>
                  <a:pt x="98" y="56"/>
                  <a:pt x="86" y="56"/>
                </a:cubicBezTo>
                <a:cubicBezTo>
                  <a:pt x="63" y="56"/>
                  <a:pt x="45" y="71"/>
                  <a:pt x="45" y="89"/>
                </a:cubicBezTo>
                <a:close/>
                <a:moveTo>
                  <a:pt x="116" y="106"/>
                </a:moveTo>
                <a:cubicBezTo>
                  <a:pt x="114" y="108"/>
                  <a:pt x="114" y="108"/>
                  <a:pt x="114" y="108"/>
                </a:cubicBezTo>
                <a:cubicBezTo>
                  <a:pt x="116" y="122"/>
                  <a:pt x="116" y="122"/>
                  <a:pt x="116" y="122"/>
                </a:cubicBezTo>
                <a:cubicBezTo>
                  <a:pt x="99" y="116"/>
                  <a:pt x="99" y="116"/>
                  <a:pt x="99" y="116"/>
                </a:cubicBezTo>
                <a:cubicBezTo>
                  <a:pt x="97" y="116"/>
                  <a:pt x="97" y="116"/>
                  <a:pt x="97" y="116"/>
                </a:cubicBezTo>
                <a:cubicBezTo>
                  <a:pt x="89" y="118"/>
                  <a:pt x="80" y="118"/>
                  <a:pt x="71" y="115"/>
                </a:cubicBezTo>
                <a:cubicBezTo>
                  <a:pt x="67" y="113"/>
                  <a:pt x="63" y="111"/>
                  <a:pt x="59" y="109"/>
                </a:cubicBezTo>
                <a:cubicBezTo>
                  <a:pt x="53" y="103"/>
                  <a:pt x="49" y="96"/>
                  <a:pt x="49" y="89"/>
                </a:cubicBezTo>
                <a:cubicBezTo>
                  <a:pt x="49" y="82"/>
                  <a:pt x="53" y="75"/>
                  <a:pt x="59" y="70"/>
                </a:cubicBezTo>
                <a:cubicBezTo>
                  <a:pt x="63" y="67"/>
                  <a:pt x="67" y="65"/>
                  <a:pt x="71" y="63"/>
                </a:cubicBezTo>
                <a:cubicBezTo>
                  <a:pt x="81" y="60"/>
                  <a:pt x="92" y="60"/>
                  <a:pt x="101" y="63"/>
                </a:cubicBezTo>
                <a:cubicBezTo>
                  <a:pt x="106" y="65"/>
                  <a:pt x="110" y="67"/>
                  <a:pt x="113" y="70"/>
                </a:cubicBezTo>
                <a:cubicBezTo>
                  <a:pt x="120" y="75"/>
                  <a:pt x="123" y="82"/>
                  <a:pt x="123" y="89"/>
                </a:cubicBezTo>
                <a:cubicBezTo>
                  <a:pt x="123" y="97"/>
                  <a:pt x="119" y="103"/>
                  <a:pt x="116" y="106"/>
                </a:cubicBezTo>
                <a:close/>
              </a:path>
            </a:pathLst>
          </a:custGeom>
          <a:solidFill>
            <a:schemeClr val="tx2"/>
          </a:solidFill>
          <a:ln w="1270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74A4D35B-02D4-C882-9558-FE13666D83FE}"/>
              </a:ext>
            </a:extLst>
          </p:cNvPr>
          <p:cNvGrpSpPr/>
          <p:nvPr/>
        </p:nvGrpSpPr>
        <p:grpSpPr>
          <a:xfrm>
            <a:off x="4650597" y="4135305"/>
            <a:ext cx="314250" cy="309063"/>
            <a:chOff x="10118634" y="2878253"/>
            <a:chExt cx="217508" cy="213918"/>
          </a:xfrm>
          <a:solidFill>
            <a:schemeClr val="tx2"/>
          </a:solidFill>
        </p:grpSpPr>
        <p:sp>
          <p:nvSpPr>
            <p:cNvPr id="96" name="Freeform 186">
              <a:extLst>
                <a:ext uri="{FF2B5EF4-FFF2-40B4-BE49-F238E27FC236}">
                  <a16:creationId xmlns:a16="http://schemas.microsoft.com/office/drawing/2014/main" id="{3E876EF8-36EB-9BB0-6B53-22FC29502D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8634" y="2878253"/>
              <a:ext cx="217508" cy="213918"/>
            </a:xfrm>
            <a:custGeom>
              <a:avLst/>
              <a:gdLst>
                <a:gd name="T0" fmla="*/ 122 w 128"/>
                <a:gd name="T1" fmla="*/ 0 h 126"/>
                <a:gd name="T2" fmla="*/ 6 w 128"/>
                <a:gd name="T3" fmla="*/ 0 h 126"/>
                <a:gd name="T4" fmla="*/ 0 w 128"/>
                <a:gd name="T5" fmla="*/ 6 h 126"/>
                <a:gd name="T6" fmla="*/ 0 w 128"/>
                <a:gd name="T7" fmla="*/ 96 h 126"/>
                <a:gd name="T8" fmla="*/ 6 w 128"/>
                <a:gd name="T9" fmla="*/ 101 h 126"/>
                <a:gd name="T10" fmla="*/ 22 w 128"/>
                <a:gd name="T11" fmla="*/ 101 h 126"/>
                <a:gd name="T12" fmla="*/ 22 w 128"/>
                <a:gd name="T13" fmla="*/ 123 h 126"/>
                <a:gd name="T14" fmla="*/ 26 w 128"/>
                <a:gd name="T15" fmla="*/ 125 h 126"/>
                <a:gd name="T16" fmla="*/ 62 w 128"/>
                <a:gd name="T17" fmla="*/ 101 h 126"/>
                <a:gd name="T18" fmla="*/ 122 w 128"/>
                <a:gd name="T19" fmla="*/ 101 h 126"/>
                <a:gd name="T20" fmla="*/ 128 w 128"/>
                <a:gd name="T21" fmla="*/ 96 h 126"/>
                <a:gd name="T22" fmla="*/ 128 w 128"/>
                <a:gd name="T23" fmla="*/ 6 h 126"/>
                <a:gd name="T24" fmla="*/ 122 w 128"/>
                <a:gd name="T25" fmla="*/ 0 h 126"/>
                <a:gd name="T26" fmla="*/ 123 w 128"/>
                <a:gd name="T27" fmla="*/ 97 h 126"/>
                <a:gd name="T28" fmla="*/ 61 w 128"/>
                <a:gd name="T29" fmla="*/ 97 h 126"/>
                <a:gd name="T30" fmla="*/ 27 w 128"/>
                <a:gd name="T31" fmla="*/ 119 h 126"/>
                <a:gd name="T32" fmla="*/ 27 w 128"/>
                <a:gd name="T33" fmla="*/ 97 h 126"/>
                <a:gd name="T34" fmla="*/ 5 w 128"/>
                <a:gd name="T35" fmla="*/ 97 h 126"/>
                <a:gd name="T36" fmla="*/ 5 w 128"/>
                <a:gd name="T37" fmla="*/ 5 h 126"/>
                <a:gd name="T38" fmla="*/ 123 w 128"/>
                <a:gd name="T39" fmla="*/ 5 h 126"/>
                <a:gd name="T40" fmla="*/ 123 w 128"/>
                <a:gd name="T41" fmla="*/ 97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6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9"/>
                    <a:pt x="3" y="101"/>
                    <a:pt x="6" y="101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2" y="123"/>
                    <a:pt x="22" y="123"/>
                    <a:pt x="22" y="123"/>
                  </a:cubicBezTo>
                  <a:cubicBezTo>
                    <a:pt x="22" y="125"/>
                    <a:pt x="24" y="126"/>
                    <a:pt x="26" y="125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122" y="101"/>
                    <a:pt x="122" y="101"/>
                    <a:pt x="122" y="101"/>
                  </a:cubicBezTo>
                  <a:cubicBezTo>
                    <a:pt x="125" y="101"/>
                    <a:pt x="128" y="99"/>
                    <a:pt x="128" y="96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97"/>
                  </a:moveTo>
                  <a:cubicBezTo>
                    <a:pt x="61" y="97"/>
                    <a:pt x="61" y="97"/>
                    <a:pt x="61" y="97"/>
                  </a:cubicBezTo>
                  <a:cubicBezTo>
                    <a:pt x="27" y="119"/>
                    <a:pt x="27" y="119"/>
                    <a:pt x="27" y="119"/>
                  </a:cubicBezTo>
                  <a:cubicBezTo>
                    <a:pt x="27" y="97"/>
                    <a:pt x="27" y="97"/>
                    <a:pt x="27" y="97"/>
                  </a:cubicBezTo>
                  <a:cubicBezTo>
                    <a:pt x="5" y="97"/>
                    <a:pt x="5" y="97"/>
                    <a:pt x="5" y="9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97"/>
                  </a:ln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87">
              <a:extLst>
                <a:ext uri="{FF2B5EF4-FFF2-40B4-BE49-F238E27FC236}">
                  <a16:creationId xmlns:a16="http://schemas.microsoft.com/office/drawing/2014/main" id="{48CF469E-DE95-D371-D0E8-C4EDD870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5962" y="2924195"/>
              <a:ext cx="142852" cy="7178"/>
            </a:xfrm>
            <a:custGeom>
              <a:avLst/>
              <a:gdLst>
                <a:gd name="T0" fmla="*/ 3 w 84"/>
                <a:gd name="T1" fmla="*/ 4 h 4"/>
                <a:gd name="T2" fmla="*/ 81 w 84"/>
                <a:gd name="T3" fmla="*/ 4 h 4"/>
                <a:gd name="T4" fmla="*/ 84 w 84"/>
                <a:gd name="T5" fmla="*/ 2 h 4"/>
                <a:gd name="T6" fmla="*/ 81 w 84"/>
                <a:gd name="T7" fmla="*/ 0 h 4"/>
                <a:gd name="T8" fmla="*/ 3 w 84"/>
                <a:gd name="T9" fmla="*/ 0 h 4"/>
                <a:gd name="T10" fmla="*/ 0 w 84"/>
                <a:gd name="T11" fmla="*/ 2 h 4"/>
                <a:gd name="T12" fmla="*/ 3 w 8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4">
                  <a:moveTo>
                    <a:pt x="3" y="4"/>
                  </a:moveTo>
                  <a:cubicBezTo>
                    <a:pt x="81" y="4"/>
                    <a:pt x="81" y="4"/>
                    <a:pt x="81" y="4"/>
                  </a:cubicBezTo>
                  <a:cubicBezTo>
                    <a:pt x="83" y="4"/>
                    <a:pt x="84" y="3"/>
                    <a:pt x="84" y="2"/>
                  </a:cubicBezTo>
                  <a:cubicBezTo>
                    <a:pt x="84" y="1"/>
                    <a:pt x="83" y="0"/>
                    <a:pt x="8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3" y="4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88">
              <a:extLst>
                <a:ext uri="{FF2B5EF4-FFF2-40B4-BE49-F238E27FC236}">
                  <a16:creationId xmlns:a16="http://schemas.microsoft.com/office/drawing/2014/main" id="{5F442905-F4F3-DA35-D09E-E48284F44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5962" y="2961523"/>
              <a:ext cx="142852" cy="8614"/>
            </a:xfrm>
            <a:custGeom>
              <a:avLst/>
              <a:gdLst>
                <a:gd name="T0" fmla="*/ 3 w 84"/>
                <a:gd name="T1" fmla="*/ 5 h 5"/>
                <a:gd name="T2" fmla="*/ 81 w 84"/>
                <a:gd name="T3" fmla="*/ 5 h 5"/>
                <a:gd name="T4" fmla="*/ 84 w 84"/>
                <a:gd name="T5" fmla="*/ 2 h 5"/>
                <a:gd name="T6" fmla="*/ 81 w 84"/>
                <a:gd name="T7" fmla="*/ 0 h 5"/>
                <a:gd name="T8" fmla="*/ 3 w 84"/>
                <a:gd name="T9" fmla="*/ 0 h 5"/>
                <a:gd name="T10" fmla="*/ 0 w 84"/>
                <a:gd name="T11" fmla="*/ 2 h 5"/>
                <a:gd name="T12" fmla="*/ 3 w 84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5">
                  <a:moveTo>
                    <a:pt x="3" y="5"/>
                  </a:moveTo>
                  <a:cubicBezTo>
                    <a:pt x="81" y="5"/>
                    <a:pt x="81" y="5"/>
                    <a:pt x="81" y="5"/>
                  </a:cubicBezTo>
                  <a:cubicBezTo>
                    <a:pt x="83" y="5"/>
                    <a:pt x="84" y="4"/>
                    <a:pt x="84" y="2"/>
                  </a:cubicBezTo>
                  <a:cubicBezTo>
                    <a:pt x="84" y="1"/>
                    <a:pt x="83" y="0"/>
                    <a:pt x="8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89">
              <a:extLst>
                <a:ext uri="{FF2B5EF4-FFF2-40B4-BE49-F238E27FC236}">
                  <a16:creationId xmlns:a16="http://schemas.microsoft.com/office/drawing/2014/main" id="{80BC98E2-5B21-B72D-5F87-53C157975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5962" y="2998851"/>
              <a:ext cx="69631" cy="8614"/>
            </a:xfrm>
            <a:custGeom>
              <a:avLst/>
              <a:gdLst>
                <a:gd name="T0" fmla="*/ 3 w 41"/>
                <a:gd name="T1" fmla="*/ 5 h 5"/>
                <a:gd name="T2" fmla="*/ 38 w 41"/>
                <a:gd name="T3" fmla="*/ 5 h 5"/>
                <a:gd name="T4" fmla="*/ 41 w 41"/>
                <a:gd name="T5" fmla="*/ 3 h 5"/>
                <a:gd name="T6" fmla="*/ 38 w 41"/>
                <a:gd name="T7" fmla="*/ 0 h 5"/>
                <a:gd name="T8" fmla="*/ 3 w 41"/>
                <a:gd name="T9" fmla="*/ 0 h 5"/>
                <a:gd name="T10" fmla="*/ 0 w 41"/>
                <a:gd name="T11" fmla="*/ 3 h 5"/>
                <a:gd name="T12" fmla="*/ 3 w 41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5">
                  <a:moveTo>
                    <a:pt x="3" y="5"/>
                  </a:moveTo>
                  <a:cubicBezTo>
                    <a:pt x="38" y="5"/>
                    <a:pt x="38" y="5"/>
                    <a:pt x="38" y="5"/>
                  </a:cubicBezTo>
                  <a:cubicBezTo>
                    <a:pt x="40" y="5"/>
                    <a:pt x="41" y="4"/>
                    <a:pt x="41" y="3"/>
                  </a:cubicBezTo>
                  <a:cubicBezTo>
                    <a:pt x="41" y="1"/>
                    <a:pt x="40" y="0"/>
                    <a:pt x="3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0" name="Freeform 20">
            <a:extLst>
              <a:ext uri="{FF2B5EF4-FFF2-40B4-BE49-F238E27FC236}">
                <a16:creationId xmlns:a16="http://schemas.microsoft.com/office/drawing/2014/main" id="{1858BD6F-57FF-79F6-7290-F8495A90B81C}"/>
              </a:ext>
            </a:extLst>
          </p:cNvPr>
          <p:cNvSpPr>
            <a:spLocks noEditPoints="1"/>
          </p:cNvSpPr>
          <p:nvPr/>
        </p:nvSpPr>
        <p:spPr bwMode="auto">
          <a:xfrm>
            <a:off x="6584265" y="5257029"/>
            <a:ext cx="313213" cy="314250"/>
          </a:xfrm>
          <a:custGeom>
            <a:avLst/>
            <a:gdLst>
              <a:gd name="T0" fmla="*/ 122 w 128"/>
              <a:gd name="T1" fmla="*/ 94 h 128"/>
              <a:gd name="T2" fmla="*/ 113 w 128"/>
              <a:gd name="T3" fmla="*/ 67 h 128"/>
              <a:gd name="T4" fmla="*/ 66 w 128"/>
              <a:gd name="T5" fmla="*/ 61 h 128"/>
              <a:gd name="T6" fmla="*/ 75 w 128"/>
              <a:gd name="T7" fmla="*/ 34 h 128"/>
              <a:gd name="T8" fmla="*/ 81 w 128"/>
              <a:gd name="T9" fmla="*/ 6 h 128"/>
              <a:gd name="T10" fmla="*/ 53 w 128"/>
              <a:gd name="T11" fmla="*/ 0 h 128"/>
              <a:gd name="T12" fmla="*/ 47 w 128"/>
              <a:gd name="T13" fmla="*/ 28 h 128"/>
              <a:gd name="T14" fmla="*/ 62 w 128"/>
              <a:gd name="T15" fmla="*/ 34 h 128"/>
              <a:gd name="T16" fmla="*/ 21 w 128"/>
              <a:gd name="T17" fmla="*/ 61 h 128"/>
              <a:gd name="T18" fmla="*/ 15 w 128"/>
              <a:gd name="T19" fmla="*/ 94 h 128"/>
              <a:gd name="T20" fmla="*/ 0 w 128"/>
              <a:gd name="T21" fmla="*/ 99 h 128"/>
              <a:gd name="T22" fmla="*/ 6 w 128"/>
              <a:gd name="T23" fmla="*/ 128 h 128"/>
              <a:gd name="T24" fmla="*/ 34 w 128"/>
              <a:gd name="T25" fmla="*/ 122 h 128"/>
              <a:gd name="T26" fmla="*/ 28 w 128"/>
              <a:gd name="T27" fmla="*/ 94 h 128"/>
              <a:gd name="T28" fmla="*/ 19 w 128"/>
              <a:gd name="T29" fmla="*/ 66 h 128"/>
              <a:gd name="T30" fmla="*/ 62 w 128"/>
              <a:gd name="T31" fmla="*/ 94 h 128"/>
              <a:gd name="T32" fmla="*/ 47 w 128"/>
              <a:gd name="T33" fmla="*/ 99 h 128"/>
              <a:gd name="T34" fmla="*/ 53 w 128"/>
              <a:gd name="T35" fmla="*/ 128 h 128"/>
              <a:gd name="T36" fmla="*/ 81 w 128"/>
              <a:gd name="T37" fmla="*/ 122 h 128"/>
              <a:gd name="T38" fmla="*/ 75 w 128"/>
              <a:gd name="T39" fmla="*/ 94 h 128"/>
              <a:gd name="T40" fmla="*/ 66 w 128"/>
              <a:gd name="T41" fmla="*/ 66 h 128"/>
              <a:gd name="T42" fmla="*/ 109 w 128"/>
              <a:gd name="T43" fmla="*/ 94 h 128"/>
              <a:gd name="T44" fmla="*/ 94 w 128"/>
              <a:gd name="T45" fmla="*/ 99 h 128"/>
              <a:gd name="T46" fmla="*/ 100 w 128"/>
              <a:gd name="T47" fmla="*/ 128 h 128"/>
              <a:gd name="T48" fmla="*/ 128 w 128"/>
              <a:gd name="T49" fmla="*/ 122 h 128"/>
              <a:gd name="T50" fmla="*/ 30 w 128"/>
              <a:gd name="T51" fmla="*/ 98 h 128"/>
              <a:gd name="T52" fmla="*/ 5 w 128"/>
              <a:gd name="T53" fmla="*/ 123 h 128"/>
              <a:gd name="T54" fmla="*/ 30 w 128"/>
              <a:gd name="T55" fmla="*/ 98 h 128"/>
              <a:gd name="T56" fmla="*/ 77 w 128"/>
              <a:gd name="T57" fmla="*/ 123 h 128"/>
              <a:gd name="T58" fmla="*/ 51 w 128"/>
              <a:gd name="T59" fmla="*/ 98 h 128"/>
              <a:gd name="T60" fmla="*/ 51 w 128"/>
              <a:gd name="T61" fmla="*/ 29 h 128"/>
              <a:gd name="T62" fmla="*/ 77 w 128"/>
              <a:gd name="T63" fmla="*/ 4 h 128"/>
              <a:gd name="T64" fmla="*/ 51 w 128"/>
              <a:gd name="T65" fmla="*/ 29 h 128"/>
              <a:gd name="T66" fmla="*/ 98 w 128"/>
              <a:gd name="T67" fmla="*/ 123 h 128"/>
              <a:gd name="T68" fmla="*/ 123 w 128"/>
              <a:gd name="T69" fmla="*/ 9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28">
                <a:moveTo>
                  <a:pt x="128" y="99"/>
                </a:moveTo>
                <a:cubicBezTo>
                  <a:pt x="128" y="96"/>
                  <a:pt x="125" y="94"/>
                  <a:pt x="122" y="94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113" y="67"/>
                  <a:pt x="113" y="67"/>
                  <a:pt x="113" y="67"/>
                </a:cubicBezTo>
                <a:cubicBezTo>
                  <a:pt x="113" y="64"/>
                  <a:pt x="110" y="61"/>
                  <a:pt x="107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34"/>
                  <a:pt x="66" y="34"/>
                  <a:pt x="66" y="34"/>
                </a:cubicBezTo>
                <a:cubicBezTo>
                  <a:pt x="75" y="34"/>
                  <a:pt x="75" y="34"/>
                  <a:pt x="75" y="34"/>
                </a:cubicBezTo>
                <a:cubicBezTo>
                  <a:pt x="78" y="34"/>
                  <a:pt x="81" y="31"/>
                  <a:pt x="81" y="28"/>
                </a:cubicBezTo>
                <a:cubicBezTo>
                  <a:pt x="81" y="6"/>
                  <a:pt x="81" y="6"/>
                  <a:pt x="81" y="6"/>
                </a:cubicBezTo>
                <a:cubicBezTo>
                  <a:pt x="81" y="2"/>
                  <a:pt x="78" y="0"/>
                  <a:pt x="75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0" y="0"/>
                  <a:pt x="47" y="2"/>
                  <a:pt x="47" y="6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31"/>
                  <a:pt x="50" y="34"/>
                  <a:pt x="53" y="34"/>
                </a:cubicBezTo>
                <a:cubicBezTo>
                  <a:pt x="62" y="34"/>
                  <a:pt x="62" y="34"/>
                  <a:pt x="62" y="34"/>
                </a:cubicBezTo>
                <a:cubicBezTo>
                  <a:pt x="62" y="61"/>
                  <a:pt x="62" y="61"/>
                  <a:pt x="6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18" y="61"/>
                  <a:pt x="15" y="64"/>
                  <a:pt x="15" y="67"/>
                </a:cubicBezTo>
                <a:cubicBezTo>
                  <a:pt x="15" y="94"/>
                  <a:pt x="15" y="94"/>
                  <a:pt x="15" y="94"/>
                </a:cubicBezTo>
                <a:cubicBezTo>
                  <a:pt x="6" y="94"/>
                  <a:pt x="6" y="94"/>
                  <a:pt x="6" y="94"/>
                </a:cubicBezTo>
                <a:cubicBezTo>
                  <a:pt x="3" y="94"/>
                  <a:pt x="0" y="96"/>
                  <a:pt x="0" y="99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28" y="128"/>
                  <a:pt x="28" y="128"/>
                  <a:pt x="28" y="128"/>
                </a:cubicBezTo>
                <a:cubicBezTo>
                  <a:pt x="32" y="128"/>
                  <a:pt x="34" y="125"/>
                  <a:pt x="34" y="122"/>
                </a:cubicBezTo>
                <a:cubicBezTo>
                  <a:pt x="34" y="99"/>
                  <a:pt x="34" y="99"/>
                  <a:pt x="34" y="99"/>
                </a:cubicBezTo>
                <a:cubicBezTo>
                  <a:pt x="34" y="96"/>
                  <a:pt x="32" y="94"/>
                  <a:pt x="28" y="94"/>
                </a:cubicBezTo>
                <a:cubicBezTo>
                  <a:pt x="19" y="94"/>
                  <a:pt x="19" y="94"/>
                  <a:pt x="19" y="94"/>
                </a:cubicBezTo>
                <a:cubicBezTo>
                  <a:pt x="19" y="66"/>
                  <a:pt x="19" y="66"/>
                  <a:pt x="19" y="66"/>
                </a:cubicBezTo>
                <a:cubicBezTo>
                  <a:pt x="62" y="66"/>
                  <a:pt x="62" y="66"/>
                  <a:pt x="62" y="66"/>
                </a:cubicBezTo>
                <a:cubicBezTo>
                  <a:pt x="62" y="94"/>
                  <a:pt x="62" y="94"/>
                  <a:pt x="62" y="94"/>
                </a:cubicBezTo>
                <a:cubicBezTo>
                  <a:pt x="53" y="94"/>
                  <a:pt x="53" y="94"/>
                  <a:pt x="53" y="94"/>
                </a:cubicBezTo>
                <a:cubicBezTo>
                  <a:pt x="50" y="94"/>
                  <a:pt x="47" y="96"/>
                  <a:pt x="47" y="99"/>
                </a:cubicBezTo>
                <a:cubicBezTo>
                  <a:pt x="47" y="122"/>
                  <a:pt x="47" y="122"/>
                  <a:pt x="47" y="122"/>
                </a:cubicBezTo>
                <a:cubicBezTo>
                  <a:pt x="47" y="125"/>
                  <a:pt x="50" y="128"/>
                  <a:pt x="53" y="128"/>
                </a:cubicBezTo>
                <a:cubicBezTo>
                  <a:pt x="75" y="128"/>
                  <a:pt x="75" y="128"/>
                  <a:pt x="75" y="128"/>
                </a:cubicBezTo>
                <a:cubicBezTo>
                  <a:pt x="78" y="128"/>
                  <a:pt x="81" y="125"/>
                  <a:pt x="81" y="122"/>
                </a:cubicBezTo>
                <a:cubicBezTo>
                  <a:pt x="81" y="99"/>
                  <a:pt x="81" y="99"/>
                  <a:pt x="81" y="99"/>
                </a:cubicBezTo>
                <a:cubicBezTo>
                  <a:pt x="81" y="96"/>
                  <a:pt x="78" y="94"/>
                  <a:pt x="75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66"/>
                  <a:pt x="66" y="66"/>
                  <a:pt x="66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09" y="94"/>
                  <a:pt x="109" y="94"/>
                  <a:pt x="109" y="94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96" y="94"/>
                  <a:pt x="94" y="96"/>
                  <a:pt x="94" y="99"/>
                </a:cubicBezTo>
                <a:cubicBezTo>
                  <a:pt x="94" y="122"/>
                  <a:pt x="94" y="122"/>
                  <a:pt x="94" y="122"/>
                </a:cubicBezTo>
                <a:cubicBezTo>
                  <a:pt x="94" y="125"/>
                  <a:pt x="96" y="128"/>
                  <a:pt x="100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99"/>
                </a:lnTo>
                <a:close/>
                <a:moveTo>
                  <a:pt x="30" y="98"/>
                </a:moveTo>
                <a:cubicBezTo>
                  <a:pt x="30" y="123"/>
                  <a:pt x="30" y="123"/>
                  <a:pt x="30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98"/>
                  <a:pt x="5" y="98"/>
                  <a:pt x="5" y="98"/>
                </a:cubicBezTo>
                <a:lnTo>
                  <a:pt x="30" y="98"/>
                </a:lnTo>
                <a:close/>
                <a:moveTo>
                  <a:pt x="77" y="98"/>
                </a:moveTo>
                <a:cubicBezTo>
                  <a:pt x="77" y="123"/>
                  <a:pt x="77" y="123"/>
                  <a:pt x="77" y="123"/>
                </a:cubicBezTo>
                <a:cubicBezTo>
                  <a:pt x="51" y="123"/>
                  <a:pt x="51" y="123"/>
                  <a:pt x="51" y="123"/>
                </a:cubicBezTo>
                <a:cubicBezTo>
                  <a:pt x="51" y="98"/>
                  <a:pt x="51" y="98"/>
                  <a:pt x="51" y="98"/>
                </a:cubicBezTo>
                <a:lnTo>
                  <a:pt x="77" y="98"/>
                </a:lnTo>
                <a:close/>
                <a:moveTo>
                  <a:pt x="51" y="29"/>
                </a:moveTo>
                <a:cubicBezTo>
                  <a:pt x="51" y="4"/>
                  <a:pt x="51" y="4"/>
                  <a:pt x="51" y="4"/>
                </a:cubicBezTo>
                <a:cubicBezTo>
                  <a:pt x="77" y="4"/>
                  <a:pt x="77" y="4"/>
                  <a:pt x="77" y="4"/>
                </a:cubicBezTo>
                <a:cubicBezTo>
                  <a:pt x="77" y="29"/>
                  <a:pt x="77" y="29"/>
                  <a:pt x="77" y="29"/>
                </a:cubicBezTo>
                <a:lnTo>
                  <a:pt x="51" y="29"/>
                </a:lnTo>
                <a:close/>
                <a:moveTo>
                  <a:pt x="123" y="123"/>
                </a:moveTo>
                <a:cubicBezTo>
                  <a:pt x="98" y="123"/>
                  <a:pt x="98" y="123"/>
                  <a:pt x="98" y="123"/>
                </a:cubicBezTo>
                <a:cubicBezTo>
                  <a:pt x="98" y="98"/>
                  <a:pt x="98" y="98"/>
                  <a:pt x="98" y="98"/>
                </a:cubicBezTo>
                <a:cubicBezTo>
                  <a:pt x="123" y="98"/>
                  <a:pt x="123" y="98"/>
                  <a:pt x="123" y="98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tx2"/>
          </a:solidFill>
          <a:ln w="12700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57" name="图形 29">
            <a:extLst>
              <a:ext uri="{FF2B5EF4-FFF2-40B4-BE49-F238E27FC236}">
                <a16:creationId xmlns:a16="http://schemas.microsoft.com/office/drawing/2014/main" id="{7F0917F1-79D6-D66C-66D5-56F10EDE5F28}"/>
              </a:ext>
            </a:extLst>
          </p:cNvPr>
          <p:cNvGrpSpPr/>
          <p:nvPr/>
        </p:nvGrpSpPr>
        <p:grpSpPr>
          <a:xfrm>
            <a:off x="5706271" y="3786492"/>
            <a:ext cx="695439" cy="931086"/>
            <a:chOff x="7156778" y="3914924"/>
            <a:chExt cx="366273" cy="490383"/>
          </a:xfrm>
        </p:grpSpPr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E76C17DD-35DC-B56E-7F12-C7DD5A41097A}"/>
                </a:ext>
              </a:extLst>
            </p:cNvPr>
            <p:cNvSpPr/>
            <p:nvPr/>
          </p:nvSpPr>
          <p:spPr>
            <a:xfrm>
              <a:off x="7271940" y="4324852"/>
              <a:ext cx="135983" cy="80455"/>
            </a:xfrm>
            <a:custGeom>
              <a:avLst/>
              <a:gdLst>
                <a:gd name="connsiteX0" fmla="*/ 135981 w 135983"/>
                <a:gd name="connsiteY0" fmla="*/ 40976 h 80455"/>
                <a:gd name="connsiteX1" fmla="*/ 67484 w 135983"/>
                <a:gd name="connsiteY1" fmla="*/ 80441 h 80455"/>
                <a:gd name="connsiteX2" fmla="*/ 0 w 135983"/>
                <a:gd name="connsiteY2" fmla="*/ 39367 h 80455"/>
                <a:gd name="connsiteX3" fmla="*/ 68438 w 135983"/>
                <a:gd name="connsiteY3" fmla="*/ 21 h 80455"/>
                <a:gd name="connsiteX4" fmla="*/ 135981 w 135983"/>
                <a:gd name="connsiteY4" fmla="*/ 40976 h 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983" h="80455">
                  <a:moveTo>
                    <a:pt x="135981" y="40976"/>
                  </a:moveTo>
                  <a:cubicBezTo>
                    <a:pt x="135981" y="63213"/>
                    <a:pt x="105101" y="81037"/>
                    <a:pt x="67484" y="80441"/>
                  </a:cubicBezTo>
                  <a:cubicBezTo>
                    <a:pt x="29867" y="79845"/>
                    <a:pt x="0" y="61663"/>
                    <a:pt x="0" y="39367"/>
                  </a:cubicBezTo>
                  <a:cubicBezTo>
                    <a:pt x="0" y="17071"/>
                    <a:pt x="30880" y="-694"/>
                    <a:pt x="68438" y="21"/>
                  </a:cubicBezTo>
                  <a:cubicBezTo>
                    <a:pt x="105995" y="736"/>
                    <a:pt x="136280" y="18800"/>
                    <a:pt x="135981" y="40976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78DB34EF-C697-742C-25D3-A0F962404E51}"/>
                </a:ext>
              </a:extLst>
            </p:cNvPr>
            <p:cNvSpPr/>
            <p:nvPr/>
          </p:nvSpPr>
          <p:spPr>
            <a:xfrm>
              <a:off x="7236291" y="4238717"/>
              <a:ext cx="206982" cy="153291"/>
            </a:xfrm>
            <a:custGeom>
              <a:avLst/>
              <a:gdLst>
                <a:gd name="connsiteX0" fmla="*/ 201021 w 206982"/>
                <a:gd name="connsiteY0" fmla="*/ 53964 h 153291"/>
                <a:gd name="connsiteX1" fmla="*/ 206983 w 206982"/>
                <a:gd name="connsiteY1" fmla="*/ 40610 h 153291"/>
                <a:gd name="connsiteX2" fmla="*/ 103968 w 206982"/>
                <a:gd name="connsiteY2" fmla="*/ 12 h 153291"/>
                <a:gd name="connsiteX3" fmla="*/ 0 w 206982"/>
                <a:gd name="connsiteY3" fmla="*/ 38225 h 153291"/>
                <a:gd name="connsiteX4" fmla="*/ 5961 w 206982"/>
                <a:gd name="connsiteY4" fmla="*/ 51579 h 153291"/>
                <a:gd name="connsiteX5" fmla="*/ 4173 w 206982"/>
                <a:gd name="connsiteY5" fmla="*/ 58256 h 153291"/>
                <a:gd name="connsiteX6" fmla="*/ 10135 w 206982"/>
                <a:gd name="connsiteY6" fmla="*/ 71610 h 153291"/>
                <a:gd name="connsiteX7" fmla="*/ 8167 w 206982"/>
                <a:gd name="connsiteY7" fmla="*/ 78704 h 153291"/>
                <a:gd name="connsiteX8" fmla="*/ 14129 w 206982"/>
                <a:gd name="connsiteY8" fmla="*/ 92058 h 153291"/>
                <a:gd name="connsiteX9" fmla="*/ 12042 w 206982"/>
                <a:gd name="connsiteY9" fmla="*/ 99271 h 153291"/>
                <a:gd name="connsiteX10" fmla="*/ 18719 w 206982"/>
                <a:gd name="connsiteY10" fmla="*/ 112207 h 153291"/>
                <a:gd name="connsiteX11" fmla="*/ 16454 w 206982"/>
                <a:gd name="connsiteY11" fmla="*/ 119480 h 153291"/>
                <a:gd name="connsiteX12" fmla="*/ 102061 w 206982"/>
                <a:gd name="connsiteY12" fmla="*/ 153282 h 153291"/>
                <a:gd name="connsiteX13" fmla="*/ 188442 w 206982"/>
                <a:gd name="connsiteY13" fmla="*/ 121448 h 153291"/>
                <a:gd name="connsiteX14" fmla="*/ 186356 w 206982"/>
                <a:gd name="connsiteY14" fmla="*/ 114115 h 153291"/>
                <a:gd name="connsiteX15" fmla="*/ 193033 w 206982"/>
                <a:gd name="connsiteY15" fmla="*/ 101298 h 153291"/>
                <a:gd name="connsiteX16" fmla="*/ 191066 w 206982"/>
                <a:gd name="connsiteY16" fmla="*/ 94085 h 153291"/>
                <a:gd name="connsiteX17" fmla="*/ 197742 w 206982"/>
                <a:gd name="connsiteY17" fmla="*/ 81088 h 153291"/>
                <a:gd name="connsiteX18" fmla="*/ 195954 w 206982"/>
                <a:gd name="connsiteY18" fmla="*/ 73994 h 153291"/>
                <a:gd name="connsiteX19" fmla="*/ 202631 w 206982"/>
                <a:gd name="connsiteY19" fmla="*/ 60939 h 153291"/>
                <a:gd name="connsiteX20" fmla="*/ 201021 w 206982"/>
                <a:gd name="connsiteY20" fmla="*/ 53964 h 15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6982" h="153291">
                  <a:moveTo>
                    <a:pt x="201021" y="53964"/>
                  </a:moveTo>
                  <a:cubicBezTo>
                    <a:pt x="204622" y="50423"/>
                    <a:pt x="206750" y="45653"/>
                    <a:pt x="206983" y="40610"/>
                  </a:cubicBezTo>
                  <a:cubicBezTo>
                    <a:pt x="206983" y="18791"/>
                    <a:pt x="161139" y="549"/>
                    <a:pt x="103968" y="12"/>
                  </a:cubicBezTo>
                  <a:cubicBezTo>
                    <a:pt x="46798" y="-524"/>
                    <a:pt x="298" y="16466"/>
                    <a:pt x="0" y="38225"/>
                  </a:cubicBezTo>
                  <a:cubicBezTo>
                    <a:pt x="233" y="43269"/>
                    <a:pt x="2363" y="48038"/>
                    <a:pt x="5961" y="51579"/>
                  </a:cubicBezTo>
                  <a:cubicBezTo>
                    <a:pt x="4897" y="53654"/>
                    <a:pt x="4288" y="55931"/>
                    <a:pt x="4173" y="58256"/>
                  </a:cubicBezTo>
                  <a:cubicBezTo>
                    <a:pt x="4261" y="63335"/>
                    <a:pt x="6413" y="68152"/>
                    <a:pt x="10135" y="71610"/>
                  </a:cubicBezTo>
                  <a:cubicBezTo>
                    <a:pt x="8898" y="73774"/>
                    <a:pt x="8222" y="76212"/>
                    <a:pt x="8167" y="78704"/>
                  </a:cubicBezTo>
                  <a:cubicBezTo>
                    <a:pt x="8269" y="83777"/>
                    <a:pt x="10419" y="88594"/>
                    <a:pt x="14129" y="92058"/>
                  </a:cubicBezTo>
                  <a:cubicBezTo>
                    <a:pt x="12784" y="94228"/>
                    <a:pt x="12063" y="96719"/>
                    <a:pt x="12042" y="99271"/>
                  </a:cubicBezTo>
                  <a:cubicBezTo>
                    <a:pt x="12333" y="104332"/>
                    <a:pt x="14759" y="109036"/>
                    <a:pt x="18719" y="112207"/>
                  </a:cubicBezTo>
                  <a:cubicBezTo>
                    <a:pt x="17304" y="114371"/>
                    <a:pt x="16519" y="116893"/>
                    <a:pt x="16454" y="119480"/>
                  </a:cubicBezTo>
                  <a:cubicBezTo>
                    <a:pt x="16454" y="137365"/>
                    <a:pt x="54548" y="152865"/>
                    <a:pt x="102061" y="153282"/>
                  </a:cubicBezTo>
                  <a:cubicBezTo>
                    <a:pt x="149574" y="153699"/>
                    <a:pt x="188264" y="139928"/>
                    <a:pt x="188442" y="121448"/>
                  </a:cubicBezTo>
                  <a:cubicBezTo>
                    <a:pt x="188454" y="118855"/>
                    <a:pt x="187733" y="116309"/>
                    <a:pt x="186356" y="114115"/>
                  </a:cubicBezTo>
                  <a:cubicBezTo>
                    <a:pt x="190249" y="110944"/>
                    <a:pt x="192669" y="106306"/>
                    <a:pt x="193033" y="101298"/>
                  </a:cubicBezTo>
                  <a:cubicBezTo>
                    <a:pt x="192985" y="98764"/>
                    <a:pt x="192311" y="96290"/>
                    <a:pt x="191066" y="94085"/>
                  </a:cubicBezTo>
                  <a:cubicBezTo>
                    <a:pt x="194935" y="90812"/>
                    <a:pt x="197337" y="86138"/>
                    <a:pt x="197742" y="81088"/>
                  </a:cubicBezTo>
                  <a:cubicBezTo>
                    <a:pt x="197725" y="78615"/>
                    <a:pt x="197110" y="76182"/>
                    <a:pt x="195954" y="73994"/>
                  </a:cubicBezTo>
                  <a:cubicBezTo>
                    <a:pt x="199817" y="70692"/>
                    <a:pt x="202214" y="66000"/>
                    <a:pt x="202631" y="60939"/>
                  </a:cubicBezTo>
                  <a:cubicBezTo>
                    <a:pt x="202601" y="58524"/>
                    <a:pt x="202053" y="56146"/>
                    <a:pt x="201021" y="53964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>
              <a:extLst>
                <a:ext uri="{FF2B5EF4-FFF2-40B4-BE49-F238E27FC236}">
                  <a16:creationId xmlns:a16="http://schemas.microsoft.com/office/drawing/2014/main" id="{DA0EFA2E-31CD-F0C8-71FB-6AA2DD78BC94}"/>
                </a:ext>
              </a:extLst>
            </p:cNvPr>
            <p:cNvSpPr/>
            <p:nvPr/>
          </p:nvSpPr>
          <p:spPr>
            <a:xfrm>
              <a:off x="7156778" y="3914924"/>
              <a:ext cx="366273" cy="392380"/>
            </a:xfrm>
            <a:custGeom>
              <a:avLst/>
              <a:gdLst>
                <a:gd name="connsiteX0" fmla="*/ 366260 w 366273"/>
                <a:gd name="connsiteY0" fmla="*/ 185320 h 392380"/>
                <a:gd name="connsiteX1" fmla="*/ 185323 w 366273"/>
                <a:gd name="connsiteY1" fmla="*/ 13 h 392380"/>
                <a:gd name="connsiteX2" fmla="*/ 13 w 366273"/>
                <a:gd name="connsiteY2" fmla="*/ 180950 h 392380"/>
                <a:gd name="connsiteX3" fmla="*/ 65444 w 366273"/>
                <a:gd name="connsiteY3" fmla="*/ 323448 h 392380"/>
                <a:gd name="connsiteX4" fmla="*/ 76234 w 366273"/>
                <a:gd name="connsiteY4" fmla="*/ 349619 h 392380"/>
                <a:gd name="connsiteX5" fmla="*/ 76234 w 366273"/>
                <a:gd name="connsiteY5" fmla="*/ 351109 h 392380"/>
                <a:gd name="connsiteX6" fmla="*/ 180918 w 366273"/>
                <a:gd name="connsiteY6" fmla="*/ 392363 h 392380"/>
                <a:gd name="connsiteX7" fmla="*/ 286436 w 366273"/>
                <a:gd name="connsiteY7" fmla="*/ 353434 h 392380"/>
                <a:gd name="connsiteX8" fmla="*/ 286436 w 366273"/>
                <a:gd name="connsiteY8" fmla="*/ 352063 h 392380"/>
                <a:gd name="connsiteX9" fmla="*/ 297882 w 366273"/>
                <a:gd name="connsiteY9" fmla="*/ 325534 h 392380"/>
                <a:gd name="connsiteX10" fmla="*/ 366260 w 366273"/>
                <a:gd name="connsiteY10" fmla="*/ 185320 h 39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273" h="392380">
                  <a:moveTo>
                    <a:pt x="366260" y="185320"/>
                  </a:moveTo>
                  <a:cubicBezTo>
                    <a:pt x="367465" y="84184"/>
                    <a:pt x="286460" y="1218"/>
                    <a:pt x="185323" y="13"/>
                  </a:cubicBezTo>
                  <a:cubicBezTo>
                    <a:pt x="84184" y="-1197"/>
                    <a:pt x="1219" y="79814"/>
                    <a:pt x="13" y="180950"/>
                  </a:cubicBezTo>
                  <a:cubicBezTo>
                    <a:pt x="-642" y="235856"/>
                    <a:pt x="23374" y="288162"/>
                    <a:pt x="65444" y="323448"/>
                  </a:cubicBezTo>
                  <a:cubicBezTo>
                    <a:pt x="73147" y="329850"/>
                    <a:pt x="77187" y="339645"/>
                    <a:pt x="76234" y="349619"/>
                  </a:cubicBezTo>
                  <a:cubicBezTo>
                    <a:pt x="76172" y="350113"/>
                    <a:pt x="76172" y="350614"/>
                    <a:pt x="76234" y="351109"/>
                  </a:cubicBezTo>
                  <a:cubicBezTo>
                    <a:pt x="76234" y="373226"/>
                    <a:pt x="122972" y="391707"/>
                    <a:pt x="180918" y="392363"/>
                  </a:cubicBezTo>
                  <a:cubicBezTo>
                    <a:pt x="238863" y="393018"/>
                    <a:pt x="286198" y="375611"/>
                    <a:pt x="286436" y="353434"/>
                  </a:cubicBezTo>
                  <a:lnTo>
                    <a:pt x="286436" y="352063"/>
                  </a:lnTo>
                  <a:cubicBezTo>
                    <a:pt x="285548" y="341857"/>
                    <a:pt x="289852" y="331889"/>
                    <a:pt x="297882" y="325534"/>
                  </a:cubicBezTo>
                  <a:cubicBezTo>
                    <a:pt x="340483" y="291363"/>
                    <a:pt x="365569" y="239927"/>
                    <a:pt x="366260" y="185320"/>
                  </a:cubicBezTo>
                  <a:close/>
                </a:path>
              </a:pathLst>
            </a:custGeom>
            <a:solidFill>
              <a:schemeClr val="accent3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17D07937-3C93-C94F-9F14-5A0B54483208}"/>
                </a:ext>
              </a:extLst>
            </p:cNvPr>
            <p:cNvSpPr/>
            <p:nvPr/>
          </p:nvSpPr>
          <p:spPr>
            <a:xfrm>
              <a:off x="7178318" y="3990805"/>
              <a:ext cx="51014" cy="179909"/>
            </a:xfrm>
            <a:custGeom>
              <a:avLst/>
              <a:gdLst>
                <a:gd name="connsiteX0" fmla="*/ 22084 w 51014"/>
                <a:gd name="connsiteY0" fmla="*/ 179904 h 179909"/>
                <a:gd name="connsiteX1" fmla="*/ 19461 w 51014"/>
                <a:gd name="connsiteY1" fmla="*/ 178414 h 179909"/>
                <a:gd name="connsiteX2" fmla="*/ 45930 w 51014"/>
                <a:gd name="connsiteY2" fmla="*/ 881 h 179909"/>
                <a:gd name="connsiteX3" fmla="*/ 50145 w 51014"/>
                <a:gd name="connsiteY3" fmla="*/ 863 h 179909"/>
                <a:gd name="connsiteX4" fmla="*/ 50163 w 51014"/>
                <a:gd name="connsiteY4" fmla="*/ 881 h 179909"/>
                <a:gd name="connsiteX5" fmla="*/ 50163 w 51014"/>
                <a:gd name="connsiteY5" fmla="*/ 5054 h 179909"/>
                <a:gd name="connsiteX6" fmla="*/ 25065 w 51014"/>
                <a:gd name="connsiteY6" fmla="*/ 175254 h 179909"/>
                <a:gd name="connsiteX7" fmla="*/ 24069 w 51014"/>
                <a:gd name="connsiteY7" fmla="*/ 179266 h 179909"/>
                <a:gd name="connsiteX8" fmla="*/ 23992 w 51014"/>
                <a:gd name="connsiteY8" fmla="*/ 179308 h 179909"/>
                <a:gd name="connsiteX9" fmla="*/ 22084 w 51014"/>
                <a:gd name="connsiteY9" fmla="*/ 179904 h 17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14" h="179909">
                  <a:moveTo>
                    <a:pt x="22084" y="179904"/>
                  </a:moveTo>
                  <a:cubicBezTo>
                    <a:pt x="21007" y="179904"/>
                    <a:pt x="20010" y="179338"/>
                    <a:pt x="19461" y="178414"/>
                  </a:cubicBezTo>
                  <a:cubicBezTo>
                    <a:pt x="-14293" y="120325"/>
                    <a:pt x="-3301" y="46599"/>
                    <a:pt x="45930" y="881"/>
                  </a:cubicBezTo>
                  <a:cubicBezTo>
                    <a:pt x="47090" y="-288"/>
                    <a:pt x="48976" y="-294"/>
                    <a:pt x="50145" y="863"/>
                  </a:cubicBezTo>
                  <a:cubicBezTo>
                    <a:pt x="50151" y="869"/>
                    <a:pt x="50157" y="875"/>
                    <a:pt x="50163" y="881"/>
                  </a:cubicBezTo>
                  <a:cubicBezTo>
                    <a:pt x="51299" y="2037"/>
                    <a:pt x="51299" y="3897"/>
                    <a:pt x="50163" y="5054"/>
                  </a:cubicBezTo>
                  <a:cubicBezTo>
                    <a:pt x="3048" y="48948"/>
                    <a:pt x="-7373" y="119628"/>
                    <a:pt x="25065" y="175254"/>
                  </a:cubicBezTo>
                  <a:cubicBezTo>
                    <a:pt x="25897" y="176637"/>
                    <a:pt x="25450" y="178432"/>
                    <a:pt x="24069" y="179266"/>
                  </a:cubicBezTo>
                  <a:cubicBezTo>
                    <a:pt x="24043" y="179278"/>
                    <a:pt x="24017" y="179296"/>
                    <a:pt x="23992" y="179308"/>
                  </a:cubicBezTo>
                  <a:cubicBezTo>
                    <a:pt x="23451" y="179737"/>
                    <a:pt x="22771" y="179946"/>
                    <a:pt x="22084" y="179904"/>
                  </a:cubicBezTo>
                  <a:close/>
                </a:path>
              </a:pathLst>
            </a:custGeom>
            <a:solidFill>
              <a:srgbClr val="FFFFFF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>
              <a:extLst>
                <a:ext uri="{FF2B5EF4-FFF2-40B4-BE49-F238E27FC236}">
                  <a16:creationId xmlns:a16="http://schemas.microsoft.com/office/drawing/2014/main" id="{937B1972-9E17-1C33-C6F3-EC0C3DFDBC6E}"/>
                </a:ext>
              </a:extLst>
            </p:cNvPr>
            <p:cNvSpPr/>
            <p:nvPr/>
          </p:nvSpPr>
          <p:spPr>
            <a:xfrm>
              <a:off x="7255308" y="4351223"/>
              <a:ext cx="167338" cy="18622"/>
            </a:xfrm>
            <a:custGeom>
              <a:avLst/>
              <a:gdLst>
                <a:gd name="connsiteX0" fmla="*/ 0 w 167338"/>
                <a:gd name="connsiteY0" fmla="*/ 0 h 18622"/>
                <a:gd name="connsiteX1" fmla="*/ 167339 w 167338"/>
                <a:gd name="connsiteY1" fmla="*/ 2027 h 18622"/>
                <a:gd name="connsiteX2" fmla="*/ 0 w 167338"/>
                <a:gd name="connsiteY2" fmla="*/ 0 h 1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338" h="18622">
                  <a:moveTo>
                    <a:pt x="0" y="0"/>
                  </a:moveTo>
                  <a:cubicBezTo>
                    <a:pt x="53421" y="22290"/>
                    <a:pt x="113393" y="23017"/>
                    <a:pt x="167339" y="2027"/>
                  </a:cubicBezTo>
                  <a:cubicBezTo>
                    <a:pt x="113739" y="24841"/>
                    <a:pt x="53027" y="2410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98D33929-1B87-EDC6-184E-B44AF312652A}"/>
                </a:ext>
              </a:extLst>
            </p:cNvPr>
            <p:cNvSpPr/>
            <p:nvPr/>
          </p:nvSpPr>
          <p:spPr>
            <a:xfrm>
              <a:off x="7254056" y="4331609"/>
              <a:ext cx="167279" cy="18575"/>
            </a:xfrm>
            <a:custGeom>
              <a:avLst/>
              <a:gdLst>
                <a:gd name="connsiteX0" fmla="*/ 0 w 167279"/>
                <a:gd name="connsiteY0" fmla="*/ 0 h 18575"/>
                <a:gd name="connsiteX1" fmla="*/ 167279 w 167279"/>
                <a:gd name="connsiteY1" fmla="*/ 2027 h 18575"/>
                <a:gd name="connsiteX2" fmla="*/ 0 w 167279"/>
                <a:gd name="connsiteY2" fmla="*/ 0 h 1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279" h="18575">
                  <a:moveTo>
                    <a:pt x="0" y="0"/>
                  </a:moveTo>
                  <a:cubicBezTo>
                    <a:pt x="53409" y="22230"/>
                    <a:pt x="113346" y="22958"/>
                    <a:pt x="167279" y="2027"/>
                  </a:cubicBezTo>
                  <a:cubicBezTo>
                    <a:pt x="113691" y="24776"/>
                    <a:pt x="53021" y="24043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48ACEE68-EDFB-DE1D-15F4-5DFD144AB297}"/>
                </a:ext>
              </a:extLst>
            </p:cNvPr>
            <p:cNvSpPr/>
            <p:nvPr/>
          </p:nvSpPr>
          <p:spPr>
            <a:xfrm>
              <a:off x="7252864" y="4311937"/>
              <a:ext cx="167279" cy="18597"/>
            </a:xfrm>
            <a:custGeom>
              <a:avLst/>
              <a:gdLst>
                <a:gd name="connsiteX0" fmla="*/ 0 w 167279"/>
                <a:gd name="connsiteY0" fmla="*/ 0 h 18597"/>
                <a:gd name="connsiteX1" fmla="*/ 167279 w 167279"/>
                <a:gd name="connsiteY1" fmla="*/ 2027 h 18597"/>
                <a:gd name="connsiteX2" fmla="*/ 0 w 167279"/>
                <a:gd name="connsiteY2" fmla="*/ 0 h 1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279" h="18597">
                  <a:moveTo>
                    <a:pt x="0" y="0"/>
                  </a:moveTo>
                  <a:cubicBezTo>
                    <a:pt x="53403" y="22260"/>
                    <a:pt x="113352" y="22987"/>
                    <a:pt x="167279" y="2027"/>
                  </a:cubicBezTo>
                  <a:cubicBezTo>
                    <a:pt x="113697" y="24806"/>
                    <a:pt x="53015" y="2407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60558125-B22F-BBA5-FD04-90C7BA66C3B2}"/>
                </a:ext>
              </a:extLst>
            </p:cNvPr>
            <p:cNvSpPr/>
            <p:nvPr/>
          </p:nvSpPr>
          <p:spPr>
            <a:xfrm>
              <a:off x="7278951" y="4089508"/>
              <a:ext cx="119551" cy="179863"/>
            </a:xfrm>
            <a:custGeom>
              <a:avLst/>
              <a:gdLst>
                <a:gd name="connsiteX0" fmla="*/ 114127 w 119551"/>
                <a:gd name="connsiteY0" fmla="*/ 179863 h 179863"/>
                <a:gd name="connsiteX1" fmla="*/ 90877 w 119551"/>
                <a:gd name="connsiteY1" fmla="*/ 104153 h 179863"/>
                <a:gd name="connsiteX2" fmla="*/ 61070 w 119551"/>
                <a:gd name="connsiteY2" fmla="*/ 116076 h 179863"/>
                <a:gd name="connsiteX3" fmla="*/ 36628 w 119551"/>
                <a:gd name="connsiteY3" fmla="*/ 105881 h 179863"/>
                <a:gd name="connsiteX4" fmla="*/ 24168 w 119551"/>
                <a:gd name="connsiteY4" fmla="*/ 179744 h 179863"/>
                <a:gd name="connsiteX5" fmla="*/ 18207 w 119551"/>
                <a:gd name="connsiteY5" fmla="*/ 178075 h 179863"/>
                <a:gd name="connsiteX6" fmla="*/ 30607 w 119551"/>
                <a:gd name="connsiteY6" fmla="*/ 100933 h 179863"/>
                <a:gd name="connsiteX7" fmla="*/ 26612 w 119551"/>
                <a:gd name="connsiteY7" fmla="*/ 96939 h 179863"/>
                <a:gd name="connsiteX8" fmla="*/ 978 w 119551"/>
                <a:gd name="connsiteY8" fmla="*/ 26176 h 179863"/>
                <a:gd name="connsiteX9" fmla="*/ 15941 w 119551"/>
                <a:gd name="connsiteY9" fmla="*/ 8948 h 179863"/>
                <a:gd name="connsiteX10" fmla="*/ 31024 w 119551"/>
                <a:gd name="connsiteY10" fmla="*/ 29097 h 179863"/>
                <a:gd name="connsiteX11" fmla="*/ 36687 w 119551"/>
                <a:gd name="connsiteY11" fmla="*/ 98370 h 179863"/>
                <a:gd name="connsiteX12" fmla="*/ 61070 w 119551"/>
                <a:gd name="connsiteY12" fmla="*/ 110293 h 179863"/>
                <a:gd name="connsiteX13" fmla="*/ 89029 w 119551"/>
                <a:gd name="connsiteY13" fmla="*/ 97595 h 179863"/>
                <a:gd name="connsiteX14" fmla="*/ 78418 w 119551"/>
                <a:gd name="connsiteY14" fmla="*/ 37980 h 179863"/>
                <a:gd name="connsiteX15" fmla="*/ 78418 w 119551"/>
                <a:gd name="connsiteY15" fmla="*/ 16638 h 179863"/>
                <a:gd name="connsiteX16" fmla="*/ 92368 w 119551"/>
                <a:gd name="connsiteY16" fmla="*/ 304 h 179863"/>
                <a:gd name="connsiteX17" fmla="*/ 116213 w 119551"/>
                <a:gd name="connsiteY17" fmla="*/ 23136 h 179863"/>
                <a:gd name="connsiteX18" fmla="*/ 96183 w 119551"/>
                <a:gd name="connsiteY18" fmla="*/ 99205 h 179863"/>
                <a:gd name="connsiteX19" fmla="*/ 95706 w 119551"/>
                <a:gd name="connsiteY19" fmla="*/ 99682 h 179863"/>
                <a:gd name="connsiteX20" fmla="*/ 119552 w 119551"/>
                <a:gd name="connsiteY20" fmla="*/ 178135 h 179863"/>
                <a:gd name="connsiteX21" fmla="*/ 15941 w 119551"/>
                <a:gd name="connsiteY21" fmla="*/ 14969 h 179863"/>
                <a:gd name="connsiteX22" fmla="*/ 7118 w 119551"/>
                <a:gd name="connsiteY22" fmla="*/ 27369 h 179863"/>
                <a:gd name="connsiteX23" fmla="*/ 30964 w 119551"/>
                <a:gd name="connsiteY23" fmla="*/ 92945 h 179863"/>
                <a:gd name="connsiteX24" fmla="*/ 25360 w 119551"/>
                <a:gd name="connsiteY24" fmla="*/ 30469 h 179863"/>
                <a:gd name="connsiteX25" fmla="*/ 15941 w 119551"/>
                <a:gd name="connsiteY25" fmla="*/ 15148 h 179863"/>
                <a:gd name="connsiteX26" fmla="*/ 95468 w 119551"/>
                <a:gd name="connsiteY26" fmla="*/ 5609 h 179863"/>
                <a:gd name="connsiteX27" fmla="*/ 93918 w 119551"/>
                <a:gd name="connsiteY27" fmla="*/ 5609 h 179863"/>
                <a:gd name="connsiteX28" fmla="*/ 84498 w 119551"/>
                <a:gd name="connsiteY28" fmla="*/ 17532 h 179863"/>
                <a:gd name="connsiteX29" fmla="*/ 84498 w 119551"/>
                <a:gd name="connsiteY29" fmla="*/ 36788 h 179863"/>
                <a:gd name="connsiteX30" fmla="*/ 94096 w 119551"/>
                <a:gd name="connsiteY30" fmla="*/ 92110 h 179863"/>
                <a:gd name="connsiteX31" fmla="*/ 110550 w 119551"/>
                <a:gd name="connsiteY31" fmla="*/ 24328 h 179863"/>
                <a:gd name="connsiteX32" fmla="*/ 95468 w 119551"/>
                <a:gd name="connsiteY32" fmla="*/ 5609 h 17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9551" h="179863">
                  <a:moveTo>
                    <a:pt x="114127" y="179863"/>
                  </a:moveTo>
                  <a:cubicBezTo>
                    <a:pt x="104767" y="155147"/>
                    <a:pt x="97000" y="129858"/>
                    <a:pt x="90877" y="104153"/>
                  </a:cubicBezTo>
                  <a:cubicBezTo>
                    <a:pt x="82913" y="111914"/>
                    <a:pt x="72194" y="116201"/>
                    <a:pt x="61070" y="116076"/>
                  </a:cubicBezTo>
                  <a:cubicBezTo>
                    <a:pt x="52062" y="115306"/>
                    <a:pt x="43513" y="111742"/>
                    <a:pt x="36628" y="105881"/>
                  </a:cubicBezTo>
                  <a:cubicBezTo>
                    <a:pt x="35388" y="130908"/>
                    <a:pt x="31209" y="155696"/>
                    <a:pt x="24168" y="179744"/>
                  </a:cubicBezTo>
                  <a:lnTo>
                    <a:pt x="18207" y="178075"/>
                  </a:lnTo>
                  <a:cubicBezTo>
                    <a:pt x="25551" y="152983"/>
                    <a:pt x="29718" y="127063"/>
                    <a:pt x="30607" y="100933"/>
                  </a:cubicBezTo>
                  <a:cubicBezTo>
                    <a:pt x="29295" y="99682"/>
                    <a:pt x="27924" y="98370"/>
                    <a:pt x="26612" y="96939"/>
                  </a:cubicBezTo>
                  <a:cubicBezTo>
                    <a:pt x="6105" y="75597"/>
                    <a:pt x="-3195" y="49247"/>
                    <a:pt x="978" y="26176"/>
                  </a:cubicBezTo>
                  <a:cubicBezTo>
                    <a:pt x="2647" y="17473"/>
                    <a:pt x="7774" y="8828"/>
                    <a:pt x="15941" y="8948"/>
                  </a:cubicBezTo>
                  <a:cubicBezTo>
                    <a:pt x="23214" y="8948"/>
                    <a:pt x="28580" y="16280"/>
                    <a:pt x="31024" y="29097"/>
                  </a:cubicBezTo>
                  <a:cubicBezTo>
                    <a:pt x="35406" y="51918"/>
                    <a:pt x="37307" y="75144"/>
                    <a:pt x="36687" y="98370"/>
                  </a:cubicBezTo>
                  <a:cubicBezTo>
                    <a:pt x="43221" y="105005"/>
                    <a:pt x="51824" y="109208"/>
                    <a:pt x="61070" y="110293"/>
                  </a:cubicBezTo>
                  <a:cubicBezTo>
                    <a:pt x="71711" y="109953"/>
                    <a:pt x="81774" y="105387"/>
                    <a:pt x="89029" y="97595"/>
                  </a:cubicBezTo>
                  <a:cubicBezTo>
                    <a:pt x="84558" y="77922"/>
                    <a:pt x="80981" y="57892"/>
                    <a:pt x="78418" y="37980"/>
                  </a:cubicBezTo>
                  <a:cubicBezTo>
                    <a:pt x="77166" y="30922"/>
                    <a:pt x="77166" y="23696"/>
                    <a:pt x="78418" y="16638"/>
                  </a:cubicBezTo>
                  <a:cubicBezTo>
                    <a:pt x="79550" y="8966"/>
                    <a:pt x="84969" y="2623"/>
                    <a:pt x="92368" y="304"/>
                  </a:cubicBezTo>
                  <a:cubicBezTo>
                    <a:pt x="103694" y="-2081"/>
                    <a:pt x="112875" y="9961"/>
                    <a:pt x="116213" y="23136"/>
                  </a:cubicBezTo>
                  <a:cubicBezTo>
                    <a:pt x="122199" y="50237"/>
                    <a:pt x="114741" y="78566"/>
                    <a:pt x="96183" y="99205"/>
                  </a:cubicBezTo>
                  <a:lnTo>
                    <a:pt x="95706" y="99682"/>
                  </a:lnTo>
                  <a:cubicBezTo>
                    <a:pt x="101906" y="126329"/>
                    <a:pt x="109876" y="152542"/>
                    <a:pt x="119552" y="178135"/>
                  </a:cubicBezTo>
                  <a:close/>
                  <a:moveTo>
                    <a:pt x="15941" y="14969"/>
                  </a:moveTo>
                  <a:cubicBezTo>
                    <a:pt x="11709" y="14969"/>
                    <a:pt x="8311" y="20930"/>
                    <a:pt x="7118" y="27369"/>
                  </a:cubicBezTo>
                  <a:cubicBezTo>
                    <a:pt x="3005" y="48413"/>
                    <a:pt x="12007" y="72855"/>
                    <a:pt x="30964" y="92945"/>
                  </a:cubicBezTo>
                  <a:cubicBezTo>
                    <a:pt x="31179" y="71984"/>
                    <a:pt x="29307" y="51054"/>
                    <a:pt x="25360" y="30469"/>
                  </a:cubicBezTo>
                  <a:cubicBezTo>
                    <a:pt x="24705" y="26951"/>
                    <a:pt x="21962" y="15326"/>
                    <a:pt x="15941" y="15148"/>
                  </a:cubicBezTo>
                  <a:close/>
                  <a:moveTo>
                    <a:pt x="95468" y="5609"/>
                  </a:moveTo>
                  <a:lnTo>
                    <a:pt x="93918" y="5609"/>
                  </a:lnTo>
                  <a:cubicBezTo>
                    <a:pt x="88844" y="7577"/>
                    <a:pt x="85238" y="12143"/>
                    <a:pt x="84498" y="17532"/>
                  </a:cubicBezTo>
                  <a:cubicBezTo>
                    <a:pt x="83396" y="23905"/>
                    <a:pt x="83396" y="30415"/>
                    <a:pt x="84498" y="36788"/>
                  </a:cubicBezTo>
                  <a:cubicBezTo>
                    <a:pt x="86883" y="55429"/>
                    <a:pt x="90084" y="73868"/>
                    <a:pt x="94096" y="92110"/>
                  </a:cubicBezTo>
                  <a:cubicBezTo>
                    <a:pt x="109495" y="73141"/>
                    <a:pt x="115534" y="48246"/>
                    <a:pt x="110550" y="24328"/>
                  </a:cubicBezTo>
                  <a:cubicBezTo>
                    <a:pt x="108285" y="14611"/>
                    <a:pt x="102144" y="5609"/>
                    <a:pt x="95468" y="5609"/>
                  </a:cubicBezTo>
                  <a:close/>
                </a:path>
              </a:pathLst>
            </a:custGeom>
            <a:solidFill>
              <a:srgbClr val="263238"/>
            </a:solidFill>
            <a:ln w="5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099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BCECAA0E-A6AD-36B0-117C-31F8457465C5}"/>
              </a:ext>
            </a:extLst>
          </p:cNvPr>
          <p:cNvSpPr/>
          <p:nvPr/>
        </p:nvSpPr>
        <p:spPr>
          <a:xfrm>
            <a:off x="2545535" y="5077597"/>
            <a:ext cx="937520" cy="937520"/>
          </a:xfrm>
          <a:prstGeom prst="ellipse">
            <a:avLst/>
          </a:prstGeom>
          <a:gradFill flip="none" rotWithShape="1">
            <a:gsLst>
              <a:gs pos="85000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ym typeface="+mn-lt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64ECDA8-628A-5853-7EA5-477801854164}"/>
              </a:ext>
            </a:extLst>
          </p:cNvPr>
          <p:cNvGrpSpPr/>
          <p:nvPr/>
        </p:nvGrpSpPr>
        <p:grpSpPr>
          <a:xfrm>
            <a:off x="2655945" y="5188007"/>
            <a:ext cx="716700" cy="716700"/>
            <a:chOff x="2782746" y="5502839"/>
            <a:chExt cx="716700" cy="716700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FE1CE1E-A616-D1AF-0608-37C4FF0FA1B0}"/>
                </a:ext>
              </a:extLst>
            </p:cNvPr>
            <p:cNvSpPr/>
            <p:nvPr/>
          </p:nvSpPr>
          <p:spPr>
            <a:xfrm>
              <a:off x="2782746" y="5502839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268A5E38-31CD-CBEF-D11D-336708686DE2}"/>
                </a:ext>
              </a:extLst>
            </p:cNvPr>
            <p:cNvSpPr/>
            <p:nvPr/>
          </p:nvSpPr>
          <p:spPr>
            <a:xfrm>
              <a:off x="2782746" y="5502839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2A28F717-9510-3A11-43A2-A8DA954BD1EC}"/>
              </a:ext>
            </a:extLst>
          </p:cNvPr>
          <p:cNvSpPr/>
          <p:nvPr/>
        </p:nvSpPr>
        <p:spPr>
          <a:xfrm>
            <a:off x="2545535" y="3750001"/>
            <a:ext cx="937520" cy="937520"/>
          </a:xfrm>
          <a:prstGeom prst="ellipse">
            <a:avLst/>
          </a:prstGeom>
          <a:gradFill flip="none" rotWithShape="1">
            <a:gsLst>
              <a:gs pos="85000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AF9D976-4306-F96F-7E16-F1F4D259FF1F}"/>
              </a:ext>
            </a:extLst>
          </p:cNvPr>
          <p:cNvGrpSpPr/>
          <p:nvPr/>
        </p:nvGrpSpPr>
        <p:grpSpPr>
          <a:xfrm>
            <a:off x="2655945" y="3860411"/>
            <a:ext cx="716700" cy="716700"/>
            <a:chOff x="2788481" y="4175243"/>
            <a:chExt cx="716700" cy="716700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9C8FC530-115D-8DDA-5F5C-E98987C71DC5}"/>
                </a:ext>
              </a:extLst>
            </p:cNvPr>
            <p:cNvSpPr/>
            <p:nvPr/>
          </p:nvSpPr>
          <p:spPr>
            <a:xfrm>
              <a:off x="2788481" y="4175243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D3F0356-703D-7222-6C59-A5049AD09C9D}"/>
                </a:ext>
              </a:extLst>
            </p:cNvPr>
            <p:cNvSpPr/>
            <p:nvPr/>
          </p:nvSpPr>
          <p:spPr>
            <a:xfrm>
              <a:off x="2788481" y="4175243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625035C7-5A5D-30A9-7F44-C82382CEDAAA}"/>
              </a:ext>
            </a:extLst>
          </p:cNvPr>
          <p:cNvSpPr/>
          <p:nvPr/>
        </p:nvSpPr>
        <p:spPr>
          <a:xfrm>
            <a:off x="2545535" y="2413751"/>
            <a:ext cx="937520" cy="937520"/>
          </a:xfrm>
          <a:prstGeom prst="ellipse">
            <a:avLst/>
          </a:prstGeom>
          <a:gradFill flip="none" rotWithShape="1">
            <a:gsLst>
              <a:gs pos="85000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618D2CB-659B-0299-2A1F-157A31ED3E0D}"/>
              </a:ext>
            </a:extLst>
          </p:cNvPr>
          <p:cNvGrpSpPr/>
          <p:nvPr/>
        </p:nvGrpSpPr>
        <p:grpSpPr>
          <a:xfrm>
            <a:off x="2655945" y="2524161"/>
            <a:ext cx="716700" cy="716700"/>
            <a:chOff x="2782746" y="2838993"/>
            <a:chExt cx="716700" cy="716700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BC4E935-5F57-B6A1-3E00-05C7C39E0794}"/>
                </a:ext>
              </a:extLst>
            </p:cNvPr>
            <p:cNvSpPr/>
            <p:nvPr/>
          </p:nvSpPr>
          <p:spPr>
            <a:xfrm>
              <a:off x="2782746" y="2838993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79766234-28CF-F695-D1D6-631DE17E4A67}"/>
                </a:ext>
              </a:extLst>
            </p:cNvPr>
            <p:cNvSpPr/>
            <p:nvPr/>
          </p:nvSpPr>
          <p:spPr>
            <a:xfrm>
              <a:off x="2782746" y="2838993"/>
              <a:ext cx="716700" cy="716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11E000-47A3-ACD1-E9ED-E406305DC68D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677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9FF74A2-DFA3-35DF-55B4-4FF71010B2AE}"/>
                </a:ext>
              </a:extLst>
            </p:cNvPr>
            <p:cNvSpPr/>
            <p:nvPr/>
          </p:nvSpPr>
          <p:spPr>
            <a:xfrm>
              <a:off x="515008" y="22677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A2AA334-40A7-FD3C-7234-102A6FDEEF99}"/>
                </a:ext>
              </a:extLst>
            </p:cNvPr>
            <p:cNvSpPr txBox="1"/>
            <p:nvPr/>
          </p:nvSpPr>
          <p:spPr>
            <a:xfrm>
              <a:off x="1107658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E4B85C-9C37-C94E-8DA1-D4EA7E156491}"/>
                </a:ext>
              </a:extLst>
            </p:cNvPr>
            <p:cNvSpPr txBox="1"/>
            <p:nvPr/>
          </p:nvSpPr>
          <p:spPr>
            <a:xfrm>
              <a:off x="3773881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65E01FE-E065-965F-24B2-A4008EC3989B}"/>
                </a:ext>
              </a:extLst>
            </p:cNvPr>
            <p:cNvSpPr txBox="1"/>
            <p:nvPr/>
          </p:nvSpPr>
          <p:spPr>
            <a:xfrm>
              <a:off x="6440104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3243EC-2E0D-1F77-E800-3A9797123FF4}"/>
                </a:ext>
              </a:extLst>
            </p:cNvPr>
            <p:cNvSpPr txBox="1"/>
            <p:nvPr/>
          </p:nvSpPr>
          <p:spPr>
            <a:xfrm>
              <a:off x="9106327" y="23138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PROJECT OVERVIEW</a:t>
              </a:r>
              <a:endParaRPr lang="en-US" altLang="zh-CN" sz="1000" spc="300" dirty="0">
                <a:solidFill>
                  <a:schemeClr val="bg2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9BA492A-B3B7-28C3-3A59-491E9560C132}"/>
                </a:ext>
              </a:extLst>
            </p:cNvPr>
            <p:cNvSpPr/>
            <p:nvPr/>
          </p:nvSpPr>
          <p:spPr>
            <a:xfrm>
              <a:off x="3382863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1D4A1A2-73D0-E8BD-F672-A89119BD1618}"/>
                </a:ext>
              </a:extLst>
            </p:cNvPr>
            <p:cNvSpPr/>
            <p:nvPr/>
          </p:nvSpPr>
          <p:spPr>
            <a:xfrm>
              <a:off x="6026227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D22A0B7-3DC3-122F-5C62-075C1E842ADB}"/>
                </a:ext>
              </a:extLst>
            </p:cNvPr>
            <p:cNvSpPr/>
            <p:nvPr/>
          </p:nvSpPr>
          <p:spPr>
            <a:xfrm>
              <a:off x="8738169" y="24141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E985A7D-B5EC-DFD7-8D1E-3B89B51259D9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项目概况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A6379D-CDE6-61F0-AA2B-C5F59A39E36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Project overview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BBD148B-C323-FC69-4394-B7D71F3D0F0E}"/>
              </a:ext>
            </a:extLst>
          </p:cNvPr>
          <p:cNvCxnSpPr>
            <a:cxnSpLocks/>
          </p:cNvCxnSpPr>
          <p:nvPr/>
        </p:nvCxnSpPr>
        <p:spPr>
          <a:xfrm>
            <a:off x="2225112" y="4218761"/>
            <a:ext cx="463876" cy="0"/>
          </a:xfrm>
          <a:prstGeom prst="line">
            <a:avLst/>
          </a:prstGeom>
          <a:noFill/>
          <a:ln w="19050">
            <a:solidFill>
              <a:srgbClr val="566474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任意多边形 9">
            <a:extLst>
              <a:ext uri="{FF2B5EF4-FFF2-40B4-BE49-F238E27FC236}">
                <a16:creationId xmlns:a16="http://schemas.microsoft.com/office/drawing/2014/main" id="{291B734C-109E-98FB-1A4F-61FD72584C08}"/>
              </a:ext>
            </a:extLst>
          </p:cNvPr>
          <p:cNvSpPr/>
          <p:nvPr/>
        </p:nvSpPr>
        <p:spPr>
          <a:xfrm flipH="1">
            <a:off x="1638590" y="2882511"/>
            <a:ext cx="1050399" cy="867490"/>
          </a:xfrm>
          <a:custGeom>
            <a:avLst/>
            <a:gdLst>
              <a:gd name="connsiteX0" fmla="*/ 0 w 1440"/>
              <a:gd name="connsiteY0" fmla="*/ 0 h 1440"/>
              <a:gd name="connsiteX1" fmla="*/ 1270 w 1440"/>
              <a:gd name="connsiteY1" fmla="*/ 0 h 1440"/>
              <a:gd name="connsiteX2" fmla="*/ 1440 w 1440"/>
              <a:gd name="connsiteY2" fmla="*/ 170 h 1440"/>
              <a:gd name="connsiteX3" fmla="*/ 1440 w 1440"/>
              <a:gd name="connsiteY3" fmla="*/ 1440 h 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" h="1440">
                <a:moveTo>
                  <a:pt x="0" y="0"/>
                </a:moveTo>
                <a:lnTo>
                  <a:pt x="1270" y="0"/>
                </a:lnTo>
                <a:cubicBezTo>
                  <a:pt x="1364" y="0"/>
                  <a:pt x="1440" y="76"/>
                  <a:pt x="1440" y="170"/>
                </a:cubicBezTo>
                <a:lnTo>
                  <a:pt x="1440" y="1440"/>
                </a:lnTo>
              </a:path>
            </a:pathLst>
          </a:custGeom>
          <a:noFill/>
          <a:ln w="19050">
            <a:solidFill>
              <a:srgbClr val="566474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404040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  <p:sp>
        <p:nvSpPr>
          <p:cNvPr id="18" name="任意多边形 10">
            <a:extLst>
              <a:ext uri="{FF2B5EF4-FFF2-40B4-BE49-F238E27FC236}">
                <a16:creationId xmlns:a16="http://schemas.microsoft.com/office/drawing/2014/main" id="{4D5200E9-CF39-861C-6FB5-1B2497F5422F}"/>
              </a:ext>
            </a:extLst>
          </p:cNvPr>
          <p:cNvSpPr/>
          <p:nvPr/>
        </p:nvSpPr>
        <p:spPr>
          <a:xfrm flipH="1" flipV="1">
            <a:off x="1627558" y="4784488"/>
            <a:ext cx="1061430" cy="770522"/>
          </a:xfrm>
          <a:custGeom>
            <a:avLst/>
            <a:gdLst>
              <a:gd name="connsiteX0" fmla="*/ 0 w 1440"/>
              <a:gd name="connsiteY0" fmla="*/ 0 h 1440"/>
              <a:gd name="connsiteX1" fmla="*/ 1270 w 1440"/>
              <a:gd name="connsiteY1" fmla="*/ 0 h 1440"/>
              <a:gd name="connsiteX2" fmla="*/ 1440 w 1440"/>
              <a:gd name="connsiteY2" fmla="*/ 170 h 1440"/>
              <a:gd name="connsiteX3" fmla="*/ 1440 w 1440"/>
              <a:gd name="connsiteY3" fmla="*/ 1440 h 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" h="1440">
                <a:moveTo>
                  <a:pt x="0" y="0"/>
                </a:moveTo>
                <a:lnTo>
                  <a:pt x="1270" y="0"/>
                </a:lnTo>
                <a:cubicBezTo>
                  <a:pt x="1364" y="0"/>
                  <a:pt x="1440" y="76"/>
                  <a:pt x="1440" y="170"/>
                </a:cubicBezTo>
                <a:lnTo>
                  <a:pt x="1440" y="1440"/>
                </a:lnTo>
              </a:path>
            </a:pathLst>
          </a:custGeom>
          <a:noFill/>
          <a:ln w="19050">
            <a:solidFill>
              <a:srgbClr val="566474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404040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9B0EB8B2-0150-D957-9F86-BA8B3A518E06}"/>
              </a:ext>
            </a:extLst>
          </p:cNvPr>
          <p:cNvSpPr>
            <a:spLocks noEditPoints="1"/>
          </p:cNvSpPr>
          <p:nvPr/>
        </p:nvSpPr>
        <p:spPr bwMode="auto">
          <a:xfrm>
            <a:off x="2866393" y="2734609"/>
            <a:ext cx="295804" cy="295804"/>
          </a:xfrm>
          <a:custGeom>
            <a:avLst/>
            <a:gdLst>
              <a:gd name="T0" fmla="*/ 648 w 7768"/>
              <a:gd name="T1" fmla="*/ 2589 h 7768"/>
              <a:gd name="T2" fmla="*/ 0 w 7768"/>
              <a:gd name="T3" fmla="*/ 3237 h 7768"/>
              <a:gd name="T4" fmla="*/ 0 w 7768"/>
              <a:gd name="T5" fmla="*/ 7120 h 7768"/>
              <a:gd name="T6" fmla="*/ 648 w 7768"/>
              <a:gd name="T7" fmla="*/ 7768 h 7768"/>
              <a:gd name="T8" fmla="*/ 1295 w 7768"/>
              <a:gd name="T9" fmla="*/ 7120 h 7768"/>
              <a:gd name="T10" fmla="*/ 1295 w 7768"/>
              <a:gd name="T11" fmla="*/ 3237 h 7768"/>
              <a:gd name="T12" fmla="*/ 648 w 7768"/>
              <a:gd name="T13" fmla="*/ 2589 h 7768"/>
              <a:gd name="T14" fmla="*/ 2805 w 7768"/>
              <a:gd name="T15" fmla="*/ 0 h 7768"/>
              <a:gd name="T16" fmla="*/ 2158 w 7768"/>
              <a:gd name="T17" fmla="*/ 648 h 7768"/>
              <a:gd name="T18" fmla="*/ 2158 w 7768"/>
              <a:gd name="T19" fmla="*/ 7120 h 7768"/>
              <a:gd name="T20" fmla="*/ 2805 w 7768"/>
              <a:gd name="T21" fmla="*/ 7768 h 7768"/>
              <a:gd name="T22" fmla="*/ 3453 w 7768"/>
              <a:gd name="T23" fmla="*/ 7120 h 7768"/>
              <a:gd name="T24" fmla="*/ 3453 w 7768"/>
              <a:gd name="T25" fmla="*/ 648 h 7768"/>
              <a:gd name="T26" fmla="*/ 2805 w 7768"/>
              <a:gd name="T27" fmla="*/ 0 h 7768"/>
              <a:gd name="T28" fmla="*/ 4963 w 7768"/>
              <a:gd name="T29" fmla="*/ 3884 h 7768"/>
              <a:gd name="T30" fmla="*/ 4316 w 7768"/>
              <a:gd name="T31" fmla="*/ 4531 h 7768"/>
              <a:gd name="T32" fmla="*/ 4316 w 7768"/>
              <a:gd name="T33" fmla="*/ 7120 h 7768"/>
              <a:gd name="T34" fmla="*/ 4963 w 7768"/>
              <a:gd name="T35" fmla="*/ 7768 h 7768"/>
              <a:gd name="T36" fmla="*/ 5610 w 7768"/>
              <a:gd name="T37" fmla="*/ 7120 h 7768"/>
              <a:gd name="T38" fmla="*/ 5610 w 7768"/>
              <a:gd name="T39" fmla="*/ 4531 h 7768"/>
              <a:gd name="T40" fmla="*/ 4963 w 7768"/>
              <a:gd name="T41" fmla="*/ 3884 h 7768"/>
              <a:gd name="T42" fmla="*/ 7121 w 7768"/>
              <a:gd name="T43" fmla="*/ 1942 h 7768"/>
              <a:gd name="T44" fmla="*/ 6473 w 7768"/>
              <a:gd name="T45" fmla="*/ 2589 h 7768"/>
              <a:gd name="T46" fmla="*/ 6473 w 7768"/>
              <a:gd name="T47" fmla="*/ 7120 h 7768"/>
              <a:gd name="T48" fmla="*/ 7121 w 7768"/>
              <a:gd name="T49" fmla="*/ 7768 h 7768"/>
              <a:gd name="T50" fmla="*/ 7768 w 7768"/>
              <a:gd name="T51" fmla="*/ 7120 h 7768"/>
              <a:gd name="T52" fmla="*/ 7768 w 7768"/>
              <a:gd name="T53" fmla="*/ 2589 h 7768"/>
              <a:gd name="T54" fmla="*/ 7121 w 7768"/>
              <a:gd name="T55" fmla="*/ 1942 h 7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768" h="7768">
                <a:moveTo>
                  <a:pt x="648" y="2589"/>
                </a:moveTo>
                <a:cubicBezTo>
                  <a:pt x="292" y="2589"/>
                  <a:pt x="0" y="2881"/>
                  <a:pt x="0" y="3237"/>
                </a:cubicBezTo>
                <a:lnTo>
                  <a:pt x="0" y="7120"/>
                </a:lnTo>
                <a:cubicBezTo>
                  <a:pt x="0" y="7476"/>
                  <a:pt x="292" y="7768"/>
                  <a:pt x="648" y="7768"/>
                </a:cubicBezTo>
                <a:cubicBezTo>
                  <a:pt x="1004" y="7768"/>
                  <a:pt x="1295" y="7476"/>
                  <a:pt x="1295" y="7120"/>
                </a:cubicBezTo>
                <a:lnTo>
                  <a:pt x="1295" y="3237"/>
                </a:lnTo>
                <a:cubicBezTo>
                  <a:pt x="1295" y="2881"/>
                  <a:pt x="1004" y="2589"/>
                  <a:pt x="648" y="2589"/>
                </a:cubicBezTo>
                <a:close/>
                <a:moveTo>
                  <a:pt x="2805" y="0"/>
                </a:moveTo>
                <a:cubicBezTo>
                  <a:pt x="2449" y="0"/>
                  <a:pt x="2158" y="292"/>
                  <a:pt x="2158" y="648"/>
                </a:cubicBezTo>
                <a:lnTo>
                  <a:pt x="2158" y="7120"/>
                </a:lnTo>
                <a:cubicBezTo>
                  <a:pt x="2158" y="7476"/>
                  <a:pt x="2449" y="7768"/>
                  <a:pt x="2805" y="7768"/>
                </a:cubicBezTo>
                <a:cubicBezTo>
                  <a:pt x="3161" y="7768"/>
                  <a:pt x="3453" y="7476"/>
                  <a:pt x="3453" y="7120"/>
                </a:cubicBezTo>
                <a:lnTo>
                  <a:pt x="3453" y="648"/>
                </a:lnTo>
                <a:cubicBezTo>
                  <a:pt x="3453" y="292"/>
                  <a:pt x="3161" y="0"/>
                  <a:pt x="2805" y="0"/>
                </a:cubicBezTo>
                <a:close/>
                <a:moveTo>
                  <a:pt x="4963" y="3884"/>
                </a:moveTo>
                <a:cubicBezTo>
                  <a:pt x="4607" y="3884"/>
                  <a:pt x="4316" y="4175"/>
                  <a:pt x="4316" y="4531"/>
                </a:cubicBezTo>
                <a:lnTo>
                  <a:pt x="4316" y="7120"/>
                </a:lnTo>
                <a:cubicBezTo>
                  <a:pt x="4316" y="7476"/>
                  <a:pt x="4607" y="7768"/>
                  <a:pt x="4963" y="7768"/>
                </a:cubicBezTo>
                <a:cubicBezTo>
                  <a:pt x="5319" y="7768"/>
                  <a:pt x="5610" y="7476"/>
                  <a:pt x="5610" y="7120"/>
                </a:cubicBezTo>
                <a:lnTo>
                  <a:pt x="5610" y="4531"/>
                </a:lnTo>
                <a:cubicBezTo>
                  <a:pt x="5610" y="4175"/>
                  <a:pt x="5319" y="3884"/>
                  <a:pt x="4963" y="3884"/>
                </a:cubicBezTo>
                <a:close/>
                <a:moveTo>
                  <a:pt x="7121" y="1942"/>
                </a:moveTo>
                <a:cubicBezTo>
                  <a:pt x="6765" y="1942"/>
                  <a:pt x="6473" y="2234"/>
                  <a:pt x="6473" y="2589"/>
                </a:cubicBezTo>
                <a:lnTo>
                  <a:pt x="6473" y="7120"/>
                </a:lnTo>
                <a:cubicBezTo>
                  <a:pt x="6473" y="7476"/>
                  <a:pt x="6765" y="7768"/>
                  <a:pt x="7121" y="7768"/>
                </a:cubicBezTo>
                <a:cubicBezTo>
                  <a:pt x="7476" y="7768"/>
                  <a:pt x="7768" y="7476"/>
                  <a:pt x="7768" y="7120"/>
                </a:cubicBezTo>
                <a:lnTo>
                  <a:pt x="7768" y="2589"/>
                </a:lnTo>
                <a:cubicBezTo>
                  <a:pt x="7768" y="2234"/>
                  <a:pt x="7476" y="1942"/>
                  <a:pt x="7121" y="194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29E7D21-94F9-FEDC-457A-BFC07EEE8EED}"/>
              </a:ext>
            </a:extLst>
          </p:cNvPr>
          <p:cNvSpPr>
            <a:spLocks noEditPoints="1"/>
          </p:cNvSpPr>
          <p:nvPr/>
        </p:nvSpPr>
        <p:spPr bwMode="auto">
          <a:xfrm>
            <a:off x="2872738" y="4094705"/>
            <a:ext cx="283114" cy="248113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2C158913-C19E-FA21-2645-09F984C5D65C}"/>
              </a:ext>
            </a:extLst>
          </p:cNvPr>
          <p:cNvSpPr>
            <a:spLocks noEditPoints="1"/>
          </p:cNvSpPr>
          <p:nvPr/>
        </p:nvSpPr>
        <p:spPr bwMode="auto">
          <a:xfrm>
            <a:off x="2917960" y="5401115"/>
            <a:ext cx="192671" cy="290485"/>
          </a:xfrm>
          <a:custGeom>
            <a:avLst/>
            <a:gdLst>
              <a:gd name="T0" fmla="*/ 4967 w 5341"/>
              <a:gd name="T1" fmla="*/ 1831 h 7768"/>
              <a:gd name="T2" fmla="*/ 4967 w 5341"/>
              <a:gd name="T3" fmla="*/ 1276 h 7768"/>
              <a:gd name="T4" fmla="*/ 5341 w 5341"/>
              <a:gd name="T5" fmla="*/ 1276 h 7768"/>
              <a:gd name="T6" fmla="*/ 5341 w 5341"/>
              <a:gd name="T7" fmla="*/ 0 h 7768"/>
              <a:gd name="T8" fmla="*/ 0 w 5341"/>
              <a:gd name="T9" fmla="*/ 0 h 7768"/>
              <a:gd name="T10" fmla="*/ 0 w 5341"/>
              <a:gd name="T11" fmla="*/ 1276 h 7768"/>
              <a:gd name="T12" fmla="*/ 374 w 5341"/>
              <a:gd name="T13" fmla="*/ 1276 h 7768"/>
              <a:gd name="T14" fmla="*/ 374 w 5341"/>
              <a:gd name="T15" fmla="*/ 1831 h 7768"/>
              <a:gd name="T16" fmla="*/ 1495 w 5341"/>
              <a:gd name="T17" fmla="*/ 3884 h 7768"/>
              <a:gd name="T18" fmla="*/ 374 w 5341"/>
              <a:gd name="T19" fmla="*/ 5937 h 7768"/>
              <a:gd name="T20" fmla="*/ 374 w 5341"/>
              <a:gd name="T21" fmla="*/ 6492 h 7768"/>
              <a:gd name="T22" fmla="*/ 0 w 5341"/>
              <a:gd name="T23" fmla="*/ 6492 h 7768"/>
              <a:gd name="T24" fmla="*/ 0 w 5341"/>
              <a:gd name="T25" fmla="*/ 7768 h 7768"/>
              <a:gd name="T26" fmla="*/ 5341 w 5341"/>
              <a:gd name="T27" fmla="*/ 7768 h 7768"/>
              <a:gd name="T28" fmla="*/ 5341 w 5341"/>
              <a:gd name="T29" fmla="*/ 6492 h 7768"/>
              <a:gd name="T30" fmla="*/ 4967 w 5341"/>
              <a:gd name="T31" fmla="*/ 6492 h 7768"/>
              <a:gd name="T32" fmla="*/ 4967 w 5341"/>
              <a:gd name="T33" fmla="*/ 5937 h 7768"/>
              <a:gd name="T34" fmla="*/ 3845 w 5341"/>
              <a:gd name="T35" fmla="*/ 3884 h 7768"/>
              <a:gd name="T36" fmla="*/ 4967 w 5341"/>
              <a:gd name="T37" fmla="*/ 1831 h 7768"/>
              <a:gd name="T38" fmla="*/ 4326 w 5341"/>
              <a:gd name="T39" fmla="*/ 5937 h 7768"/>
              <a:gd name="T40" fmla="*/ 4326 w 5341"/>
              <a:gd name="T41" fmla="*/ 6492 h 7768"/>
              <a:gd name="T42" fmla="*/ 1015 w 5341"/>
              <a:gd name="T43" fmla="*/ 6492 h 7768"/>
              <a:gd name="T44" fmla="*/ 1015 w 5341"/>
              <a:gd name="T45" fmla="*/ 5937 h 7768"/>
              <a:gd name="T46" fmla="*/ 2670 w 5341"/>
              <a:gd name="T47" fmla="*/ 4217 h 7768"/>
              <a:gd name="T48" fmla="*/ 4326 w 5341"/>
              <a:gd name="T49" fmla="*/ 5937 h 7768"/>
              <a:gd name="T50" fmla="*/ 4326 w 5341"/>
              <a:gd name="T51" fmla="*/ 5937 h 7768"/>
              <a:gd name="T52" fmla="*/ 2670 w 5341"/>
              <a:gd name="T53" fmla="*/ 3551 h 7768"/>
              <a:gd name="T54" fmla="*/ 1015 w 5341"/>
              <a:gd name="T55" fmla="*/ 1831 h 7768"/>
              <a:gd name="T56" fmla="*/ 1015 w 5341"/>
              <a:gd name="T57" fmla="*/ 1276 h 7768"/>
              <a:gd name="T58" fmla="*/ 4326 w 5341"/>
              <a:gd name="T59" fmla="*/ 1276 h 7768"/>
              <a:gd name="T60" fmla="*/ 4326 w 5341"/>
              <a:gd name="T61" fmla="*/ 1831 h 7768"/>
              <a:gd name="T62" fmla="*/ 2670 w 5341"/>
              <a:gd name="T63" fmla="*/ 3551 h 7768"/>
              <a:gd name="T64" fmla="*/ 2670 w 5341"/>
              <a:gd name="T65" fmla="*/ 3551 h 7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341" h="7768">
                <a:moveTo>
                  <a:pt x="4967" y="1831"/>
                </a:moveTo>
                <a:lnTo>
                  <a:pt x="4967" y="1276"/>
                </a:lnTo>
                <a:lnTo>
                  <a:pt x="5341" y="1276"/>
                </a:lnTo>
                <a:lnTo>
                  <a:pt x="5341" y="0"/>
                </a:lnTo>
                <a:lnTo>
                  <a:pt x="0" y="0"/>
                </a:lnTo>
                <a:lnTo>
                  <a:pt x="0" y="1276"/>
                </a:lnTo>
                <a:lnTo>
                  <a:pt x="374" y="1276"/>
                </a:lnTo>
                <a:lnTo>
                  <a:pt x="374" y="1831"/>
                </a:lnTo>
                <a:cubicBezTo>
                  <a:pt x="374" y="2719"/>
                  <a:pt x="855" y="3496"/>
                  <a:pt x="1495" y="3884"/>
                </a:cubicBezTo>
                <a:cubicBezTo>
                  <a:pt x="801" y="4328"/>
                  <a:pt x="374" y="5049"/>
                  <a:pt x="374" y="5937"/>
                </a:cubicBezTo>
                <a:lnTo>
                  <a:pt x="374" y="6492"/>
                </a:lnTo>
                <a:lnTo>
                  <a:pt x="0" y="6492"/>
                </a:lnTo>
                <a:lnTo>
                  <a:pt x="0" y="7768"/>
                </a:lnTo>
                <a:lnTo>
                  <a:pt x="5341" y="7768"/>
                </a:lnTo>
                <a:lnTo>
                  <a:pt x="5341" y="6492"/>
                </a:lnTo>
                <a:lnTo>
                  <a:pt x="4967" y="6492"/>
                </a:lnTo>
                <a:lnTo>
                  <a:pt x="4967" y="5937"/>
                </a:lnTo>
                <a:cubicBezTo>
                  <a:pt x="4967" y="5049"/>
                  <a:pt x="4486" y="4272"/>
                  <a:pt x="3845" y="3884"/>
                </a:cubicBezTo>
                <a:cubicBezTo>
                  <a:pt x="4486" y="3440"/>
                  <a:pt x="4967" y="2719"/>
                  <a:pt x="4967" y="1831"/>
                </a:cubicBezTo>
                <a:close/>
                <a:moveTo>
                  <a:pt x="4326" y="5937"/>
                </a:moveTo>
                <a:lnTo>
                  <a:pt x="4326" y="6492"/>
                </a:lnTo>
                <a:lnTo>
                  <a:pt x="1015" y="6492"/>
                </a:lnTo>
                <a:lnTo>
                  <a:pt x="1015" y="5937"/>
                </a:lnTo>
                <a:cubicBezTo>
                  <a:pt x="1015" y="4994"/>
                  <a:pt x="1763" y="4217"/>
                  <a:pt x="2670" y="4217"/>
                </a:cubicBezTo>
                <a:cubicBezTo>
                  <a:pt x="3578" y="4217"/>
                  <a:pt x="4326" y="4994"/>
                  <a:pt x="4326" y="5937"/>
                </a:cubicBezTo>
                <a:lnTo>
                  <a:pt x="4326" y="5937"/>
                </a:lnTo>
                <a:close/>
                <a:moveTo>
                  <a:pt x="2670" y="3551"/>
                </a:moveTo>
                <a:cubicBezTo>
                  <a:pt x="1763" y="3551"/>
                  <a:pt x="1015" y="2774"/>
                  <a:pt x="1015" y="1831"/>
                </a:cubicBezTo>
                <a:lnTo>
                  <a:pt x="1015" y="1276"/>
                </a:lnTo>
                <a:lnTo>
                  <a:pt x="4326" y="1276"/>
                </a:lnTo>
                <a:lnTo>
                  <a:pt x="4326" y="1831"/>
                </a:lnTo>
                <a:cubicBezTo>
                  <a:pt x="4326" y="2774"/>
                  <a:pt x="3578" y="3551"/>
                  <a:pt x="2670" y="3551"/>
                </a:cubicBezTo>
                <a:close/>
                <a:moveTo>
                  <a:pt x="2670" y="3551"/>
                </a:move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8262CF4-74EF-95A3-CCCB-3E9738475D0D}"/>
              </a:ext>
            </a:extLst>
          </p:cNvPr>
          <p:cNvSpPr/>
          <p:nvPr/>
        </p:nvSpPr>
        <p:spPr>
          <a:xfrm>
            <a:off x="3644332" y="2386822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13500008" rotWithShape="0">
              <a:schemeClr val="bg1">
                <a:lumMod val="6107"/>
                <a:lumOff val="93893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F53FFA4-6122-8261-634D-7E7E8D5E5B9F}"/>
              </a:ext>
            </a:extLst>
          </p:cNvPr>
          <p:cNvSpPr/>
          <p:nvPr/>
        </p:nvSpPr>
        <p:spPr>
          <a:xfrm>
            <a:off x="3644332" y="2386822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4" rotWithShape="0">
              <a:schemeClr val="bg1">
                <a:lumMod val="80000"/>
                <a:alpha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27" name="PA_文本框 57">
            <a:extLst>
              <a:ext uri="{FF2B5EF4-FFF2-40B4-BE49-F238E27FC236}">
                <a16:creationId xmlns:a16="http://schemas.microsoft.com/office/drawing/2014/main" id="{2397FB3E-7907-5F5C-5727-B494938BAE1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12282" y="2922247"/>
            <a:ext cx="7008312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0A59F5-4052-6701-5130-BA7D008AB25C}"/>
              </a:ext>
            </a:extLst>
          </p:cNvPr>
          <p:cNvSpPr/>
          <p:nvPr/>
        </p:nvSpPr>
        <p:spPr>
          <a:xfrm>
            <a:off x="3912282" y="2589822"/>
            <a:ext cx="271808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F2B8154-FDCE-CEC2-461E-38F252B9F46A}"/>
              </a:ext>
            </a:extLst>
          </p:cNvPr>
          <p:cNvSpPr/>
          <p:nvPr/>
        </p:nvSpPr>
        <p:spPr>
          <a:xfrm>
            <a:off x="3644332" y="3723072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13500008" rotWithShape="0">
              <a:schemeClr val="bg1">
                <a:lumMod val="6107"/>
                <a:lumOff val="93893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A4627F6-4D8F-8AFA-303D-A75646BCB4C1}"/>
              </a:ext>
            </a:extLst>
          </p:cNvPr>
          <p:cNvSpPr/>
          <p:nvPr/>
        </p:nvSpPr>
        <p:spPr>
          <a:xfrm>
            <a:off x="3644332" y="3723072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4" rotWithShape="0">
              <a:schemeClr val="bg1">
                <a:lumMod val="80000"/>
                <a:alpha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34" name="PA_文本框 57">
            <a:extLst>
              <a:ext uri="{FF2B5EF4-FFF2-40B4-BE49-F238E27FC236}">
                <a16:creationId xmlns:a16="http://schemas.microsoft.com/office/drawing/2014/main" id="{5E5E6EE9-FB27-BE5F-F016-8AAA069707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12282" y="4258497"/>
            <a:ext cx="7008312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B4CBE6-53F4-B03E-E50F-C2E23091395E}"/>
              </a:ext>
            </a:extLst>
          </p:cNvPr>
          <p:cNvSpPr/>
          <p:nvPr/>
        </p:nvSpPr>
        <p:spPr>
          <a:xfrm>
            <a:off x="3912282" y="3926072"/>
            <a:ext cx="271808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037435F-BAE8-F2B7-AABB-17C021855F3D}"/>
              </a:ext>
            </a:extLst>
          </p:cNvPr>
          <p:cNvSpPr/>
          <p:nvPr/>
        </p:nvSpPr>
        <p:spPr>
          <a:xfrm>
            <a:off x="3644332" y="5050668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13500008" rotWithShape="0">
              <a:schemeClr val="bg1">
                <a:lumMod val="6107"/>
                <a:lumOff val="93893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F74BA13-402C-51E4-D35D-1B9786B96844}"/>
              </a:ext>
            </a:extLst>
          </p:cNvPr>
          <p:cNvSpPr/>
          <p:nvPr/>
        </p:nvSpPr>
        <p:spPr>
          <a:xfrm>
            <a:off x="3644332" y="5050668"/>
            <a:ext cx="7421148" cy="99137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4" rotWithShape="0">
              <a:schemeClr val="bg1">
                <a:lumMod val="80000"/>
                <a:alpha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41" name="PA_文本框 57">
            <a:extLst>
              <a:ext uri="{FF2B5EF4-FFF2-40B4-BE49-F238E27FC236}">
                <a16:creationId xmlns:a16="http://schemas.microsoft.com/office/drawing/2014/main" id="{F47BF882-7BCE-E153-6530-93D006B89F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912282" y="5586093"/>
            <a:ext cx="7008312" cy="289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80369D0-F2C5-49A8-F157-7AA3C1D5FB96}"/>
              </a:ext>
            </a:extLst>
          </p:cNvPr>
          <p:cNvSpPr/>
          <p:nvPr/>
        </p:nvSpPr>
        <p:spPr>
          <a:xfrm>
            <a:off x="3912282" y="5253668"/>
            <a:ext cx="271808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kern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输入关键词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15DFCC1-EAF2-0B29-D7CE-D944D4ABB14F}"/>
              </a:ext>
            </a:extLst>
          </p:cNvPr>
          <p:cNvSpPr/>
          <p:nvPr/>
        </p:nvSpPr>
        <p:spPr>
          <a:xfrm>
            <a:off x="1080601" y="3443367"/>
            <a:ext cx="988610" cy="1338862"/>
          </a:xfrm>
          <a:prstGeom prst="roundRect">
            <a:avLst>
              <a:gd name="adj" fmla="val 5572"/>
            </a:avLst>
          </a:prstGeom>
          <a:gradFill flip="none" rotWithShape="1">
            <a:gsLst>
              <a:gs pos="81536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38454"/>
            </a:path>
            <a:tileRect/>
          </a:gradFill>
          <a:ln w="3175" cap="flat">
            <a:solidFill>
              <a:schemeClr val="accent2">
                <a:lumMod val="40000"/>
                <a:lumOff val="60000"/>
              </a:schemeClr>
            </a:solidFill>
            <a:prstDash val="solid"/>
            <a:miter/>
          </a:ln>
          <a:effectLst>
            <a:innerShdw blurRad="63500" dist="63500" dir="13500011">
              <a:schemeClr val="accent1">
                <a:lumMod val="85000"/>
                <a:alpha val="35000"/>
              </a:schemeClr>
            </a:innerShdw>
          </a:effectLst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23" name="图形 30">
            <a:extLst>
              <a:ext uri="{FF2B5EF4-FFF2-40B4-BE49-F238E27FC236}">
                <a16:creationId xmlns:a16="http://schemas.microsoft.com/office/drawing/2014/main" id="{50855415-E102-240E-D8C2-32A5717D66DE}"/>
              </a:ext>
            </a:extLst>
          </p:cNvPr>
          <p:cNvGrpSpPr/>
          <p:nvPr/>
        </p:nvGrpSpPr>
        <p:grpSpPr>
          <a:xfrm>
            <a:off x="1141130" y="3497219"/>
            <a:ext cx="988610" cy="1351697"/>
            <a:chOff x="9612671" y="5005750"/>
            <a:chExt cx="2132083" cy="2915133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B2CC7F89-815A-61B6-CB11-697CA915BACC}"/>
                </a:ext>
              </a:extLst>
            </p:cNvPr>
            <p:cNvSpPr/>
            <p:nvPr/>
          </p:nvSpPr>
          <p:spPr>
            <a:xfrm>
              <a:off x="9614834" y="5008132"/>
              <a:ext cx="2127123" cy="2912554"/>
            </a:xfrm>
            <a:prstGeom prst="roundRect">
              <a:avLst>
                <a:gd name="adj" fmla="val 3233"/>
              </a:avLst>
            </a:pr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6125A908-651B-8C4E-76EA-69C42AABB371}"/>
                </a:ext>
              </a:extLst>
            </p:cNvPr>
            <p:cNvSpPr/>
            <p:nvPr/>
          </p:nvSpPr>
          <p:spPr>
            <a:xfrm>
              <a:off x="9612671" y="5005750"/>
              <a:ext cx="2132083" cy="2915133"/>
            </a:xfrm>
            <a:custGeom>
              <a:avLst/>
              <a:gdLst>
                <a:gd name="connsiteX0" fmla="*/ 2060706 w 2132083"/>
                <a:gd name="connsiteY0" fmla="*/ 2914936 h 2915133"/>
                <a:gd name="connsiteX1" fmla="*/ 2085757 w 2132083"/>
                <a:gd name="connsiteY1" fmla="*/ 2909888 h 2915133"/>
                <a:gd name="connsiteX2" fmla="*/ 2111284 w 2132083"/>
                <a:gd name="connsiteY2" fmla="*/ 2891695 h 2915133"/>
                <a:gd name="connsiteX3" fmla="*/ 2128429 w 2132083"/>
                <a:gd name="connsiteY3" fmla="*/ 2852548 h 2915133"/>
                <a:gd name="connsiteX4" fmla="*/ 2128429 w 2132083"/>
                <a:gd name="connsiteY4" fmla="*/ 2562321 h 2915133"/>
                <a:gd name="connsiteX5" fmla="*/ 2127667 w 2132083"/>
                <a:gd name="connsiteY5" fmla="*/ 1494949 h 2915133"/>
                <a:gd name="connsiteX6" fmla="*/ 2127667 w 2132083"/>
                <a:gd name="connsiteY6" fmla="*/ 757809 h 2915133"/>
                <a:gd name="connsiteX7" fmla="*/ 2127667 w 2132083"/>
                <a:gd name="connsiteY7" fmla="*/ 347091 h 2915133"/>
                <a:gd name="connsiteX8" fmla="*/ 2127667 w 2132083"/>
                <a:gd name="connsiteY8" fmla="*/ 78010 h 2915133"/>
                <a:gd name="connsiteX9" fmla="*/ 2111284 w 2132083"/>
                <a:gd name="connsiteY9" fmla="*/ 28385 h 2915133"/>
                <a:gd name="connsiteX10" fmla="*/ 2064802 w 2132083"/>
                <a:gd name="connsiteY10" fmla="*/ 4953 h 2915133"/>
                <a:gd name="connsiteX11" fmla="*/ 2009271 w 2132083"/>
                <a:gd name="connsiteY11" fmla="*/ 4953 h 2915133"/>
                <a:gd name="connsiteX12" fmla="*/ 70743 w 2132083"/>
                <a:gd name="connsiteY12" fmla="*/ 4953 h 2915133"/>
                <a:gd name="connsiteX13" fmla="*/ 17403 w 2132083"/>
                <a:gd name="connsiteY13" fmla="*/ 31909 h 2915133"/>
                <a:gd name="connsiteX14" fmla="*/ 5402 w 2132083"/>
                <a:gd name="connsiteY14" fmla="*/ 60484 h 2915133"/>
                <a:gd name="connsiteX15" fmla="*/ 4449 w 2132083"/>
                <a:gd name="connsiteY15" fmla="*/ 92107 h 2915133"/>
                <a:gd name="connsiteX16" fmla="*/ 4449 w 2132083"/>
                <a:gd name="connsiteY16" fmla="*/ 472345 h 2915133"/>
                <a:gd name="connsiteX17" fmla="*/ 4449 w 2132083"/>
                <a:gd name="connsiteY17" fmla="*/ 966978 h 2915133"/>
                <a:gd name="connsiteX18" fmla="*/ 4449 w 2132083"/>
                <a:gd name="connsiteY18" fmla="*/ 1901952 h 2915133"/>
                <a:gd name="connsiteX19" fmla="*/ 4449 w 2132083"/>
                <a:gd name="connsiteY19" fmla="*/ 2748153 h 2915133"/>
                <a:gd name="connsiteX20" fmla="*/ 4449 w 2132083"/>
                <a:gd name="connsiteY20" fmla="*/ 2846642 h 2915133"/>
                <a:gd name="connsiteX21" fmla="*/ 20737 w 2132083"/>
                <a:gd name="connsiteY21" fmla="*/ 2889885 h 2915133"/>
                <a:gd name="connsiteX22" fmla="*/ 60742 w 2132083"/>
                <a:gd name="connsiteY22" fmla="*/ 2911983 h 2915133"/>
                <a:gd name="connsiteX23" fmla="*/ 84269 w 2132083"/>
                <a:gd name="connsiteY23" fmla="*/ 2912936 h 2915133"/>
                <a:gd name="connsiteX24" fmla="*/ 248289 w 2132083"/>
                <a:gd name="connsiteY24" fmla="*/ 2912936 h 2915133"/>
                <a:gd name="connsiteX25" fmla="*/ 601952 w 2132083"/>
                <a:gd name="connsiteY25" fmla="*/ 2912936 h 2915133"/>
                <a:gd name="connsiteX26" fmla="*/ 1669324 w 2132083"/>
                <a:gd name="connsiteY26" fmla="*/ 2913698 h 2915133"/>
                <a:gd name="connsiteX27" fmla="*/ 1959551 w 2132083"/>
                <a:gd name="connsiteY27" fmla="*/ 2914174 h 2915133"/>
                <a:gd name="connsiteX28" fmla="*/ 2034989 w 2132083"/>
                <a:gd name="connsiteY28" fmla="*/ 2914174 h 2915133"/>
                <a:gd name="connsiteX29" fmla="*/ 2060706 w 2132083"/>
                <a:gd name="connsiteY29" fmla="*/ 2914174 h 2915133"/>
                <a:gd name="connsiteX30" fmla="*/ 2034989 w 2132083"/>
                <a:gd name="connsiteY30" fmla="*/ 2914174 h 2915133"/>
                <a:gd name="connsiteX31" fmla="*/ 1959551 w 2132083"/>
                <a:gd name="connsiteY31" fmla="*/ 2914174 h 2915133"/>
                <a:gd name="connsiteX32" fmla="*/ 1669324 w 2132083"/>
                <a:gd name="connsiteY32" fmla="*/ 2914174 h 2915133"/>
                <a:gd name="connsiteX33" fmla="*/ 601952 w 2132083"/>
                <a:gd name="connsiteY33" fmla="*/ 2915031 h 2915133"/>
                <a:gd name="connsiteX34" fmla="*/ 83983 w 2132083"/>
                <a:gd name="connsiteY34" fmla="*/ 2915031 h 2915133"/>
                <a:gd name="connsiteX35" fmla="*/ 59885 w 2132083"/>
                <a:gd name="connsiteY35" fmla="*/ 2914174 h 2915133"/>
                <a:gd name="connsiteX36" fmla="*/ 163 w 2132083"/>
                <a:gd name="connsiteY36" fmla="*/ 2844832 h 2915133"/>
                <a:gd name="connsiteX37" fmla="*/ 163 w 2132083"/>
                <a:gd name="connsiteY37" fmla="*/ 2746344 h 2915133"/>
                <a:gd name="connsiteX38" fmla="*/ 163 w 2132083"/>
                <a:gd name="connsiteY38" fmla="*/ 1900143 h 2915133"/>
                <a:gd name="connsiteX39" fmla="*/ 163 w 2132083"/>
                <a:gd name="connsiteY39" fmla="*/ 965169 h 2915133"/>
                <a:gd name="connsiteX40" fmla="*/ 163 w 2132083"/>
                <a:gd name="connsiteY40" fmla="*/ 91345 h 2915133"/>
                <a:gd name="connsiteX41" fmla="*/ 1211 w 2132083"/>
                <a:gd name="connsiteY41" fmla="*/ 58960 h 2915133"/>
                <a:gd name="connsiteX42" fmla="*/ 14069 w 2132083"/>
                <a:gd name="connsiteY42" fmla="*/ 28575 h 2915133"/>
                <a:gd name="connsiteX43" fmla="*/ 71219 w 2132083"/>
                <a:gd name="connsiteY43" fmla="*/ 0 h 2915133"/>
                <a:gd name="connsiteX44" fmla="*/ 2009747 w 2132083"/>
                <a:gd name="connsiteY44" fmla="*/ 0 h 2915133"/>
                <a:gd name="connsiteX45" fmla="*/ 2065564 w 2132083"/>
                <a:gd name="connsiteY45" fmla="*/ 0 h 2915133"/>
                <a:gd name="connsiteX46" fmla="*/ 2115189 w 2132083"/>
                <a:gd name="connsiteY46" fmla="*/ 25051 h 2915133"/>
                <a:gd name="connsiteX47" fmla="*/ 2131858 w 2132083"/>
                <a:gd name="connsiteY47" fmla="*/ 77629 h 2915133"/>
                <a:gd name="connsiteX48" fmla="*/ 2131858 w 2132083"/>
                <a:gd name="connsiteY48" fmla="*/ 132303 h 2915133"/>
                <a:gd name="connsiteX49" fmla="*/ 2131858 w 2132083"/>
                <a:gd name="connsiteY49" fmla="*/ 346996 h 2915133"/>
                <a:gd name="connsiteX50" fmla="*/ 2131858 w 2132083"/>
                <a:gd name="connsiteY50" fmla="*/ 757714 h 2915133"/>
                <a:gd name="connsiteX51" fmla="*/ 2131858 w 2132083"/>
                <a:gd name="connsiteY51" fmla="*/ 1494854 h 2915133"/>
                <a:gd name="connsiteX52" fmla="*/ 2131001 w 2132083"/>
                <a:gd name="connsiteY52" fmla="*/ 2562225 h 2915133"/>
                <a:gd name="connsiteX53" fmla="*/ 2130239 w 2132083"/>
                <a:gd name="connsiteY53" fmla="*/ 2852548 h 2915133"/>
                <a:gd name="connsiteX54" fmla="*/ 2112618 w 2132083"/>
                <a:gd name="connsiteY54" fmla="*/ 2892171 h 2915133"/>
                <a:gd name="connsiteX55" fmla="*/ 2086710 w 2132083"/>
                <a:gd name="connsiteY55" fmla="*/ 2909983 h 2915133"/>
                <a:gd name="connsiteX56" fmla="*/ 2067660 w 2132083"/>
                <a:gd name="connsiteY56" fmla="*/ 2914365 h 29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132083" h="2915133">
                  <a:moveTo>
                    <a:pt x="2060706" y="2914936"/>
                  </a:moveTo>
                  <a:cubicBezTo>
                    <a:pt x="2069298" y="2914784"/>
                    <a:pt x="2077785" y="2913079"/>
                    <a:pt x="2085757" y="2909888"/>
                  </a:cubicBezTo>
                  <a:cubicBezTo>
                    <a:pt x="2095587" y="2905935"/>
                    <a:pt x="2104340" y="2899706"/>
                    <a:pt x="2111284" y="2891695"/>
                  </a:cubicBezTo>
                  <a:cubicBezTo>
                    <a:pt x="2120999" y="2880789"/>
                    <a:pt x="2127000" y="2867082"/>
                    <a:pt x="2128429" y="2852548"/>
                  </a:cubicBezTo>
                  <a:cubicBezTo>
                    <a:pt x="2128905" y="2785873"/>
                    <a:pt x="2128429" y="2688336"/>
                    <a:pt x="2128429" y="2562321"/>
                  </a:cubicBezTo>
                  <a:cubicBezTo>
                    <a:pt x="2128429" y="2310289"/>
                    <a:pt x="2127953" y="1945577"/>
                    <a:pt x="2127667" y="1494949"/>
                  </a:cubicBezTo>
                  <a:cubicBezTo>
                    <a:pt x="2127667" y="1269588"/>
                    <a:pt x="2127667" y="1022795"/>
                    <a:pt x="2127667" y="757809"/>
                  </a:cubicBezTo>
                  <a:cubicBezTo>
                    <a:pt x="2127667" y="625348"/>
                    <a:pt x="2127667" y="488442"/>
                    <a:pt x="2127667" y="347091"/>
                  </a:cubicBezTo>
                  <a:lnTo>
                    <a:pt x="2127667" y="78010"/>
                  </a:lnTo>
                  <a:cubicBezTo>
                    <a:pt x="2128972" y="59954"/>
                    <a:pt x="2123076" y="42116"/>
                    <a:pt x="2111284" y="28385"/>
                  </a:cubicBezTo>
                  <a:cubicBezTo>
                    <a:pt x="2099664" y="14519"/>
                    <a:pt x="2082861" y="6045"/>
                    <a:pt x="2064802" y="4953"/>
                  </a:cubicBezTo>
                  <a:cubicBezTo>
                    <a:pt x="2046609" y="4953"/>
                    <a:pt x="2027845" y="4953"/>
                    <a:pt x="2009271" y="4953"/>
                  </a:cubicBezTo>
                  <a:lnTo>
                    <a:pt x="70743" y="4953"/>
                  </a:lnTo>
                  <a:cubicBezTo>
                    <a:pt x="49706" y="5021"/>
                    <a:pt x="29935" y="15012"/>
                    <a:pt x="17403" y="31909"/>
                  </a:cubicBezTo>
                  <a:cubicBezTo>
                    <a:pt x="11125" y="40309"/>
                    <a:pt x="7005" y="50121"/>
                    <a:pt x="5402" y="60484"/>
                  </a:cubicBezTo>
                  <a:cubicBezTo>
                    <a:pt x="4363" y="70991"/>
                    <a:pt x="4045" y="81557"/>
                    <a:pt x="4449" y="92107"/>
                  </a:cubicBezTo>
                  <a:lnTo>
                    <a:pt x="4449" y="472345"/>
                  </a:lnTo>
                  <a:cubicBezTo>
                    <a:pt x="4449" y="639795"/>
                    <a:pt x="4449" y="804672"/>
                    <a:pt x="4449" y="966978"/>
                  </a:cubicBezTo>
                  <a:cubicBezTo>
                    <a:pt x="4449" y="1290828"/>
                    <a:pt x="4449" y="1604010"/>
                    <a:pt x="4449" y="1901952"/>
                  </a:cubicBezTo>
                  <a:cubicBezTo>
                    <a:pt x="4449" y="2199894"/>
                    <a:pt x="4449" y="2482977"/>
                    <a:pt x="4449" y="2748153"/>
                  </a:cubicBezTo>
                  <a:lnTo>
                    <a:pt x="4449" y="2846642"/>
                  </a:lnTo>
                  <a:cubicBezTo>
                    <a:pt x="4600" y="2862529"/>
                    <a:pt x="10370" y="2877846"/>
                    <a:pt x="20737" y="2889885"/>
                  </a:cubicBezTo>
                  <a:cubicBezTo>
                    <a:pt x="30993" y="2901811"/>
                    <a:pt x="45189" y="2909650"/>
                    <a:pt x="60742" y="2911983"/>
                  </a:cubicBezTo>
                  <a:cubicBezTo>
                    <a:pt x="68551" y="2912879"/>
                    <a:pt x="76413" y="2913193"/>
                    <a:pt x="84269" y="2912936"/>
                  </a:cubicBezTo>
                  <a:lnTo>
                    <a:pt x="248289" y="2912936"/>
                  </a:lnTo>
                  <a:lnTo>
                    <a:pt x="601952" y="2912936"/>
                  </a:lnTo>
                  <a:lnTo>
                    <a:pt x="1669324" y="2913698"/>
                  </a:lnTo>
                  <a:lnTo>
                    <a:pt x="1959551" y="2914174"/>
                  </a:lnTo>
                  <a:lnTo>
                    <a:pt x="2034989" y="2914174"/>
                  </a:lnTo>
                  <a:lnTo>
                    <a:pt x="2060706" y="2914174"/>
                  </a:lnTo>
                  <a:lnTo>
                    <a:pt x="2034989" y="2914174"/>
                  </a:lnTo>
                  <a:lnTo>
                    <a:pt x="1959551" y="2914174"/>
                  </a:lnTo>
                  <a:lnTo>
                    <a:pt x="1669324" y="2914174"/>
                  </a:lnTo>
                  <a:lnTo>
                    <a:pt x="601952" y="2915031"/>
                  </a:lnTo>
                  <a:lnTo>
                    <a:pt x="83983" y="2915031"/>
                  </a:lnTo>
                  <a:cubicBezTo>
                    <a:pt x="75940" y="2915308"/>
                    <a:pt x="67888" y="2915022"/>
                    <a:pt x="59885" y="2914174"/>
                  </a:cubicBezTo>
                  <a:cubicBezTo>
                    <a:pt x="25659" y="2908850"/>
                    <a:pt x="358" y="2879465"/>
                    <a:pt x="163" y="2844832"/>
                  </a:cubicBezTo>
                  <a:cubicBezTo>
                    <a:pt x="163" y="2812257"/>
                    <a:pt x="163" y="2779424"/>
                    <a:pt x="163" y="2746344"/>
                  </a:cubicBezTo>
                  <a:cubicBezTo>
                    <a:pt x="163" y="2481263"/>
                    <a:pt x="163" y="2198180"/>
                    <a:pt x="163" y="1900143"/>
                  </a:cubicBezTo>
                  <a:cubicBezTo>
                    <a:pt x="163" y="1602105"/>
                    <a:pt x="163" y="1289400"/>
                    <a:pt x="163" y="965169"/>
                  </a:cubicBezTo>
                  <a:lnTo>
                    <a:pt x="163" y="91345"/>
                  </a:lnTo>
                  <a:cubicBezTo>
                    <a:pt x="-242" y="80539"/>
                    <a:pt x="108" y="69718"/>
                    <a:pt x="1211" y="58960"/>
                  </a:cubicBezTo>
                  <a:cubicBezTo>
                    <a:pt x="2976" y="47941"/>
                    <a:pt x="7388" y="37514"/>
                    <a:pt x="14069" y="28575"/>
                  </a:cubicBezTo>
                  <a:cubicBezTo>
                    <a:pt x="27521" y="10540"/>
                    <a:pt x="48720" y="-60"/>
                    <a:pt x="71219" y="0"/>
                  </a:cubicBezTo>
                  <a:lnTo>
                    <a:pt x="2009747" y="0"/>
                  </a:lnTo>
                  <a:cubicBezTo>
                    <a:pt x="2028797" y="0"/>
                    <a:pt x="2046800" y="0"/>
                    <a:pt x="2065564" y="0"/>
                  </a:cubicBezTo>
                  <a:cubicBezTo>
                    <a:pt x="2084823" y="1254"/>
                    <a:pt x="2102740" y="10300"/>
                    <a:pt x="2115189" y="25051"/>
                  </a:cubicBezTo>
                  <a:cubicBezTo>
                    <a:pt x="2127372" y="39740"/>
                    <a:pt x="2133353" y="58602"/>
                    <a:pt x="2131858" y="77629"/>
                  </a:cubicBezTo>
                  <a:lnTo>
                    <a:pt x="2131858" y="132303"/>
                  </a:lnTo>
                  <a:cubicBezTo>
                    <a:pt x="2131858" y="204883"/>
                    <a:pt x="2131858" y="276447"/>
                    <a:pt x="2131858" y="346996"/>
                  </a:cubicBezTo>
                  <a:cubicBezTo>
                    <a:pt x="2131858" y="488157"/>
                    <a:pt x="2131858" y="625062"/>
                    <a:pt x="2131858" y="757714"/>
                  </a:cubicBezTo>
                  <a:cubicBezTo>
                    <a:pt x="2131858" y="1022700"/>
                    <a:pt x="2131858" y="1269492"/>
                    <a:pt x="2131858" y="1494854"/>
                  </a:cubicBezTo>
                  <a:cubicBezTo>
                    <a:pt x="2131858" y="1945482"/>
                    <a:pt x="2131191" y="2310194"/>
                    <a:pt x="2131001" y="2562225"/>
                  </a:cubicBezTo>
                  <a:cubicBezTo>
                    <a:pt x="2131001" y="2688336"/>
                    <a:pt x="2131001" y="2786063"/>
                    <a:pt x="2130239" y="2852548"/>
                  </a:cubicBezTo>
                  <a:cubicBezTo>
                    <a:pt x="2128782" y="2867311"/>
                    <a:pt x="2122600" y="2881199"/>
                    <a:pt x="2112618" y="2892171"/>
                  </a:cubicBezTo>
                  <a:cubicBezTo>
                    <a:pt x="2105521" y="2900087"/>
                    <a:pt x="2096644" y="2906192"/>
                    <a:pt x="2086710" y="2909983"/>
                  </a:cubicBezTo>
                  <a:cubicBezTo>
                    <a:pt x="2080613" y="2912393"/>
                    <a:pt x="2074194" y="2913869"/>
                    <a:pt x="2067660" y="291436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215BF7D0-040A-E6DD-373B-848906F4FF14}"/>
                </a:ext>
              </a:extLst>
            </p:cNvPr>
            <p:cNvSpPr/>
            <p:nvPr/>
          </p:nvSpPr>
          <p:spPr>
            <a:xfrm>
              <a:off x="10349973" y="5874431"/>
              <a:ext cx="1062990" cy="125825"/>
            </a:xfrm>
            <a:custGeom>
              <a:avLst/>
              <a:gdLst>
                <a:gd name="connsiteX0" fmla="*/ 1002983 w 1062990"/>
                <a:gd name="connsiteY0" fmla="*/ 0 h 125825"/>
                <a:gd name="connsiteX1" fmla="*/ 1062990 w 1062990"/>
                <a:gd name="connsiteY1" fmla="*/ 0 h 125825"/>
                <a:gd name="connsiteX2" fmla="*/ 1062990 w 1062990"/>
                <a:gd name="connsiteY2" fmla="*/ 125825 h 125825"/>
                <a:gd name="connsiteX3" fmla="*/ 1002983 w 1062990"/>
                <a:gd name="connsiteY3" fmla="*/ 125825 h 125825"/>
                <a:gd name="connsiteX4" fmla="*/ 60008 w 1062990"/>
                <a:gd name="connsiteY4" fmla="*/ 125825 h 125825"/>
                <a:gd name="connsiteX5" fmla="*/ 0 w 1062990"/>
                <a:gd name="connsiteY5" fmla="*/ 125825 h 125825"/>
                <a:gd name="connsiteX6" fmla="*/ 0 w 1062990"/>
                <a:gd name="connsiteY6" fmla="*/ 0 h 125825"/>
                <a:gd name="connsiteX7" fmla="*/ 60008 w 1062990"/>
                <a:gd name="connsiteY7" fmla="*/ 0 h 12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2990" h="125825">
                  <a:moveTo>
                    <a:pt x="1002983" y="0"/>
                  </a:moveTo>
                  <a:cubicBezTo>
                    <a:pt x="1036124" y="0"/>
                    <a:pt x="1062990" y="0"/>
                    <a:pt x="1062990" y="0"/>
                  </a:cubicBezTo>
                  <a:lnTo>
                    <a:pt x="1062990" y="125825"/>
                  </a:lnTo>
                  <a:cubicBezTo>
                    <a:pt x="1062990" y="125825"/>
                    <a:pt x="1036124" y="125825"/>
                    <a:pt x="1002983" y="125825"/>
                  </a:cubicBezTo>
                  <a:lnTo>
                    <a:pt x="60008" y="125825"/>
                  </a:lnTo>
                  <a:cubicBezTo>
                    <a:pt x="26866" y="125825"/>
                    <a:pt x="0" y="125825"/>
                    <a:pt x="0" y="125825"/>
                  </a:cubicBezTo>
                  <a:lnTo>
                    <a:pt x="0" y="0"/>
                  </a:lnTo>
                  <a:cubicBezTo>
                    <a:pt x="0" y="0"/>
                    <a:pt x="26866" y="0"/>
                    <a:pt x="60008" y="0"/>
                  </a:cubicBez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BA4B383B-5636-4E8B-7A1D-34341230A0CD}"/>
                </a:ext>
              </a:extLst>
            </p:cNvPr>
            <p:cNvSpPr/>
            <p:nvPr/>
          </p:nvSpPr>
          <p:spPr>
            <a:xfrm>
              <a:off x="9943827" y="5799374"/>
              <a:ext cx="291465" cy="291465"/>
            </a:xfrm>
            <a:custGeom>
              <a:avLst/>
              <a:gdLst>
                <a:gd name="connsiteX0" fmla="*/ 242507 w 291465"/>
                <a:gd name="connsiteY0" fmla="*/ 0 h 291465"/>
                <a:gd name="connsiteX1" fmla="*/ 291465 w 291465"/>
                <a:gd name="connsiteY1" fmla="*/ 0 h 291465"/>
                <a:gd name="connsiteX2" fmla="*/ 291465 w 291465"/>
                <a:gd name="connsiteY2" fmla="*/ 291465 h 291465"/>
                <a:gd name="connsiteX3" fmla="*/ 242507 w 291465"/>
                <a:gd name="connsiteY3" fmla="*/ 291465 h 291465"/>
                <a:gd name="connsiteX4" fmla="*/ 48959 w 291465"/>
                <a:gd name="connsiteY4" fmla="*/ 291465 h 291465"/>
                <a:gd name="connsiteX5" fmla="*/ 0 w 291465"/>
                <a:gd name="connsiteY5" fmla="*/ 291465 h 291465"/>
                <a:gd name="connsiteX6" fmla="*/ 0 w 291465"/>
                <a:gd name="connsiteY6" fmla="*/ 0 h 291465"/>
                <a:gd name="connsiteX7" fmla="*/ 48959 w 291465"/>
                <a:gd name="connsiteY7" fmla="*/ 0 h 29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1465" h="291465">
                  <a:moveTo>
                    <a:pt x="242507" y="0"/>
                  </a:moveTo>
                  <a:cubicBezTo>
                    <a:pt x="269546" y="0"/>
                    <a:pt x="291465" y="0"/>
                    <a:pt x="291465" y="0"/>
                  </a:cubicBezTo>
                  <a:lnTo>
                    <a:pt x="291465" y="291465"/>
                  </a:lnTo>
                  <a:cubicBezTo>
                    <a:pt x="291465" y="291465"/>
                    <a:pt x="269546" y="291465"/>
                    <a:pt x="242507" y="291465"/>
                  </a:cubicBezTo>
                  <a:lnTo>
                    <a:pt x="48959" y="291465"/>
                  </a:lnTo>
                  <a:cubicBezTo>
                    <a:pt x="21920" y="291465"/>
                    <a:pt x="0" y="291465"/>
                    <a:pt x="0" y="291465"/>
                  </a:cubicBezTo>
                  <a:lnTo>
                    <a:pt x="0" y="0"/>
                  </a:lnTo>
                  <a:cubicBezTo>
                    <a:pt x="0" y="0"/>
                    <a:pt x="21920" y="0"/>
                    <a:pt x="4895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0C4360ED-1501-DBC4-124E-6D0C914F0960}"/>
                </a:ext>
              </a:extLst>
            </p:cNvPr>
            <p:cNvSpPr/>
            <p:nvPr/>
          </p:nvSpPr>
          <p:spPr>
            <a:xfrm>
              <a:off x="9988880" y="5875383"/>
              <a:ext cx="207835" cy="151542"/>
            </a:xfrm>
            <a:custGeom>
              <a:avLst/>
              <a:gdLst>
                <a:gd name="connsiteX0" fmla="*/ 0 w 207835"/>
                <a:gd name="connsiteY0" fmla="*/ 73914 h 151542"/>
                <a:gd name="connsiteX1" fmla="*/ 29432 w 207835"/>
                <a:gd name="connsiteY1" fmla="*/ 44577 h 151542"/>
                <a:gd name="connsiteX2" fmla="*/ 86011 w 207835"/>
                <a:gd name="connsiteY2" fmla="*/ 94964 h 151542"/>
                <a:gd name="connsiteX3" fmla="*/ 180594 w 207835"/>
                <a:gd name="connsiteY3" fmla="*/ 0 h 151542"/>
                <a:gd name="connsiteX4" fmla="*/ 207836 w 207835"/>
                <a:gd name="connsiteY4" fmla="*/ 29337 h 151542"/>
                <a:gd name="connsiteX5" fmla="*/ 81820 w 207835"/>
                <a:gd name="connsiteY5" fmla="*/ 151543 h 151542"/>
                <a:gd name="connsiteX6" fmla="*/ 0 w 207835"/>
                <a:gd name="connsiteY6" fmla="*/ 73914 h 15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835" h="151542">
                  <a:moveTo>
                    <a:pt x="0" y="73914"/>
                  </a:moveTo>
                  <a:lnTo>
                    <a:pt x="29432" y="44577"/>
                  </a:lnTo>
                  <a:lnTo>
                    <a:pt x="86011" y="94964"/>
                  </a:lnTo>
                  <a:lnTo>
                    <a:pt x="180594" y="0"/>
                  </a:lnTo>
                  <a:lnTo>
                    <a:pt x="207836" y="29337"/>
                  </a:lnTo>
                  <a:lnTo>
                    <a:pt x="81820" y="151543"/>
                  </a:lnTo>
                  <a:lnTo>
                    <a:pt x="0" y="7391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064D21E3-D1C3-1C15-F7F7-B0E798F306B0}"/>
                </a:ext>
              </a:extLst>
            </p:cNvPr>
            <p:cNvSpPr/>
            <p:nvPr/>
          </p:nvSpPr>
          <p:spPr>
            <a:xfrm>
              <a:off x="10349973" y="6326583"/>
              <a:ext cx="1062990" cy="125825"/>
            </a:xfrm>
            <a:custGeom>
              <a:avLst/>
              <a:gdLst>
                <a:gd name="connsiteX0" fmla="*/ 1002983 w 1062990"/>
                <a:gd name="connsiteY0" fmla="*/ 0 h 125825"/>
                <a:gd name="connsiteX1" fmla="*/ 1062990 w 1062990"/>
                <a:gd name="connsiteY1" fmla="*/ 0 h 125825"/>
                <a:gd name="connsiteX2" fmla="*/ 1062990 w 1062990"/>
                <a:gd name="connsiteY2" fmla="*/ 125825 h 125825"/>
                <a:gd name="connsiteX3" fmla="*/ 1002983 w 1062990"/>
                <a:gd name="connsiteY3" fmla="*/ 125825 h 125825"/>
                <a:gd name="connsiteX4" fmla="*/ 60008 w 1062990"/>
                <a:gd name="connsiteY4" fmla="*/ 125825 h 125825"/>
                <a:gd name="connsiteX5" fmla="*/ 0 w 1062990"/>
                <a:gd name="connsiteY5" fmla="*/ 125825 h 125825"/>
                <a:gd name="connsiteX6" fmla="*/ 0 w 1062990"/>
                <a:gd name="connsiteY6" fmla="*/ 0 h 125825"/>
                <a:gd name="connsiteX7" fmla="*/ 60008 w 1062990"/>
                <a:gd name="connsiteY7" fmla="*/ 0 h 12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2990" h="125825">
                  <a:moveTo>
                    <a:pt x="1002983" y="0"/>
                  </a:moveTo>
                  <a:cubicBezTo>
                    <a:pt x="1036124" y="0"/>
                    <a:pt x="1062990" y="0"/>
                    <a:pt x="1062990" y="0"/>
                  </a:cubicBezTo>
                  <a:lnTo>
                    <a:pt x="1062990" y="125825"/>
                  </a:lnTo>
                  <a:cubicBezTo>
                    <a:pt x="1062990" y="125825"/>
                    <a:pt x="1036124" y="125825"/>
                    <a:pt x="1002983" y="125825"/>
                  </a:cubicBezTo>
                  <a:lnTo>
                    <a:pt x="60008" y="125825"/>
                  </a:lnTo>
                  <a:cubicBezTo>
                    <a:pt x="26866" y="125825"/>
                    <a:pt x="0" y="125825"/>
                    <a:pt x="0" y="125825"/>
                  </a:cubicBezTo>
                  <a:lnTo>
                    <a:pt x="0" y="0"/>
                  </a:lnTo>
                  <a:cubicBezTo>
                    <a:pt x="0" y="0"/>
                    <a:pt x="26866" y="0"/>
                    <a:pt x="60008" y="0"/>
                  </a:cubicBez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FF6C2294-6AB3-124A-924B-3A73A932325B}"/>
                </a:ext>
              </a:extLst>
            </p:cNvPr>
            <p:cNvSpPr/>
            <p:nvPr/>
          </p:nvSpPr>
          <p:spPr>
            <a:xfrm>
              <a:off x="9943827" y="6251621"/>
              <a:ext cx="291465" cy="291464"/>
            </a:xfrm>
            <a:custGeom>
              <a:avLst/>
              <a:gdLst>
                <a:gd name="connsiteX0" fmla="*/ 242507 w 291465"/>
                <a:gd name="connsiteY0" fmla="*/ 0 h 291464"/>
                <a:gd name="connsiteX1" fmla="*/ 291465 w 291465"/>
                <a:gd name="connsiteY1" fmla="*/ 0 h 291464"/>
                <a:gd name="connsiteX2" fmla="*/ 291465 w 291465"/>
                <a:gd name="connsiteY2" fmla="*/ 291465 h 291464"/>
                <a:gd name="connsiteX3" fmla="*/ 242507 w 291465"/>
                <a:gd name="connsiteY3" fmla="*/ 291465 h 291464"/>
                <a:gd name="connsiteX4" fmla="*/ 48959 w 291465"/>
                <a:gd name="connsiteY4" fmla="*/ 291465 h 291464"/>
                <a:gd name="connsiteX5" fmla="*/ 0 w 291465"/>
                <a:gd name="connsiteY5" fmla="*/ 291465 h 291464"/>
                <a:gd name="connsiteX6" fmla="*/ 0 w 291465"/>
                <a:gd name="connsiteY6" fmla="*/ 0 h 291464"/>
                <a:gd name="connsiteX7" fmla="*/ 48959 w 291465"/>
                <a:gd name="connsiteY7" fmla="*/ 0 h 291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1465" h="291464">
                  <a:moveTo>
                    <a:pt x="242507" y="0"/>
                  </a:moveTo>
                  <a:cubicBezTo>
                    <a:pt x="269546" y="0"/>
                    <a:pt x="291465" y="0"/>
                    <a:pt x="291465" y="0"/>
                  </a:cubicBezTo>
                  <a:lnTo>
                    <a:pt x="291465" y="291465"/>
                  </a:lnTo>
                  <a:cubicBezTo>
                    <a:pt x="291465" y="291465"/>
                    <a:pt x="269546" y="291465"/>
                    <a:pt x="242507" y="291465"/>
                  </a:cubicBezTo>
                  <a:lnTo>
                    <a:pt x="48959" y="291465"/>
                  </a:lnTo>
                  <a:cubicBezTo>
                    <a:pt x="21920" y="291465"/>
                    <a:pt x="0" y="291465"/>
                    <a:pt x="0" y="291465"/>
                  </a:cubicBezTo>
                  <a:lnTo>
                    <a:pt x="0" y="0"/>
                  </a:lnTo>
                  <a:cubicBezTo>
                    <a:pt x="0" y="0"/>
                    <a:pt x="21920" y="0"/>
                    <a:pt x="4895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889CC2AA-A590-7E90-60FD-CFCAB18C3907}"/>
                </a:ext>
              </a:extLst>
            </p:cNvPr>
            <p:cNvSpPr/>
            <p:nvPr/>
          </p:nvSpPr>
          <p:spPr>
            <a:xfrm>
              <a:off x="9988880" y="6327630"/>
              <a:ext cx="207835" cy="151542"/>
            </a:xfrm>
            <a:custGeom>
              <a:avLst/>
              <a:gdLst>
                <a:gd name="connsiteX0" fmla="*/ 0 w 207835"/>
                <a:gd name="connsiteY0" fmla="*/ 73914 h 151542"/>
                <a:gd name="connsiteX1" fmla="*/ 29432 w 207835"/>
                <a:gd name="connsiteY1" fmla="*/ 44577 h 151542"/>
                <a:gd name="connsiteX2" fmla="*/ 86011 w 207835"/>
                <a:gd name="connsiteY2" fmla="*/ 94869 h 151542"/>
                <a:gd name="connsiteX3" fmla="*/ 180594 w 207835"/>
                <a:gd name="connsiteY3" fmla="*/ 0 h 151542"/>
                <a:gd name="connsiteX4" fmla="*/ 207836 w 207835"/>
                <a:gd name="connsiteY4" fmla="*/ 29337 h 151542"/>
                <a:gd name="connsiteX5" fmla="*/ 81820 w 207835"/>
                <a:gd name="connsiteY5" fmla="*/ 151543 h 151542"/>
                <a:gd name="connsiteX6" fmla="*/ 0 w 207835"/>
                <a:gd name="connsiteY6" fmla="*/ 73914 h 15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835" h="151542">
                  <a:moveTo>
                    <a:pt x="0" y="73914"/>
                  </a:moveTo>
                  <a:lnTo>
                    <a:pt x="29432" y="44577"/>
                  </a:lnTo>
                  <a:lnTo>
                    <a:pt x="86011" y="94869"/>
                  </a:lnTo>
                  <a:lnTo>
                    <a:pt x="180594" y="0"/>
                  </a:lnTo>
                  <a:lnTo>
                    <a:pt x="207836" y="29337"/>
                  </a:lnTo>
                  <a:lnTo>
                    <a:pt x="81820" y="151543"/>
                  </a:lnTo>
                  <a:lnTo>
                    <a:pt x="0" y="7391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C47142F2-BD2F-F664-BD8B-42830D4DCD3B}"/>
                </a:ext>
              </a:extLst>
            </p:cNvPr>
            <p:cNvSpPr/>
            <p:nvPr/>
          </p:nvSpPr>
          <p:spPr>
            <a:xfrm>
              <a:off x="10349973" y="6778830"/>
              <a:ext cx="1062990" cy="125825"/>
            </a:xfrm>
            <a:custGeom>
              <a:avLst/>
              <a:gdLst>
                <a:gd name="connsiteX0" fmla="*/ 1002983 w 1062990"/>
                <a:gd name="connsiteY0" fmla="*/ 0 h 125825"/>
                <a:gd name="connsiteX1" fmla="*/ 1062990 w 1062990"/>
                <a:gd name="connsiteY1" fmla="*/ 0 h 125825"/>
                <a:gd name="connsiteX2" fmla="*/ 1062990 w 1062990"/>
                <a:gd name="connsiteY2" fmla="*/ 125825 h 125825"/>
                <a:gd name="connsiteX3" fmla="*/ 1002983 w 1062990"/>
                <a:gd name="connsiteY3" fmla="*/ 125825 h 125825"/>
                <a:gd name="connsiteX4" fmla="*/ 60008 w 1062990"/>
                <a:gd name="connsiteY4" fmla="*/ 125825 h 125825"/>
                <a:gd name="connsiteX5" fmla="*/ 0 w 1062990"/>
                <a:gd name="connsiteY5" fmla="*/ 125825 h 125825"/>
                <a:gd name="connsiteX6" fmla="*/ 0 w 1062990"/>
                <a:gd name="connsiteY6" fmla="*/ 0 h 125825"/>
                <a:gd name="connsiteX7" fmla="*/ 60008 w 1062990"/>
                <a:gd name="connsiteY7" fmla="*/ 0 h 12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2990" h="125825">
                  <a:moveTo>
                    <a:pt x="1002983" y="0"/>
                  </a:moveTo>
                  <a:cubicBezTo>
                    <a:pt x="1036124" y="0"/>
                    <a:pt x="1062990" y="0"/>
                    <a:pt x="1062990" y="0"/>
                  </a:cubicBezTo>
                  <a:lnTo>
                    <a:pt x="1062990" y="125825"/>
                  </a:lnTo>
                  <a:cubicBezTo>
                    <a:pt x="1062990" y="125825"/>
                    <a:pt x="1036124" y="125825"/>
                    <a:pt x="1002983" y="125825"/>
                  </a:cubicBezTo>
                  <a:lnTo>
                    <a:pt x="60008" y="125825"/>
                  </a:lnTo>
                  <a:cubicBezTo>
                    <a:pt x="26866" y="125825"/>
                    <a:pt x="0" y="125825"/>
                    <a:pt x="0" y="125825"/>
                  </a:cubicBezTo>
                  <a:lnTo>
                    <a:pt x="0" y="0"/>
                  </a:lnTo>
                  <a:cubicBezTo>
                    <a:pt x="0" y="0"/>
                    <a:pt x="26866" y="0"/>
                    <a:pt x="60008" y="0"/>
                  </a:cubicBez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8EB0C10A-5D32-A752-E097-38102FF2F84D}"/>
                </a:ext>
              </a:extLst>
            </p:cNvPr>
            <p:cNvSpPr/>
            <p:nvPr/>
          </p:nvSpPr>
          <p:spPr>
            <a:xfrm>
              <a:off x="9943827" y="6703773"/>
              <a:ext cx="291465" cy="291464"/>
            </a:xfrm>
            <a:custGeom>
              <a:avLst/>
              <a:gdLst>
                <a:gd name="connsiteX0" fmla="*/ 242507 w 291465"/>
                <a:gd name="connsiteY0" fmla="*/ 0 h 291464"/>
                <a:gd name="connsiteX1" fmla="*/ 291465 w 291465"/>
                <a:gd name="connsiteY1" fmla="*/ 0 h 291464"/>
                <a:gd name="connsiteX2" fmla="*/ 291465 w 291465"/>
                <a:gd name="connsiteY2" fmla="*/ 291465 h 291464"/>
                <a:gd name="connsiteX3" fmla="*/ 242507 w 291465"/>
                <a:gd name="connsiteY3" fmla="*/ 291465 h 291464"/>
                <a:gd name="connsiteX4" fmla="*/ 48959 w 291465"/>
                <a:gd name="connsiteY4" fmla="*/ 291465 h 291464"/>
                <a:gd name="connsiteX5" fmla="*/ 0 w 291465"/>
                <a:gd name="connsiteY5" fmla="*/ 291465 h 291464"/>
                <a:gd name="connsiteX6" fmla="*/ 0 w 291465"/>
                <a:gd name="connsiteY6" fmla="*/ 0 h 291464"/>
                <a:gd name="connsiteX7" fmla="*/ 48959 w 291465"/>
                <a:gd name="connsiteY7" fmla="*/ 0 h 291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1465" h="291464">
                  <a:moveTo>
                    <a:pt x="242507" y="0"/>
                  </a:moveTo>
                  <a:cubicBezTo>
                    <a:pt x="269546" y="0"/>
                    <a:pt x="291465" y="0"/>
                    <a:pt x="291465" y="0"/>
                  </a:cubicBezTo>
                  <a:lnTo>
                    <a:pt x="291465" y="291465"/>
                  </a:lnTo>
                  <a:cubicBezTo>
                    <a:pt x="291465" y="291465"/>
                    <a:pt x="269546" y="291465"/>
                    <a:pt x="242507" y="291465"/>
                  </a:cubicBezTo>
                  <a:lnTo>
                    <a:pt x="48959" y="291465"/>
                  </a:lnTo>
                  <a:cubicBezTo>
                    <a:pt x="21920" y="291465"/>
                    <a:pt x="0" y="291465"/>
                    <a:pt x="0" y="291465"/>
                  </a:cubicBezTo>
                  <a:lnTo>
                    <a:pt x="0" y="0"/>
                  </a:lnTo>
                  <a:cubicBezTo>
                    <a:pt x="0" y="0"/>
                    <a:pt x="21920" y="0"/>
                    <a:pt x="4895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68165B7E-F7ED-4324-D6BF-BE2D7A6EA2D1}"/>
                </a:ext>
              </a:extLst>
            </p:cNvPr>
            <p:cNvSpPr/>
            <p:nvPr/>
          </p:nvSpPr>
          <p:spPr>
            <a:xfrm>
              <a:off x="9988880" y="6779782"/>
              <a:ext cx="207835" cy="151542"/>
            </a:xfrm>
            <a:custGeom>
              <a:avLst/>
              <a:gdLst>
                <a:gd name="connsiteX0" fmla="*/ 0 w 207835"/>
                <a:gd name="connsiteY0" fmla="*/ 73914 h 151542"/>
                <a:gd name="connsiteX1" fmla="*/ 29432 w 207835"/>
                <a:gd name="connsiteY1" fmla="*/ 44577 h 151542"/>
                <a:gd name="connsiteX2" fmla="*/ 86011 w 207835"/>
                <a:gd name="connsiteY2" fmla="*/ 94964 h 151542"/>
                <a:gd name="connsiteX3" fmla="*/ 180594 w 207835"/>
                <a:gd name="connsiteY3" fmla="*/ 0 h 151542"/>
                <a:gd name="connsiteX4" fmla="*/ 207836 w 207835"/>
                <a:gd name="connsiteY4" fmla="*/ 29337 h 151542"/>
                <a:gd name="connsiteX5" fmla="*/ 81820 w 207835"/>
                <a:gd name="connsiteY5" fmla="*/ 151543 h 151542"/>
                <a:gd name="connsiteX6" fmla="*/ 0 w 207835"/>
                <a:gd name="connsiteY6" fmla="*/ 73914 h 15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835" h="151542">
                  <a:moveTo>
                    <a:pt x="0" y="73914"/>
                  </a:moveTo>
                  <a:lnTo>
                    <a:pt x="29432" y="44577"/>
                  </a:lnTo>
                  <a:lnTo>
                    <a:pt x="86011" y="94964"/>
                  </a:lnTo>
                  <a:lnTo>
                    <a:pt x="180594" y="0"/>
                  </a:lnTo>
                  <a:lnTo>
                    <a:pt x="207836" y="29337"/>
                  </a:lnTo>
                  <a:lnTo>
                    <a:pt x="81820" y="151543"/>
                  </a:lnTo>
                  <a:lnTo>
                    <a:pt x="0" y="7391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E3F4C75B-C266-E0AB-E508-D27347C275CC}"/>
                </a:ext>
              </a:extLst>
            </p:cNvPr>
            <p:cNvSpPr/>
            <p:nvPr/>
          </p:nvSpPr>
          <p:spPr>
            <a:xfrm>
              <a:off x="10349973" y="7230981"/>
              <a:ext cx="1062990" cy="125825"/>
            </a:xfrm>
            <a:custGeom>
              <a:avLst/>
              <a:gdLst>
                <a:gd name="connsiteX0" fmla="*/ 1002983 w 1062990"/>
                <a:gd name="connsiteY0" fmla="*/ 0 h 125825"/>
                <a:gd name="connsiteX1" fmla="*/ 1062990 w 1062990"/>
                <a:gd name="connsiteY1" fmla="*/ 0 h 125825"/>
                <a:gd name="connsiteX2" fmla="*/ 1062990 w 1062990"/>
                <a:gd name="connsiteY2" fmla="*/ 125825 h 125825"/>
                <a:gd name="connsiteX3" fmla="*/ 1002983 w 1062990"/>
                <a:gd name="connsiteY3" fmla="*/ 125825 h 125825"/>
                <a:gd name="connsiteX4" fmla="*/ 60008 w 1062990"/>
                <a:gd name="connsiteY4" fmla="*/ 125825 h 125825"/>
                <a:gd name="connsiteX5" fmla="*/ 0 w 1062990"/>
                <a:gd name="connsiteY5" fmla="*/ 125825 h 125825"/>
                <a:gd name="connsiteX6" fmla="*/ 0 w 1062990"/>
                <a:gd name="connsiteY6" fmla="*/ 0 h 125825"/>
                <a:gd name="connsiteX7" fmla="*/ 60008 w 1062990"/>
                <a:gd name="connsiteY7" fmla="*/ 0 h 12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2990" h="125825">
                  <a:moveTo>
                    <a:pt x="1002983" y="0"/>
                  </a:moveTo>
                  <a:cubicBezTo>
                    <a:pt x="1036124" y="0"/>
                    <a:pt x="1062990" y="0"/>
                    <a:pt x="1062990" y="0"/>
                  </a:cubicBezTo>
                  <a:lnTo>
                    <a:pt x="1062990" y="125825"/>
                  </a:lnTo>
                  <a:cubicBezTo>
                    <a:pt x="1062990" y="125825"/>
                    <a:pt x="1036124" y="125825"/>
                    <a:pt x="1002983" y="125825"/>
                  </a:cubicBezTo>
                  <a:lnTo>
                    <a:pt x="60008" y="125825"/>
                  </a:lnTo>
                  <a:cubicBezTo>
                    <a:pt x="26866" y="125825"/>
                    <a:pt x="0" y="125825"/>
                    <a:pt x="0" y="125825"/>
                  </a:cubicBezTo>
                  <a:lnTo>
                    <a:pt x="0" y="0"/>
                  </a:lnTo>
                  <a:cubicBezTo>
                    <a:pt x="0" y="0"/>
                    <a:pt x="26866" y="0"/>
                    <a:pt x="60008" y="0"/>
                  </a:cubicBez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id="{C5F92324-3A89-C0DD-80FC-C78427BA3960}"/>
                </a:ext>
              </a:extLst>
            </p:cNvPr>
            <p:cNvSpPr/>
            <p:nvPr/>
          </p:nvSpPr>
          <p:spPr>
            <a:xfrm>
              <a:off x="9943827" y="7156020"/>
              <a:ext cx="291465" cy="291465"/>
            </a:xfrm>
            <a:custGeom>
              <a:avLst/>
              <a:gdLst>
                <a:gd name="connsiteX0" fmla="*/ 242507 w 291465"/>
                <a:gd name="connsiteY0" fmla="*/ 0 h 291465"/>
                <a:gd name="connsiteX1" fmla="*/ 291465 w 291465"/>
                <a:gd name="connsiteY1" fmla="*/ 0 h 291465"/>
                <a:gd name="connsiteX2" fmla="*/ 291465 w 291465"/>
                <a:gd name="connsiteY2" fmla="*/ 291465 h 291465"/>
                <a:gd name="connsiteX3" fmla="*/ 242507 w 291465"/>
                <a:gd name="connsiteY3" fmla="*/ 291465 h 291465"/>
                <a:gd name="connsiteX4" fmla="*/ 48959 w 291465"/>
                <a:gd name="connsiteY4" fmla="*/ 291465 h 291465"/>
                <a:gd name="connsiteX5" fmla="*/ 0 w 291465"/>
                <a:gd name="connsiteY5" fmla="*/ 291465 h 291465"/>
                <a:gd name="connsiteX6" fmla="*/ 0 w 291465"/>
                <a:gd name="connsiteY6" fmla="*/ 0 h 291465"/>
                <a:gd name="connsiteX7" fmla="*/ 48959 w 291465"/>
                <a:gd name="connsiteY7" fmla="*/ 0 h 29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1465" h="291465">
                  <a:moveTo>
                    <a:pt x="242507" y="0"/>
                  </a:moveTo>
                  <a:cubicBezTo>
                    <a:pt x="269546" y="0"/>
                    <a:pt x="291465" y="0"/>
                    <a:pt x="291465" y="0"/>
                  </a:cubicBezTo>
                  <a:lnTo>
                    <a:pt x="291465" y="291465"/>
                  </a:lnTo>
                  <a:cubicBezTo>
                    <a:pt x="291465" y="291465"/>
                    <a:pt x="269546" y="291465"/>
                    <a:pt x="242507" y="291465"/>
                  </a:cubicBezTo>
                  <a:lnTo>
                    <a:pt x="48959" y="291465"/>
                  </a:lnTo>
                  <a:cubicBezTo>
                    <a:pt x="21920" y="291465"/>
                    <a:pt x="0" y="291465"/>
                    <a:pt x="0" y="291465"/>
                  </a:cubicBezTo>
                  <a:lnTo>
                    <a:pt x="0" y="0"/>
                  </a:lnTo>
                  <a:cubicBezTo>
                    <a:pt x="0" y="0"/>
                    <a:pt x="21920" y="0"/>
                    <a:pt x="4895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id="{8E1EBD68-841B-05D2-B2BA-A6EFA64C08E7}"/>
                </a:ext>
              </a:extLst>
            </p:cNvPr>
            <p:cNvSpPr/>
            <p:nvPr/>
          </p:nvSpPr>
          <p:spPr>
            <a:xfrm>
              <a:off x="9988880" y="7231934"/>
              <a:ext cx="207835" cy="151637"/>
            </a:xfrm>
            <a:custGeom>
              <a:avLst/>
              <a:gdLst>
                <a:gd name="connsiteX0" fmla="*/ 0 w 207835"/>
                <a:gd name="connsiteY0" fmla="*/ 74009 h 151637"/>
                <a:gd name="connsiteX1" fmla="*/ 29432 w 207835"/>
                <a:gd name="connsiteY1" fmla="*/ 44672 h 151637"/>
                <a:gd name="connsiteX2" fmla="*/ 86011 w 207835"/>
                <a:gd name="connsiteY2" fmla="*/ 94964 h 151637"/>
                <a:gd name="connsiteX3" fmla="*/ 180594 w 207835"/>
                <a:gd name="connsiteY3" fmla="*/ 0 h 151637"/>
                <a:gd name="connsiteX4" fmla="*/ 207836 w 207835"/>
                <a:gd name="connsiteY4" fmla="*/ 29432 h 151637"/>
                <a:gd name="connsiteX5" fmla="*/ 81820 w 207835"/>
                <a:gd name="connsiteY5" fmla="*/ 151638 h 151637"/>
                <a:gd name="connsiteX6" fmla="*/ 0 w 207835"/>
                <a:gd name="connsiteY6" fmla="*/ 74009 h 151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835" h="151637">
                  <a:moveTo>
                    <a:pt x="0" y="74009"/>
                  </a:moveTo>
                  <a:lnTo>
                    <a:pt x="29432" y="44672"/>
                  </a:lnTo>
                  <a:lnTo>
                    <a:pt x="86011" y="94964"/>
                  </a:lnTo>
                  <a:lnTo>
                    <a:pt x="180594" y="0"/>
                  </a:lnTo>
                  <a:lnTo>
                    <a:pt x="207836" y="29432"/>
                  </a:lnTo>
                  <a:lnTo>
                    <a:pt x="81820" y="151638"/>
                  </a:lnTo>
                  <a:lnTo>
                    <a:pt x="0" y="7400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00B80666-0356-DD01-1AAD-CF6C725C2B84}"/>
                </a:ext>
              </a:extLst>
            </p:cNvPr>
            <p:cNvSpPr/>
            <p:nvPr/>
          </p:nvSpPr>
          <p:spPr>
            <a:xfrm>
              <a:off x="10124707" y="5403515"/>
              <a:ext cx="126015" cy="108680"/>
            </a:xfrm>
            <a:custGeom>
              <a:avLst/>
              <a:gdLst>
                <a:gd name="connsiteX0" fmla="*/ 85820 w 126015"/>
                <a:gd name="connsiteY0" fmla="*/ 87535 h 108680"/>
                <a:gd name="connsiteX1" fmla="*/ 39910 w 126015"/>
                <a:gd name="connsiteY1" fmla="*/ 87535 h 108680"/>
                <a:gd name="connsiteX2" fmla="*/ 31337 w 126015"/>
                <a:gd name="connsiteY2" fmla="*/ 108680 h 108680"/>
                <a:gd name="connsiteX3" fmla="*/ 0 w 126015"/>
                <a:gd name="connsiteY3" fmla="*/ 108680 h 108680"/>
                <a:gd name="connsiteX4" fmla="*/ 47625 w 126015"/>
                <a:gd name="connsiteY4" fmla="*/ 0 h 108680"/>
                <a:gd name="connsiteX5" fmla="*/ 77915 w 126015"/>
                <a:gd name="connsiteY5" fmla="*/ 0 h 108680"/>
                <a:gd name="connsiteX6" fmla="*/ 126016 w 126015"/>
                <a:gd name="connsiteY6" fmla="*/ 108680 h 108680"/>
                <a:gd name="connsiteX7" fmla="*/ 94298 w 126015"/>
                <a:gd name="connsiteY7" fmla="*/ 108680 h 108680"/>
                <a:gd name="connsiteX8" fmla="*/ 76867 w 126015"/>
                <a:gd name="connsiteY8" fmla="*/ 65056 h 108680"/>
                <a:gd name="connsiteX9" fmla="*/ 62865 w 126015"/>
                <a:gd name="connsiteY9" fmla="*/ 30194 h 108680"/>
                <a:gd name="connsiteX10" fmla="*/ 48863 w 126015"/>
                <a:gd name="connsiteY10" fmla="*/ 65056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015" h="108680">
                  <a:moveTo>
                    <a:pt x="85820" y="87535"/>
                  </a:moveTo>
                  <a:lnTo>
                    <a:pt x="39910" y="87535"/>
                  </a:lnTo>
                  <a:lnTo>
                    <a:pt x="31337" y="108680"/>
                  </a:lnTo>
                  <a:lnTo>
                    <a:pt x="0" y="108680"/>
                  </a:lnTo>
                  <a:lnTo>
                    <a:pt x="47625" y="0"/>
                  </a:lnTo>
                  <a:lnTo>
                    <a:pt x="77915" y="0"/>
                  </a:lnTo>
                  <a:lnTo>
                    <a:pt x="126016" y="108680"/>
                  </a:lnTo>
                  <a:lnTo>
                    <a:pt x="94298" y="108680"/>
                  </a:lnTo>
                  <a:close/>
                  <a:moveTo>
                    <a:pt x="76867" y="65056"/>
                  </a:moveTo>
                  <a:lnTo>
                    <a:pt x="62865" y="30194"/>
                  </a:lnTo>
                  <a:lnTo>
                    <a:pt x="48863" y="65056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05156CBD-8BE4-7DA8-4AE3-71677956B9C9}"/>
                </a:ext>
              </a:extLst>
            </p:cNvPr>
            <p:cNvSpPr/>
            <p:nvPr/>
          </p:nvSpPr>
          <p:spPr>
            <a:xfrm>
              <a:off x="10259771" y="5403515"/>
              <a:ext cx="112013" cy="108680"/>
            </a:xfrm>
            <a:custGeom>
              <a:avLst/>
              <a:gdLst>
                <a:gd name="connsiteX0" fmla="*/ 0 w 112013"/>
                <a:gd name="connsiteY0" fmla="*/ 0 h 108680"/>
                <a:gd name="connsiteX1" fmla="*/ 51340 w 112013"/>
                <a:gd name="connsiteY1" fmla="*/ 0 h 108680"/>
                <a:gd name="connsiteX2" fmla="*/ 112014 w 112013"/>
                <a:gd name="connsiteY2" fmla="*/ 54388 h 108680"/>
                <a:gd name="connsiteX3" fmla="*/ 51340 w 112013"/>
                <a:gd name="connsiteY3" fmla="*/ 108680 h 108680"/>
                <a:gd name="connsiteX4" fmla="*/ 0 w 112013"/>
                <a:gd name="connsiteY4" fmla="*/ 108680 h 108680"/>
                <a:gd name="connsiteX5" fmla="*/ 50101 w 112013"/>
                <a:gd name="connsiteY5" fmla="*/ 84106 h 108680"/>
                <a:gd name="connsiteX6" fmla="*/ 79915 w 112013"/>
                <a:gd name="connsiteY6" fmla="*/ 54293 h 108680"/>
                <a:gd name="connsiteX7" fmla="*/ 50101 w 112013"/>
                <a:gd name="connsiteY7" fmla="*/ 24479 h 108680"/>
                <a:gd name="connsiteX8" fmla="*/ 31051 w 112013"/>
                <a:gd name="connsiteY8" fmla="*/ 24479 h 108680"/>
                <a:gd name="connsiteX9" fmla="*/ 31051 w 112013"/>
                <a:gd name="connsiteY9" fmla="*/ 84106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013" h="108680">
                  <a:moveTo>
                    <a:pt x="0" y="0"/>
                  </a:moveTo>
                  <a:lnTo>
                    <a:pt x="51340" y="0"/>
                  </a:lnTo>
                  <a:cubicBezTo>
                    <a:pt x="87344" y="0"/>
                    <a:pt x="112014" y="20955"/>
                    <a:pt x="112014" y="54388"/>
                  </a:cubicBezTo>
                  <a:cubicBezTo>
                    <a:pt x="112014" y="87821"/>
                    <a:pt x="87344" y="108680"/>
                    <a:pt x="51340" y="108680"/>
                  </a:cubicBezTo>
                  <a:lnTo>
                    <a:pt x="0" y="108680"/>
                  </a:lnTo>
                  <a:close/>
                  <a:moveTo>
                    <a:pt x="50101" y="84106"/>
                  </a:moveTo>
                  <a:cubicBezTo>
                    <a:pt x="66570" y="84106"/>
                    <a:pt x="79915" y="70757"/>
                    <a:pt x="79915" y="54293"/>
                  </a:cubicBezTo>
                  <a:cubicBezTo>
                    <a:pt x="79915" y="37827"/>
                    <a:pt x="66570" y="24479"/>
                    <a:pt x="50101" y="24479"/>
                  </a:cubicBezTo>
                  <a:lnTo>
                    <a:pt x="31051" y="24479"/>
                  </a:lnTo>
                  <a:lnTo>
                    <a:pt x="31051" y="84106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0BC68902-520F-6A5A-2B89-B15FB765EF10}"/>
                </a:ext>
              </a:extLst>
            </p:cNvPr>
            <p:cNvSpPr/>
            <p:nvPr/>
          </p:nvSpPr>
          <p:spPr>
            <a:xfrm>
              <a:off x="10371405" y="5403515"/>
              <a:ext cx="123062" cy="108680"/>
            </a:xfrm>
            <a:custGeom>
              <a:avLst/>
              <a:gdLst>
                <a:gd name="connsiteX0" fmla="*/ 123063 w 123062"/>
                <a:gd name="connsiteY0" fmla="*/ 0 h 108680"/>
                <a:gd name="connsiteX1" fmla="*/ 76200 w 123062"/>
                <a:gd name="connsiteY1" fmla="*/ 108680 h 108680"/>
                <a:gd name="connsiteX2" fmla="*/ 45911 w 123062"/>
                <a:gd name="connsiteY2" fmla="*/ 108680 h 108680"/>
                <a:gd name="connsiteX3" fmla="*/ 0 w 123062"/>
                <a:gd name="connsiteY3" fmla="*/ 0 h 108680"/>
                <a:gd name="connsiteX4" fmla="*/ 33147 w 123062"/>
                <a:gd name="connsiteY4" fmla="*/ 0 h 108680"/>
                <a:gd name="connsiteX5" fmla="*/ 62675 w 123062"/>
                <a:gd name="connsiteY5" fmla="*/ 70771 h 108680"/>
                <a:gd name="connsiteX6" fmla="*/ 92774 w 123062"/>
                <a:gd name="connsiteY6" fmla="*/ 0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062" h="108680">
                  <a:moveTo>
                    <a:pt x="123063" y="0"/>
                  </a:moveTo>
                  <a:lnTo>
                    <a:pt x="76200" y="108680"/>
                  </a:lnTo>
                  <a:lnTo>
                    <a:pt x="45911" y="108680"/>
                  </a:lnTo>
                  <a:lnTo>
                    <a:pt x="0" y="0"/>
                  </a:lnTo>
                  <a:lnTo>
                    <a:pt x="33147" y="0"/>
                  </a:lnTo>
                  <a:lnTo>
                    <a:pt x="62675" y="70771"/>
                  </a:lnTo>
                  <a:lnTo>
                    <a:pt x="92774" y="0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F89D5DC7-69FA-3478-C9B0-854097A036B3}"/>
                </a:ext>
              </a:extLst>
            </p:cNvPr>
            <p:cNvSpPr/>
            <p:nvPr/>
          </p:nvSpPr>
          <p:spPr>
            <a:xfrm>
              <a:off x="10483895" y="5403515"/>
              <a:ext cx="126111" cy="108680"/>
            </a:xfrm>
            <a:custGeom>
              <a:avLst/>
              <a:gdLst>
                <a:gd name="connsiteX0" fmla="*/ 86011 w 126111"/>
                <a:gd name="connsiteY0" fmla="*/ 87535 h 108680"/>
                <a:gd name="connsiteX1" fmla="*/ 39910 w 126111"/>
                <a:gd name="connsiteY1" fmla="*/ 87535 h 108680"/>
                <a:gd name="connsiteX2" fmla="*/ 31433 w 126111"/>
                <a:gd name="connsiteY2" fmla="*/ 108680 h 108680"/>
                <a:gd name="connsiteX3" fmla="*/ 0 w 126111"/>
                <a:gd name="connsiteY3" fmla="*/ 108680 h 108680"/>
                <a:gd name="connsiteX4" fmla="*/ 47625 w 126111"/>
                <a:gd name="connsiteY4" fmla="*/ 0 h 108680"/>
                <a:gd name="connsiteX5" fmla="*/ 78010 w 126111"/>
                <a:gd name="connsiteY5" fmla="*/ 0 h 108680"/>
                <a:gd name="connsiteX6" fmla="*/ 126111 w 126111"/>
                <a:gd name="connsiteY6" fmla="*/ 108680 h 108680"/>
                <a:gd name="connsiteX7" fmla="*/ 94107 w 126111"/>
                <a:gd name="connsiteY7" fmla="*/ 108680 h 108680"/>
                <a:gd name="connsiteX8" fmla="*/ 76486 w 126111"/>
                <a:gd name="connsiteY8" fmla="*/ 64960 h 108680"/>
                <a:gd name="connsiteX9" fmla="*/ 62484 w 126111"/>
                <a:gd name="connsiteY9" fmla="*/ 30099 h 108680"/>
                <a:gd name="connsiteX10" fmla="*/ 49435 w 126111"/>
                <a:gd name="connsiteY10" fmla="*/ 65056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11" h="108680">
                  <a:moveTo>
                    <a:pt x="86011" y="87535"/>
                  </a:moveTo>
                  <a:lnTo>
                    <a:pt x="39910" y="87535"/>
                  </a:lnTo>
                  <a:lnTo>
                    <a:pt x="31433" y="108680"/>
                  </a:lnTo>
                  <a:lnTo>
                    <a:pt x="0" y="108680"/>
                  </a:lnTo>
                  <a:lnTo>
                    <a:pt x="47625" y="0"/>
                  </a:lnTo>
                  <a:lnTo>
                    <a:pt x="78010" y="0"/>
                  </a:lnTo>
                  <a:lnTo>
                    <a:pt x="126111" y="108680"/>
                  </a:lnTo>
                  <a:lnTo>
                    <a:pt x="94107" y="108680"/>
                  </a:lnTo>
                  <a:close/>
                  <a:moveTo>
                    <a:pt x="76486" y="64960"/>
                  </a:moveTo>
                  <a:lnTo>
                    <a:pt x="62484" y="30099"/>
                  </a:lnTo>
                  <a:lnTo>
                    <a:pt x="49435" y="65056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5D524095-307C-4FB8-6DC9-317B6AD6F3DE}"/>
                </a:ext>
              </a:extLst>
            </p:cNvPr>
            <p:cNvSpPr/>
            <p:nvPr/>
          </p:nvSpPr>
          <p:spPr>
            <a:xfrm>
              <a:off x="10619055" y="5403515"/>
              <a:ext cx="103346" cy="108680"/>
            </a:xfrm>
            <a:custGeom>
              <a:avLst/>
              <a:gdLst>
                <a:gd name="connsiteX0" fmla="*/ 103346 w 103346"/>
                <a:gd name="connsiteY0" fmla="*/ 0 h 108680"/>
                <a:gd name="connsiteX1" fmla="*/ 103346 w 103346"/>
                <a:gd name="connsiteY1" fmla="*/ 108680 h 108680"/>
                <a:gd name="connsiteX2" fmla="*/ 78105 w 103346"/>
                <a:gd name="connsiteY2" fmla="*/ 108680 h 108680"/>
                <a:gd name="connsiteX3" fmla="*/ 30480 w 103346"/>
                <a:gd name="connsiteY3" fmla="*/ 50768 h 108680"/>
                <a:gd name="connsiteX4" fmla="*/ 30480 w 103346"/>
                <a:gd name="connsiteY4" fmla="*/ 108680 h 108680"/>
                <a:gd name="connsiteX5" fmla="*/ 0 w 103346"/>
                <a:gd name="connsiteY5" fmla="*/ 108680 h 108680"/>
                <a:gd name="connsiteX6" fmla="*/ 0 w 103346"/>
                <a:gd name="connsiteY6" fmla="*/ 0 h 108680"/>
                <a:gd name="connsiteX7" fmla="*/ 25337 w 103346"/>
                <a:gd name="connsiteY7" fmla="*/ 0 h 108680"/>
                <a:gd name="connsiteX8" fmla="*/ 72962 w 103346"/>
                <a:gd name="connsiteY8" fmla="*/ 57912 h 108680"/>
                <a:gd name="connsiteX9" fmla="*/ 72962 w 103346"/>
                <a:gd name="connsiteY9" fmla="*/ 0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3346" h="108680">
                  <a:moveTo>
                    <a:pt x="103346" y="0"/>
                  </a:moveTo>
                  <a:lnTo>
                    <a:pt x="103346" y="108680"/>
                  </a:lnTo>
                  <a:lnTo>
                    <a:pt x="78105" y="108680"/>
                  </a:lnTo>
                  <a:lnTo>
                    <a:pt x="30480" y="50768"/>
                  </a:lnTo>
                  <a:lnTo>
                    <a:pt x="30480" y="108680"/>
                  </a:lnTo>
                  <a:lnTo>
                    <a:pt x="0" y="108680"/>
                  </a:lnTo>
                  <a:lnTo>
                    <a:pt x="0" y="0"/>
                  </a:lnTo>
                  <a:lnTo>
                    <a:pt x="25337" y="0"/>
                  </a:lnTo>
                  <a:lnTo>
                    <a:pt x="72962" y="57912"/>
                  </a:lnTo>
                  <a:lnTo>
                    <a:pt x="72962" y="0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07DAAA1E-D3A9-22A4-4190-4B1B73EFD114}"/>
                </a:ext>
              </a:extLst>
            </p:cNvPr>
            <p:cNvSpPr/>
            <p:nvPr/>
          </p:nvSpPr>
          <p:spPr>
            <a:xfrm>
              <a:off x="10733926" y="5403515"/>
              <a:ext cx="97345" cy="108680"/>
            </a:xfrm>
            <a:custGeom>
              <a:avLst/>
              <a:gdLst>
                <a:gd name="connsiteX0" fmla="*/ 33338 w 97345"/>
                <a:gd name="connsiteY0" fmla="*/ 24384 h 108680"/>
                <a:gd name="connsiteX1" fmla="*/ 0 w 97345"/>
                <a:gd name="connsiteY1" fmla="*/ 24384 h 108680"/>
                <a:gd name="connsiteX2" fmla="*/ 0 w 97345"/>
                <a:gd name="connsiteY2" fmla="*/ 0 h 108680"/>
                <a:gd name="connsiteX3" fmla="*/ 97346 w 97345"/>
                <a:gd name="connsiteY3" fmla="*/ 0 h 108680"/>
                <a:gd name="connsiteX4" fmla="*/ 97346 w 97345"/>
                <a:gd name="connsiteY4" fmla="*/ 24384 h 108680"/>
                <a:gd name="connsiteX5" fmla="*/ 64103 w 97345"/>
                <a:gd name="connsiteY5" fmla="*/ 24384 h 108680"/>
                <a:gd name="connsiteX6" fmla="*/ 64103 w 97345"/>
                <a:gd name="connsiteY6" fmla="*/ 108680 h 108680"/>
                <a:gd name="connsiteX7" fmla="*/ 33338 w 97345"/>
                <a:gd name="connsiteY7" fmla="*/ 108680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345" h="108680">
                  <a:moveTo>
                    <a:pt x="33338" y="24384"/>
                  </a:moveTo>
                  <a:lnTo>
                    <a:pt x="0" y="24384"/>
                  </a:lnTo>
                  <a:lnTo>
                    <a:pt x="0" y="0"/>
                  </a:lnTo>
                  <a:lnTo>
                    <a:pt x="97346" y="0"/>
                  </a:lnTo>
                  <a:lnTo>
                    <a:pt x="97346" y="24384"/>
                  </a:lnTo>
                  <a:lnTo>
                    <a:pt x="64103" y="24384"/>
                  </a:lnTo>
                  <a:lnTo>
                    <a:pt x="64103" y="108680"/>
                  </a:lnTo>
                  <a:lnTo>
                    <a:pt x="33338" y="108680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F32E679A-FEF8-56CD-75F9-F167A5EBA7A1}"/>
                </a:ext>
              </a:extLst>
            </p:cNvPr>
            <p:cNvSpPr/>
            <p:nvPr/>
          </p:nvSpPr>
          <p:spPr>
            <a:xfrm>
              <a:off x="10824223" y="5403515"/>
              <a:ext cx="126015" cy="108680"/>
            </a:xfrm>
            <a:custGeom>
              <a:avLst/>
              <a:gdLst>
                <a:gd name="connsiteX0" fmla="*/ 85820 w 126015"/>
                <a:gd name="connsiteY0" fmla="*/ 87535 h 108680"/>
                <a:gd name="connsiteX1" fmla="*/ 39910 w 126015"/>
                <a:gd name="connsiteY1" fmla="*/ 87535 h 108680"/>
                <a:gd name="connsiteX2" fmla="*/ 31337 w 126015"/>
                <a:gd name="connsiteY2" fmla="*/ 108680 h 108680"/>
                <a:gd name="connsiteX3" fmla="*/ 0 w 126015"/>
                <a:gd name="connsiteY3" fmla="*/ 108680 h 108680"/>
                <a:gd name="connsiteX4" fmla="*/ 47625 w 126015"/>
                <a:gd name="connsiteY4" fmla="*/ 0 h 108680"/>
                <a:gd name="connsiteX5" fmla="*/ 77915 w 126015"/>
                <a:gd name="connsiteY5" fmla="*/ 0 h 108680"/>
                <a:gd name="connsiteX6" fmla="*/ 126016 w 126015"/>
                <a:gd name="connsiteY6" fmla="*/ 108680 h 108680"/>
                <a:gd name="connsiteX7" fmla="*/ 94012 w 126015"/>
                <a:gd name="connsiteY7" fmla="*/ 108680 h 108680"/>
                <a:gd name="connsiteX8" fmla="*/ 76867 w 126015"/>
                <a:gd name="connsiteY8" fmla="*/ 65056 h 108680"/>
                <a:gd name="connsiteX9" fmla="*/ 62865 w 126015"/>
                <a:gd name="connsiteY9" fmla="*/ 30194 h 108680"/>
                <a:gd name="connsiteX10" fmla="*/ 48958 w 126015"/>
                <a:gd name="connsiteY10" fmla="*/ 65056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015" h="108680">
                  <a:moveTo>
                    <a:pt x="85820" y="87535"/>
                  </a:moveTo>
                  <a:lnTo>
                    <a:pt x="39910" y="87535"/>
                  </a:lnTo>
                  <a:lnTo>
                    <a:pt x="31337" y="108680"/>
                  </a:lnTo>
                  <a:lnTo>
                    <a:pt x="0" y="108680"/>
                  </a:lnTo>
                  <a:lnTo>
                    <a:pt x="47625" y="0"/>
                  </a:lnTo>
                  <a:lnTo>
                    <a:pt x="77915" y="0"/>
                  </a:lnTo>
                  <a:lnTo>
                    <a:pt x="126016" y="108680"/>
                  </a:lnTo>
                  <a:lnTo>
                    <a:pt x="94012" y="108680"/>
                  </a:lnTo>
                  <a:close/>
                  <a:moveTo>
                    <a:pt x="76867" y="65056"/>
                  </a:moveTo>
                  <a:lnTo>
                    <a:pt x="62865" y="30194"/>
                  </a:lnTo>
                  <a:lnTo>
                    <a:pt x="48958" y="65056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F2D4ABB3-D776-4889-BD67-E6B0447746CF}"/>
                </a:ext>
              </a:extLst>
            </p:cNvPr>
            <p:cNvSpPr/>
            <p:nvPr/>
          </p:nvSpPr>
          <p:spPr>
            <a:xfrm>
              <a:off x="10952144" y="5401804"/>
              <a:ext cx="108108" cy="112581"/>
            </a:xfrm>
            <a:custGeom>
              <a:avLst/>
              <a:gdLst>
                <a:gd name="connsiteX0" fmla="*/ 78391 w 108108"/>
                <a:gd name="connsiteY0" fmla="*/ 53717 h 112581"/>
                <a:gd name="connsiteX1" fmla="*/ 105537 w 108108"/>
                <a:gd name="connsiteY1" fmla="*/ 53717 h 112581"/>
                <a:gd name="connsiteX2" fmla="*/ 105537 w 108108"/>
                <a:gd name="connsiteY2" fmla="*/ 98770 h 112581"/>
                <a:gd name="connsiteX3" fmla="*/ 59912 w 108108"/>
                <a:gd name="connsiteY3" fmla="*/ 112581 h 112581"/>
                <a:gd name="connsiteX4" fmla="*/ 0 w 108108"/>
                <a:gd name="connsiteY4" fmla="*/ 56098 h 112581"/>
                <a:gd name="connsiteX5" fmla="*/ 60484 w 108108"/>
                <a:gd name="connsiteY5" fmla="*/ 91 h 112581"/>
                <a:gd name="connsiteX6" fmla="*/ 108109 w 108108"/>
                <a:gd name="connsiteY6" fmla="*/ 19903 h 112581"/>
                <a:gd name="connsiteX7" fmla="*/ 88583 w 108108"/>
                <a:gd name="connsiteY7" fmla="*/ 37620 h 112581"/>
                <a:gd name="connsiteX8" fmla="*/ 62198 w 108108"/>
                <a:gd name="connsiteY8" fmla="*/ 25523 h 112581"/>
                <a:gd name="connsiteX9" fmla="*/ 31147 w 108108"/>
                <a:gd name="connsiteY9" fmla="*/ 56574 h 112581"/>
                <a:gd name="connsiteX10" fmla="*/ 62198 w 108108"/>
                <a:gd name="connsiteY10" fmla="*/ 87626 h 112581"/>
                <a:gd name="connsiteX11" fmla="*/ 78867 w 108108"/>
                <a:gd name="connsiteY11" fmla="*/ 84006 h 11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108" h="112581">
                  <a:moveTo>
                    <a:pt x="78391" y="53717"/>
                  </a:moveTo>
                  <a:lnTo>
                    <a:pt x="105537" y="53717"/>
                  </a:lnTo>
                  <a:lnTo>
                    <a:pt x="105537" y="98770"/>
                  </a:lnTo>
                  <a:cubicBezTo>
                    <a:pt x="92050" y="107822"/>
                    <a:pt x="76162" y="112631"/>
                    <a:pt x="59912" y="112581"/>
                  </a:cubicBezTo>
                  <a:cubicBezTo>
                    <a:pt x="25337" y="112581"/>
                    <a:pt x="0" y="89150"/>
                    <a:pt x="0" y="56098"/>
                  </a:cubicBezTo>
                  <a:cubicBezTo>
                    <a:pt x="0" y="23047"/>
                    <a:pt x="25337" y="91"/>
                    <a:pt x="60484" y="91"/>
                  </a:cubicBezTo>
                  <a:cubicBezTo>
                    <a:pt x="78553" y="-911"/>
                    <a:pt x="96088" y="6384"/>
                    <a:pt x="108109" y="19903"/>
                  </a:cubicBezTo>
                  <a:lnTo>
                    <a:pt x="88583" y="37620"/>
                  </a:lnTo>
                  <a:cubicBezTo>
                    <a:pt x="82039" y="29848"/>
                    <a:pt x="72361" y="25411"/>
                    <a:pt x="62198" y="25523"/>
                  </a:cubicBezTo>
                  <a:cubicBezTo>
                    <a:pt x="45053" y="25523"/>
                    <a:pt x="31147" y="39426"/>
                    <a:pt x="31147" y="56574"/>
                  </a:cubicBezTo>
                  <a:cubicBezTo>
                    <a:pt x="31147" y="73724"/>
                    <a:pt x="45053" y="87626"/>
                    <a:pt x="62198" y="87626"/>
                  </a:cubicBezTo>
                  <a:cubicBezTo>
                    <a:pt x="67951" y="87656"/>
                    <a:pt x="73647" y="86421"/>
                    <a:pt x="78867" y="8400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571E093F-F10A-0E6F-99D2-A4157B921A34}"/>
                </a:ext>
              </a:extLst>
            </p:cNvPr>
            <p:cNvSpPr/>
            <p:nvPr/>
          </p:nvSpPr>
          <p:spPr>
            <a:xfrm>
              <a:off x="11077207" y="5403515"/>
              <a:ext cx="87248" cy="108680"/>
            </a:xfrm>
            <a:custGeom>
              <a:avLst/>
              <a:gdLst>
                <a:gd name="connsiteX0" fmla="*/ 87249 w 87248"/>
                <a:gd name="connsiteY0" fmla="*/ 84963 h 108680"/>
                <a:gd name="connsiteX1" fmla="*/ 87249 w 87248"/>
                <a:gd name="connsiteY1" fmla="*/ 108680 h 108680"/>
                <a:gd name="connsiteX2" fmla="*/ 0 w 87248"/>
                <a:gd name="connsiteY2" fmla="*/ 108680 h 108680"/>
                <a:gd name="connsiteX3" fmla="*/ 0 w 87248"/>
                <a:gd name="connsiteY3" fmla="*/ 0 h 108680"/>
                <a:gd name="connsiteX4" fmla="*/ 85725 w 87248"/>
                <a:gd name="connsiteY4" fmla="*/ 0 h 108680"/>
                <a:gd name="connsiteX5" fmla="*/ 85725 w 87248"/>
                <a:gd name="connsiteY5" fmla="*/ 23813 h 108680"/>
                <a:gd name="connsiteX6" fmla="*/ 30480 w 87248"/>
                <a:gd name="connsiteY6" fmla="*/ 23813 h 108680"/>
                <a:gd name="connsiteX7" fmla="*/ 30480 w 87248"/>
                <a:gd name="connsiteY7" fmla="*/ 42100 h 108680"/>
                <a:gd name="connsiteX8" fmla="*/ 78676 w 87248"/>
                <a:gd name="connsiteY8" fmla="*/ 42100 h 108680"/>
                <a:gd name="connsiteX9" fmla="*/ 78676 w 87248"/>
                <a:gd name="connsiteY9" fmla="*/ 65056 h 108680"/>
                <a:gd name="connsiteX10" fmla="*/ 30480 w 87248"/>
                <a:gd name="connsiteY10" fmla="*/ 65056 h 108680"/>
                <a:gd name="connsiteX11" fmla="*/ 30480 w 87248"/>
                <a:gd name="connsiteY11" fmla="*/ 84963 h 10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248" h="108680">
                  <a:moveTo>
                    <a:pt x="87249" y="84963"/>
                  </a:moveTo>
                  <a:lnTo>
                    <a:pt x="87249" y="108680"/>
                  </a:lnTo>
                  <a:lnTo>
                    <a:pt x="0" y="108680"/>
                  </a:lnTo>
                  <a:lnTo>
                    <a:pt x="0" y="0"/>
                  </a:lnTo>
                  <a:lnTo>
                    <a:pt x="85725" y="0"/>
                  </a:lnTo>
                  <a:lnTo>
                    <a:pt x="85725" y="23813"/>
                  </a:lnTo>
                  <a:lnTo>
                    <a:pt x="30480" y="23813"/>
                  </a:lnTo>
                  <a:lnTo>
                    <a:pt x="30480" y="42100"/>
                  </a:lnTo>
                  <a:lnTo>
                    <a:pt x="78676" y="42100"/>
                  </a:lnTo>
                  <a:lnTo>
                    <a:pt x="78676" y="65056"/>
                  </a:lnTo>
                  <a:lnTo>
                    <a:pt x="30480" y="65056"/>
                  </a:lnTo>
                  <a:lnTo>
                    <a:pt x="30480" y="8496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444DD913-34DC-7B6C-3178-0F4E8DC85878}"/>
                </a:ext>
              </a:extLst>
            </p:cNvPr>
            <p:cNvSpPr/>
            <p:nvPr/>
          </p:nvSpPr>
          <p:spPr>
            <a:xfrm>
              <a:off x="11173886" y="5401411"/>
              <a:ext cx="93821" cy="112814"/>
            </a:xfrm>
            <a:custGeom>
              <a:avLst/>
              <a:gdLst>
                <a:gd name="connsiteX0" fmla="*/ 0 w 93821"/>
                <a:gd name="connsiteY0" fmla="*/ 100974 h 112814"/>
                <a:gd name="connsiteX1" fmla="*/ 10096 w 93821"/>
                <a:gd name="connsiteY1" fmla="*/ 78399 h 112814"/>
                <a:gd name="connsiteX2" fmla="*/ 46006 w 93821"/>
                <a:gd name="connsiteY2" fmla="*/ 89067 h 112814"/>
                <a:gd name="connsiteX3" fmla="*/ 63722 w 93821"/>
                <a:gd name="connsiteY3" fmla="*/ 80209 h 112814"/>
                <a:gd name="connsiteX4" fmla="*/ 1905 w 93821"/>
                <a:gd name="connsiteY4" fmla="*/ 35156 h 112814"/>
                <a:gd name="connsiteX5" fmla="*/ 50006 w 93821"/>
                <a:gd name="connsiteY5" fmla="*/ 8 h 112814"/>
                <a:gd name="connsiteX6" fmla="*/ 89440 w 93821"/>
                <a:gd name="connsiteY6" fmla="*/ 9533 h 112814"/>
                <a:gd name="connsiteX7" fmla="*/ 79915 w 93821"/>
                <a:gd name="connsiteY7" fmla="*/ 32298 h 112814"/>
                <a:gd name="connsiteX8" fmla="*/ 49721 w 93821"/>
                <a:gd name="connsiteY8" fmla="*/ 23916 h 112814"/>
                <a:gd name="connsiteX9" fmla="*/ 32195 w 93821"/>
                <a:gd name="connsiteY9" fmla="*/ 33441 h 112814"/>
                <a:gd name="connsiteX10" fmla="*/ 93821 w 93821"/>
                <a:gd name="connsiteY10" fmla="*/ 77733 h 112814"/>
                <a:gd name="connsiteX11" fmla="*/ 45720 w 93821"/>
                <a:gd name="connsiteY11" fmla="*/ 112785 h 112814"/>
                <a:gd name="connsiteX12" fmla="*/ 0 w 93821"/>
                <a:gd name="connsiteY12" fmla="*/ 100974 h 11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3821" h="112814">
                  <a:moveTo>
                    <a:pt x="0" y="100974"/>
                  </a:moveTo>
                  <a:lnTo>
                    <a:pt x="10096" y="78399"/>
                  </a:lnTo>
                  <a:cubicBezTo>
                    <a:pt x="20860" y="85182"/>
                    <a:pt x="33280" y="88873"/>
                    <a:pt x="46006" y="89067"/>
                  </a:cubicBezTo>
                  <a:cubicBezTo>
                    <a:pt x="58674" y="89067"/>
                    <a:pt x="63722" y="85448"/>
                    <a:pt x="63722" y="80209"/>
                  </a:cubicBezTo>
                  <a:cubicBezTo>
                    <a:pt x="63722" y="62969"/>
                    <a:pt x="1905" y="75542"/>
                    <a:pt x="1905" y="35156"/>
                  </a:cubicBezTo>
                  <a:cubicBezTo>
                    <a:pt x="1905" y="16106"/>
                    <a:pt x="17717" y="8"/>
                    <a:pt x="50006" y="8"/>
                  </a:cubicBezTo>
                  <a:cubicBezTo>
                    <a:pt x="63741" y="-190"/>
                    <a:pt x="77305" y="3087"/>
                    <a:pt x="89440" y="9533"/>
                  </a:cubicBezTo>
                  <a:lnTo>
                    <a:pt x="79915" y="32298"/>
                  </a:lnTo>
                  <a:cubicBezTo>
                    <a:pt x="70675" y="27097"/>
                    <a:pt x="60312" y="24220"/>
                    <a:pt x="49721" y="23916"/>
                  </a:cubicBezTo>
                  <a:cubicBezTo>
                    <a:pt x="36862" y="23916"/>
                    <a:pt x="32195" y="28298"/>
                    <a:pt x="32195" y="33441"/>
                  </a:cubicBezTo>
                  <a:cubicBezTo>
                    <a:pt x="32195" y="50110"/>
                    <a:pt x="93821" y="37632"/>
                    <a:pt x="93821" y="77733"/>
                  </a:cubicBezTo>
                  <a:cubicBezTo>
                    <a:pt x="93821" y="96783"/>
                    <a:pt x="78010" y="112785"/>
                    <a:pt x="45720" y="112785"/>
                  </a:cubicBezTo>
                  <a:cubicBezTo>
                    <a:pt x="29670" y="113205"/>
                    <a:pt x="13830" y="109113"/>
                    <a:pt x="0" y="10097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785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CDF239AD-E0A1-F33E-C2D6-EC9E9EBDF218}"/>
              </a:ext>
            </a:extLst>
          </p:cNvPr>
          <p:cNvGrpSpPr/>
          <p:nvPr/>
        </p:nvGrpSpPr>
        <p:grpSpPr>
          <a:xfrm>
            <a:off x="515008" y="2242315"/>
            <a:ext cx="11429746" cy="338554"/>
            <a:chOff x="515008" y="2242315"/>
            <a:chExt cx="11429746" cy="33855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7F90DCE-15C8-D0BF-F120-5069F85AA41B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A769BD-2340-37E2-764D-1D8290380C4B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BD3A55-DC5C-975E-50B6-77E6898B904D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C94F2C7-8553-B9FC-7198-39C04C1F46AD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6B5B0D3-4C56-2645-CC6E-6AC414A54A80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2861C15-B022-BA6E-7210-8F77790E977E}"/>
                </a:ext>
              </a:extLst>
            </p:cNvPr>
            <p:cNvSpPr/>
            <p:nvPr/>
          </p:nvSpPr>
          <p:spPr>
            <a:xfrm>
              <a:off x="31669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A80C44C-9E05-9573-B1AE-75C0EF6163C9}"/>
                </a:ext>
              </a:extLst>
            </p:cNvPr>
            <p:cNvSpPr/>
            <p:nvPr/>
          </p:nvSpPr>
          <p:spPr>
            <a:xfrm>
              <a:off x="58446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3D9DDED-4138-11F9-588F-B36E4CC3C23B}"/>
                </a:ext>
              </a:extLst>
            </p:cNvPr>
            <p:cNvSpPr/>
            <p:nvPr/>
          </p:nvSpPr>
          <p:spPr>
            <a:xfrm>
              <a:off x="85222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4475AF7-3106-46F1-98FA-9BA47E040FA2}"/>
              </a:ext>
            </a:extLst>
          </p:cNvPr>
          <p:cNvSpPr/>
          <p:nvPr/>
        </p:nvSpPr>
        <p:spPr>
          <a:xfrm>
            <a:off x="1205605" y="2457210"/>
            <a:ext cx="9799886" cy="3248292"/>
          </a:xfrm>
          <a:custGeom>
            <a:avLst/>
            <a:gdLst>
              <a:gd name="connsiteX0" fmla="*/ 998702 w 9799886"/>
              <a:gd name="connsiteY0" fmla="*/ 0 h 3248292"/>
              <a:gd name="connsiteX1" fmla="*/ 1288373 w 9799886"/>
              <a:gd name="connsiteY1" fmla="*/ 414531 h 3248292"/>
              <a:gd name="connsiteX2" fmla="*/ 9617874 w 9799886"/>
              <a:gd name="connsiteY2" fmla="*/ 414531 h 3248292"/>
              <a:gd name="connsiteX3" fmla="*/ 9799886 w 9799886"/>
              <a:gd name="connsiteY3" fmla="*/ 596543 h 3248292"/>
              <a:gd name="connsiteX4" fmla="*/ 9799886 w 9799886"/>
              <a:gd name="connsiteY4" fmla="*/ 3066280 h 3248292"/>
              <a:gd name="connsiteX5" fmla="*/ 9617874 w 9799886"/>
              <a:gd name="connsiteY5" fmla="*/ 3248292 h 3248292"/>
              <a:gd name="connsiteX6" fmla="*/ 182012 w 9799886"/>
              <a:gd name="connsiteY6" fmla="*/ 3248292 h 3248292"/>
              <a:gd name="connsiteX7" fmla="*/ 0 w 9799886"/>
              <a:gd name="connsiteY7" fmla="*/ 3066280 h 3248292"/>
              <a:gd name="connsiteX8" fmla="*/ 0 w 9799886"/>
              <a:gd name="connsiteY8" fmla="*/ 596543 h 3248292"/>
              <a:gd name="connsiteX9" fmla="*/ 182012 w 9799886"/>
              <a:gd name="connsiteY9" fmla="*/ 414531 h 3248292"/>
              <a:gd name="connsiteX10" fmla="*/ 709031 w 9799886"/>
              <a:gd name="connsiteY10" fmla="*/ 414531 h 3248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99886" h="3248292">
                <a:moveTo>
                  <a:pt x="998702" y="0"/>
                </a:moveTo>
                <a:lnTo>
                  <a:pt x="1288373" y="414531"/>
                </a:lnTo>
                <a:lnTo>
                  <a:pt x="9617874" y="414531"/>
                </a:lnTo>
                <a:cubicBezTo>
                  <a:pt x="9718396" y="414531"/>
                  <a:pt x="9799886" y="496021"/>
                  <a:pt x="9799886" y="596543"/>
                </a:cubicBezTo>
                <a:lnTo>
                  <a:pt x="9799886" y="3066280"/>
                </a:lnTo>
                <a:cubicBezTo>
                  <a:pt x="9799886" y="3166802"/>
                  <a:pt x="9718396" y="3248292"/>
                  <a:pt x="9617874" y="3248292"/>
                </a:cubicBezTo>
                <a:lnTo>
                  <a:pt x="182012" y="3248292"/>
                </a:lnTo>
                <a:cubicBezTo>
                  <a:pt x="81490" y="3248292"/>
                  <a:pt x="0" y="3166802"/>
                  <a:pt x="0" y="3066280"/>
                </a:cubicBezTo>
                <a:lnTo>
                  <a:pt x="0" y="596543"/>
                </a:lnTo>
                <a:cubicBezTo>
                  <a:pt x="0" y="496021"/>
                  <a:pt x="81490" y="414531"/>
                  <a:pt x="182012" y="414531"/>
                </a:cubicBezTo>
                <a:lnTo>
                  <a:pt x="709031" y="414531"/>
                </a:lnTo>
                <a:close/>
              </a:path>
            </a:pathLst>
          </a:custGeom>
          <a:gradFill flip="none" rotWithShape="1">
            <a:gsLst>
              <a:gs pos="95000">
                <a:schemeClr val="bg1">
                  <a:lumMod val="100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path path="shape">
              <a:fillToRect r="16573" b="50000"/>
            </a:path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22D180-CCB6-7D21-D557-B381B0582665}"/>
              </a:ext>
            </a:extLst>
          </p:cNvPr>
          <p:cNvSpPr txBox="1"/>
          <p:nvPr/>
        </p:nvSpPr>
        <p:spPr>
          <a:xfrm>
            <a:off x="4813323" y="3409366"/>
            <a:ext cx="4796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300">
                <a:solidFill>
                  <a:schemeClr val="tx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Market Analysis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3B4A61-85D3-3AE6-3D99-06FFB3B6903E}"/>
              </a:ext>
            </a:extLst>
          </p:cNvPr>
          <p:cNvSpPr txBox="1"/>
          <p:nvPr/>
        </p:nvSpPr>
        <p:spPr>
          <a:xfrm>
            <a:off x="1027776" y="1023624"/>
            <a:ext cx="7582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PART</a:t>
            </a:r>
            <a:r>
              <a:rPr lang="zh-CN" altLang="en-US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TWO</a:t>
            </a:r>
            <a:endParaRPr lang="zh-CN" altLang="en-US" sz="8000" dirty="0">
              <a:solidFill>
                <a:schemeClr val="bg1"/>
              </a:solidFill>
              <a:effectLst>
                <a:innerShdw blurRad="76200" dist="63500" dir="13500000">
                  <a:schemeClr val="tx2">
                    <a:alpha val="3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DB1A5C-A43C-F88F-BBAD-1DD6E576381D}"/>
              </a:ext>
            </a:extLst>
          </p:cNvPr>
          <p:cNvSpPr txBox="1"/>
          <p:nvPr/>
        </p:nvSpPr>
        <p:spPr>
          <a:xfrm>
            <a:off x="1836226" y="3366632"/>
            <a:ext cx="3223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</a:t>
            </a:r>
            <a:endParaRPr lang="en-US" altLang="zh-CN" sz="600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分析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67F9A1-93CD-5371-87C9-5BD6230FD222}"/>
              </a:ext>
            </a:extLst>
          </p:cNvPr>
          <p:cNvCxnSpPr>
            <a:cxnSpLocks/>
          </p:cNvCxnSpPr>
          <p:nvPr/>
        </p:nvCxnSpPr>
        <p:spPr>
          <a:xfrm>
            <a:off x="4147061" y="3422503"/>
            <a:ext cx="0" cy="1827251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EFE7D7A-7370-16B9-EA26-D94C3E1978B5}"/>
              </a:ext>
            </a:extLst>
          </p:cNvPr>
          <p:cNvSpPr txBox="1"/>
          <p:nvPr/>
        </p:nvSpPr>
        <p:spPr>
          <a:xfrm>
            <a:off x="4813323" y="4236901"/>
            <a:ext cx="5864202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Lorem ipsum dolor sit amet, consectetuer adipiscing elit. Maecenas porttitor congue massa. Fusce posuere, magna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sed pulvinar</a:t>
            </a:r>
            <a:endParaRPr lang="en-US" altLang="zh-CN" sz="14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EA1E81F-B9FC-910E-21A6-D9892E412D22}"/>
              </a:ext>
            </a:extLst>
          </p:cNvPr>
          <p:cNvGrpSpPr/>
          <p:nvPr/>
        </p:nvGrpSpPr>
        <p:grpSpPr>
          <a:xfrm>
            <a:off x="8783888" y="3478373"/>
            <a:ext cx="1033212" cy="262095"/>
            <a:chOff x="8783888" y="3478373"/>
            <a:chExt cx="1033212" cy="26209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1609FCC-2F2A-11DE-A4E4-0A9C1433DC1B}"/>
                </a:ext>
              </a:extLst>
            </p:cNvPr>
            <p:cNvSpPr/>
            <p:nvPr/>
          </p:nvSpPr>
          <p:spPr>
            <a:xfrm>
              <a:off x="8783888" y="3478373"/>
              <a:ext cx="1033212" cy="2620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5000">
                  <a:schemeClr val="accent1">
                    <a:lumMod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path path="shape">
                <a:fillToRect r="8069" b="50000"/>
              </a:path>
              <a:tileRect/>
            </a:gradFill>
            <a:ln w="31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12B8928-6B8E-10E2-0F16-AD76FD978EA0}"/>
                </a:ext>
              </a:extLst>
            </p:cNvPr>
            <p:cNvGrpSpPr/>
            <p:nvPr/>
          </p:nvGrpSpPr>
          <p:grpSpPr>
            <a:xfrm>
              <a:off x="9580067" y="3511195"/>
              <a:ext cx="196342" cy="196451"/>
              <a:chOff x="1167942" y="4571507"/>
              <a:chExt cx="349708" cy="349902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098F8C63-140B-E00C-6C2A-430432275F5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3E9A75CE-CD45-EA39-2B1F-AFCFF9FE43B3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762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</p:grp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CF57552-5805-5229-B4F8-5DAC6175A121}"/>
              </a:ext>
            </a:extLst>
          </p:cNvPr>
          <p:cNvSpPr txBox="1"/>
          <p:nvPr/>
        </p:nvSpPr>
        <p:spPr>
          <a:xfrm>
            <a:off x="9576194" y="8569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3551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1EA44D-F00F-743C-8F9D-AB7A3226D6EC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C2B1FF-DFE0-D380-ECB1-1F767BF19171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Market Analysis</a:t>
            </a:r>
            <a:endParaRPr lang="en-US" altLang="zh-CN" sz="1200" spc="3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010671-9DC9-6878-3925-BF70EAFEDD80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36C06B-76CA-1DFC-1A48-192E5616A318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2B0AF9D-687E-46F2-36BB-7A11C3B4BAE8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15195F-D4FE-34DE-9F6F-1FB9F584714B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AAB725A-36F4-0E99-3E2E-94F50A208463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BB453A5-FA06-2DC0-72A5-CC64802AB591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69C4E5D-9C0F-CA77-0027-DAEB38F0636C}"/>
                </a:ext>
              </a:extLst>
            </p:cNvPr>
            <p:cNvSpPr/>
            <p:nvPr/>
          </p:nvSpPr>
          <p:spPr>
            <a:xfrm>
              <a:off x="31669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CA54BB0-CBF2-7357-C57F-8B66DBDC6DAD}"/>
                </a:ext>
              </a:extLst>
            </p:cNvPr>
            <p:cNvSpPr/>
            <p:nvPr/>
          </p:nvSpPr>
          <p:spPr>
            <a:xfrm>
              <a:off x="58446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C9C5E9C-9A6A-7CC6-7112-045A5046C28B}"/>
                </a:ext>
              </a:extLst>
            </p:cNvPr>
            <p:cNvSpPr/>
            <p:nvPr/>
          </p:nvSpPr>
          <p:spPr>
            <a:xfrm>
              <a:off x="85222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0D2D04-E87D-3024-874F-D625E6D83A26}"/>
              </a:ext>
            </a:extLst>
          </p:cNvPr>
          <p:cNvSpPr/>
          <p:nvPr/>
        </p:nvSpPr>
        <p:spPr>
          <a:xfrm>
            <a:off x="4587484" y="2505767"/>
            <a:ext cx="3008142" cy="3302431"/>
          </a:xfrm>
          <a:prstGeom prst="roundRect">
            <a:avLst>
              <a:gd name="adj" fmla="val 4899"/>
            </a:avLst>
          </a:prstGeom>
          <a:gradFill flip="none" rotWithShape="1">
            <a:gsLst>
              <a:gs pos="83663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5544"/>
            </a:path>
            <a:tileRect/>
          </a:gradFill>
          <a:ln w="3175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50C5D4-2ED0-1ADE-4BFD-5D6860B18E00}"/>
              </a:ext>
            </a:extLst>
          </p:cNvPr>
          <p:cNvSpPr/>
          <p:nvPr/>
        </p:nvSpPr>
        <p:spPr>
          <a:xfrm>
            <a:off x="4700313" y="3164557"/>
            <a:ext cx="2877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3"/>
                </a:solidFill>
                <a:latin typeface="+mj-lt"/>
              </a:rPr>
              <a:t>100,000+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EF8175-FDA4-67FC-4B9C-C8162FCB1030}"/>
              </a:ext>
            </a:extLst>
          </p:cNvPr>
          <p:cNvSpPr/>
          <p:nvPr/>
        </p:nvSpPr>
        <p:spPr>
          <a:xfrm>
            <a:off x="4700313" y="279873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背调报告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620534-1DB5-6513-D7AB-C32C25A73E1A}"/>
              </a:ext>
            </a:extLst>
          </p:cNvPr>
          <p:cNvSpPr/>
          <p:nvPr/>
        </p:nvSpPr>
        <p:spPr>
          <a:xfrm>
            <a:off x="4700313" y="3864009"/>
            <a:ext cx="2877711" cy="705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F3612A5-23A1-41D1-E4EF-9355F1A93BAF}"/>
              </a:ext>
            </a:extLst>
          </p:cNvPr>
          <p:cNvSpPr/>
          <p:nvPr/>
        </p:nvSpPr>
        <p:spPr>
          <a:xfrm>
            <a:off x="1050926" y="2505767"/>
            <a:ext cx="3008142" cy="3302431"/>
          </a:xfrm>
          <a:prstGeom prst="roundRect">
            <a:avLst>
              <a:gd name="adj" fmla="val 4899"/>
            </a:avLst>
          </a:prstGeom>
          <a:gradFill flip="none" rotWithShape="1">
            <a:gsLst>
              <a:gs pos="83663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5544"/>
            </a:path>
            <a:tileRect/>
          </a:gradFill>
          <a:ln w="3175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9A1783-04AA-8AD3-3AD2-6DD8F6DF6067}"/>
              </a:ext>
            </a:extLst>
          </p:cNvPr>
          <p:cNvSpPr/>
          <p:nvPr/>
        </p:nvSpPr>
        <p:spPr>
          <a:xfrm>
            <a:off x="1163756" y="3164557"/>
            <a:ext cx="25704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+mj-lt"/>
              </a:rPr>
              <a:t>3,000+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E794AA-D609-1FB2-F291-755014B38234}"/>
              </a:ext>
            </a:extLst>
          </p:cNvPr>
          <p:cNvSpPr/>
          <p:nvPr/>
        </p:nvSpPr>
        <p:spPr>
          <a:xfrm>
            <a:off x="1163755" y="279873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合作客户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593737-0FAB-048E-B090-7CD5CA40F990}"/>
              </a:ext>
            </a:extLst>
          </p:cNvPr>
          <p:cNvSpPr/>
          <p:nvPr/>
        </p:nvSpPr>
        <p:spPr>
          <a:xfrm>
            <a:off x="1163755" y="3864009"/>
            <a:ext cx="2762526" cy="135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E372B7E-EDE3-1626-D8CF-94A109F6BE2D}"/>
              </a:ext>
            </a:extLst>
          </p:cNvPr>
          <p:cNvSpPr/>
          <p:nvPr/>
        </p:nvSpPr>
        <p:spPr>
          <a:xfrm>
            <a:off x="8124041" y="2505767"/>
            <a:ext cx="3008142" cy="3302431"/>
          </a:xfrm>
          <a:prstGeom prst="roundRect">
            <a:avLst>
              <a:gd name="adj" fmla="val 4899"/>
            </a:avLst>
          </a:prstGeom>
          <a:gradFill flip="none" rotWithShape="1">
            <a:gsLst>
              <a:gs pos="83663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5544"/>
            </a:path>
            <a:tileRect/>
          </a:gradFill>
          <a:ln w="3175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C6F206-4B86-FBC7-84E0-302BDF5B412F}"/>
              </a:ext>
            </a:extLst>
          </p:cNvPr>
          <p:cNvSpPr/>
          <p:nvPr/>
        </p:nvSpPr>
        <p:spPr>
          <a:xfrm>
            <a:off x="8236871" y="3164557"/>
            <a:ext cx="28040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+mj-lt"/>
              </a:rPr>
              <a:t>20,000+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0A3E19-3B43-5715-853B-9C549F6FF29C}"/>
              </a:ext>
            </a:extLst>
          </p:cNvPr>
          <p:cNvSpPr/>
          <p:nvPr/>
        </p:nvSpPr>
        <p:spPr>
          <a:xfrm>
            <a:off x="8236870" y="279873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>
                <a:latin typeface="+mj-ea"/>
                <a:ea typeface="+mj-ea"/>
              </a:rPr>
              <a:t>服务</a:t>
            </a:r>
            <a:r>
              <a:rPr lang="zh-CN" altLang="en-US" sz="2000" dirty="0">
                <a:latin typeface="+mj-ea"/>
                <a:ea typeface="+mj-ea"/>
              </a:rPr>
              <a:t>时长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ED6071-F156-1256-7AB3-6778A9EA239D}"/>
              </a:ext>
            </a:extLst>
          </p:cNvPr>
          <p:cNvSpPr/>
          <p:nvPr/>
        </p:nvSpPr>
        <p:spPr>
          <a:xfrm>
            <a:off x="8236870" y="3864009"/>
            <a:ext cx="2877711" cy="3819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AF5224CC-922D-B8AF-4E21-DA2D60A9BAB6}"/>
              </a:ext>
            </a:extLst>
          </p:cNvPr>
          <p:cNvSpPr/>
          <p:nvPr/>
        </p:nvSpPr>
        <p:spPr>
          <a:xfrm>
            <a:off x="1135783" y="2598851"/>
            <a:ext cx="2838427" cy="3116262"/>
          </a:xfrm>
          <a:prstGeom prst="roundRect">
            <a:avLst>
              <a:gd name="adj" fmla="val 2973"/>
            </a:avLst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373BCA45-C6C3-D52D-85E4-D47BE6B90FAF}"/>
              </a:ext>
            </a:extLst>
          </p:cNvPr>
          <p:cNvSpPr/>
          <p:nvPr/>
        </p:nvSpPr>
        <p:spPr>
          <a:xfrm>
            <a:off x="4667425" y="2598851"/>
            <a:ext cx="2838427" cy="3116262"/>
          </a:xfrm>
          <a:prstGeom prst="roundRect">
            <a:avLst>
              <a:gd name="adj" fmla="val 2973"/>
            </a:avLst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A743D37-3B4E-84E6-BF67-736180907AC3}"/>
              </a:ext>
            </a:extLst>
          </p:cNvPr>
          <p:cNvSpPr/>
          <p:nvPr/>
        </p:nvSpPr>
        <p:spPr>
          <a:xfrm>
            <a:off x="8202517" y="2598851"/>
            <a:ext cx="2838427" cy="3116262"/>
          </a:xfrm>
          <a:prstGeom prst="roundRect">
            <a:avLst>
              <a:gd name="adj" fmla="val 2973"/>
            </a:avLst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9338827E-0F5F-4AB1-7CB5-ACA084724D77}"/>
              </a:ext>
            </a:extLst>
          </p:cNvPr>
          <p:cNvGrpSpPr/>
          <p:nvPr/>
        </p:nvGrpSpPr>
        <p:grpSpPr>
          <a:xfrm>
            <a:off x="-377190" y="4481886"/>
            <a:ext cx="12861290" cy="4049518"/>
            <a:chOff x="-377190" y="4481886"/>
            <a:chExt cx="12861290" cy="4049518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23BF0BA2-E8FB-963D-66B9-C35D22A1D942}"/>
                </a:ext>
              </a:extLst>
            </p:cNvPr>
            <p:cNvSpPr/>
            <p:nvPr/>
          </p:nvSpPr>
          <p:spPr>
            <a:xfrm>
              <a:off x="-377190" y="4601317"/>
              <a:ext cx="12861290" cy="3930087"/>
            </a:xfrm>
            <a:custGeom>
              <a:avLst/>
              <a:gdLst>
                <a:gd name="connsiteX0" fmla="*/ 10363878 w 13269304"/>
                <a:gd name="connsiteY0" fmla="*/ 104 h 3930087"/>
                <a:gd name="connsiteX1" fmla="*/ 12782300 w 13269304"/>
                <a:gd name="connsiteY1" fmla="*/ 1338550 h 3930087"/>
                <a:gd name="connsiteX2" fmla="*/ 13192203 w 13269304"/>
                <a:gd name="connsiteY2" fmla="*/ 1306803 h 3930087"/>
                <a:gd name="connsiteX3" fmla="*/ 13269304 w 13269304"/>
                <a:gd name="connsiteY3" fmla="*/ 1282683 h 3930087"/>
                <a:gd name="connsiteX4" fmla="*/ 13269304 w 13269304"/>
                <a:gd name="connsiteY4" fmla="*/ 3930087 h 3930087"/>
                <a:gd name="connsiteX5" fmla="*/ 0 w 13269304"/>
                <a:gd name="connsiteY5" fmla="*/ 3930087 h 3930087"/>
                <a:gd name="connsiteX6" fmla="*/ 0 w 13269304"/>
                <a:gd name="connsiteY6" fmla="*/ 1743114 h 3930087"/>
                <a:gd name="connsiteX7" fmla="*/ 235991 w 13269304"/>
                <a:gd name="connsiteY7" fmla="*/ 1783857 h 3930087"/>
                <a:gd name="connsiteX8" fmla="*/ 1031297 w 13269304"/>
                <a:gd name="connsiteY8" fmla="*/ 1819278 h 3930087"/>
                <a:gd name="connsiteX9" fmla="*/ 2928580 w 13269304"/>
                <a:gd name="connsiteY9" fmla="*/ 1101728 h 3930087"/>
                <a:gd name="connsiteX10" fmla="*/ 4774814 w 13269304"/>
                <a:gd name="connsiteY10" fmla="*/ 1730378 h 3930087"/>
                <a:gd name="connsiteX11" fmla="*/ 6609447 w 13269304"/>
                <a:gd name="connsiteY11" fmla="*/ 391130 h 3930087"/>
                <a:gd name="connsiteX12" fmla="*/ 8450268 w 13269304"/>
                <a:gd name="connsiteY12" fmla="*/ 1260478 h 3930087"/>
                <a:gd name="connsiteX13" fmla="*/ 10363878 w 13269304"/>
                <a:gd name="connsiteY13" fmla="*/ 104 h 3930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269304" h="3930087">
                  <a:moveTo>
                    <a:pt x="10363878" y="104"/>
                  </a:moveTo>
                  <a:cubicBezTo>
                    <a:pt x="11085884" y="13117"/>
                    <a:pt x="12055511" y="1239568"/>
                    <a:pt x="12782300" y="1338550"/>
                  </a:cubicBezTo>
                  <a:cubicBezTo>
                    <a:pt x="12918573" y="1357109"/>
                    <a:pt x="13055934" y="1342619"/>
                    <a:pt x="13192203" y="1306803"/>
                  </a:cubicBezTo>
                  <a:lnTo>
                    <a:pt x="13269304" y="1282683"/>
                  </a:lnTo>
                  <a:lnTo>
                    <a:pt x="13269304" y="3930087"/>
                  </a:lnTo>
                  <a:lnTo>
                    <a:pt x="0" y="3930087"/>
                  </a:lnTo>
                  <a:lnTo>
                    <a:pt x="0" y="1743114"/>
                  </a:lnTo>
                  <a:lnTo>
                    <a:pt x="235991" y="1783857"/>
                  </a:lnTo>
                  <a:cubicBezTo>
                    <a:pt x="511712" y="1825430"/>
                    <a:pt x="790947" y="1847059"/>
                    <a:pt x="1031297" y="1819278"/>
                  </a:cubicBezTo>
                  <a:cubicBezTo>
                    <a:pt x="1672232" y="1745195"/>
                    <a:pt x="2304661" y="1116545"/>
                    <a:pt x="2928580" y="1101728"/>
                  </a:cubicBezTo>
                  <a:cubicBezTo>
                    <a:pt x="3552500" y="1086911"/>
                    <a:pt x="4161337" y="1848811"/>
                    <a:pt x="4774814" y="1730378"/>
                  </a:cubicBezTo>
                  <a:cubicBezTo>
                    <a:pt x="5388292" y="1611945"/>
                    <a:pt x="5996871" y="469447"/>
                    <a:pt x="6609447" y="391130"/>
                  </a:cubicBezTo>
                  <a:cubicBezTo>
                    <a:pt x="7222022" y="312813"/>
                    <a:pt x="7824530" y="1325649"/>
                    <a:pt x="8450268" y="1260478"/>
                  </a:cubicBezTo>
                  <a:cubicBezTo>
                    <a:pt x="9076006" y="1195307"/>
                    <a:pt x="9641872" y="-12907"/>
                    <a:pt x="10363878" y="10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C0DA3982-B319-9B50-545F-549172E0198C}"/>
                </a:ext>
              </a:extLst>
            </p:cNvPr>
            <p:cNvSpPr/>
            <p:nvPr/>
          </p:nvSpPr>
          <p:spPr>
            <a:xfrm>
              <a:off x="-377190" y="4589910"/>
              <a:ext cx="12861290" cy="1831747"/>
            </a:xfrm>
            <a:custGeom>
              <a:avLst/>
              <a:gdLst>
                <a:gd name="connsiteX0" fmla="*/ 10363878 w 13269304"/>
                <a:gd name="connsiteY0" fmla="*/ 104 h 3930087"/>
                <a:gd name="connsiteX1" fmla="*/ 12782300 w 13269304"/>
                <a:gd name="connsiteY1" fmla="*/ 1338550 h 3930087"/>
                <a:gd name="connsiteX2" fmla="*/ 13192203 w 13269304"/>
                <a:gd name="connsiteY2" fmla="*/ 1306803 h 3930087"/>
                <a:gd name="connsiteX3" fmla="*/ 13269304 w 13269304"/>
                <a:gd name="connsiteY3" fmla="*/ 1282683 h 3930087"/>
                <a:gd name="connsiteX4" fmla="*/ 13269304 w 13269304"/>
                <a:gd name="connsiteY4" fmla="*/ 3930087 h 3930087"/>
                <a:gd name="connsiteX5" fmla="*/ 0 w 13269304"/>
                <a:gd name="connsiteY5" fmla="*/ 3930087 h 3930087"/>
                <a:gd name="connsiteX6" fmla="*/ 0 w 13269304"/>
                <a:gd name="connsiteY6" fmla="*/ 1743114 h 3930087"/>
                <a:gd name="connsiteX7" fmla="*/ 235991 w 13269304"/>
                <a:gd name="connsiteY7" fmla="*/ 1783857 h 3930087"/>
                <a:gd name="connsiteX8" fmla="*/ 1031297 w 13269304"/>
                <a:gd name="connsiteY8" fmla="*/ 1819278 h 3930087"/>
                <a:gd name="connsiteX9" fmla="*/ 2928580 w 13269304"/>
                <a:gd name="connsiteY9" fmla="*/ 1101728 h 3930087"/>
                <a:gd name="connsiteX10" fmla="*/ 4774814 w 13269304"/>
                <a:gd name="connsiteY10" fmla="*/ 1730378 h 3930087"/>
                <a:gd name="connsiteX11" fmla="*/ 6609447 w 13269304"/>
                <a:gd name="connsiteY11" fmla="*/ 391130 h 3930087"/>
                <a:gd name="connsiteX12" fmla="*/ 8450268 w 13269304"/>
                <a:gd name="connsiteY12" fmla="*/ 1260478 h 3930087"/>
                <a:gd name="connsiteX13" fmla="*/ 10363878 w 13269304"/>
                <a:gd name="connsiteY13" fmla="*/ 104 h 3930087"/>
                <a:gd name="connsiteX0" fmla="*/ 13269304 w 13360744"/>
                <a:gd name="connsiteY0" fmla="*/ 3930087 h 4021527"/>
                <a:gd name="connsiteX1" fmla="*/ 0 w 13360744"/>
                <a:gd name="connsiteY1" fmla="*/ 3930087 h 4021527"/>
                <a:gd name="connsiteX2" fmla="*/ 0 w 13360744"/>
                <a:gd name="connsiteY2" fmla="*/ 1743114 h 4021527"/>
                <a:gd name="connsiteX3" fmla="*/ 235991 w 13360744"/>
                <a:gd name="connsiteY3" fmla="*/ 1783857 h 4021527"/>
                <a:gd name="connsiteX4" fmla="*/ 1031297 w 13360744"/>
                <a:gd name="connsiteY4" fmla="*/ 1819278 h 4021527"/>
                <a:gd name="connsiteX5" fmla="*/ 2928580 w 13360744"/>
                <a:gd name="connsiteY5" fmla="*/ 1101728 h 4021527"/>
                <a:gd name="connsiteX6" fmla="*/ 4774814 w 13360744"/>
                <a:gd name="connsiteY6" fmla="*/ 1730378 h 4021527"/>
                <a:gd name="connsiteX7" fmla="*/ 6609447 w 13360744"/>
                <a:gd name="connsiteY7" fmla="*/ 391130 h 4021527"/>
                <a:gd name="connsiteX8" fmla="*/ 8450268 w 13360744"/>
                <a:gd name="connsiteY8" fmla="*/ 1260478 h 4021527"/>
                <a:gd name="connsiteX9" fmla="*/ 10363878 w 13360744"/>
                <a:gd name="connsiteY9" fmla="*/ 104 h 4021527"/>
                <a:gd name="connsiteX10" fmla="*/ 12782300 w 13360744"/>
                <a:gd name="connsiteY10" fmla="*/ 1338550 h 4021527"/>
                <a:gd name="connsiteX11" fmla="*/ 13192203 w 13360744"/>
                <a:gd name="connsiteY11" fmla="*/ 1306803 h 4021527"/>
                <a:gd name="connsiteX12" fmla="*/ 13269304 w 13360744"/>
                <a:gd name="connsiteY12" fmla="*/ 1282683 h 4021527"/>
                <a:gd name="connsiteX13" fmla="*/ 13360744 w 13360744"/>
                <a:gd name="connsiteY13" fmla="*/ 4021527 h 4021527"/>
                <a:gd name="connsiteX0" fmla="*/ 13269304 w 13269304"/>
                <a:gd name="connsiteY0" fmla="*/ 3930087 h 3930087"/>
                <a:gd name="connsiteX1" fmla="*/ 0 w 13269304"/>
                <a:gd name="connsiteY1" fmla="*/ 3930087 h 3930087"/>
                <a:gd name="connsiteX2" fmla="*/ 0 w 13269304"/>
                <a:gd name="connsiteY2" fmla="*/ 1743114 h 3930087"/>
                <a:gd name="connsiteX3" fmla="*/ 235991 w 13269304"/>
                <a:gd name="connsiteY3" fmla="*/ 1783857 h 3930087"/>
                <a:gd name="connsiteX4" fmla="*/ 1031297 w 13269304"/>
                <a:gd name="connsiteY4" fmla="*/ 1819278 h 3930087"/>
                <a:gd name="connsiteX5" fmla="*/ 2928580 w 13269304"/>
                <a:gd name="connsiteY5" fmla="*/ 1101728 h 3930087"/>
                <a:gd name="connsiteX6" fmla="*/ 4774814 w 13269304"/>
                <a:gd name="connsiteY6" fmla="*/ 1730378 h 3930087"/>
                <a:gd name="connsiteX7" fmla="*/ 6609447 w 13269304"/>
                <a:gd name="connsiteY7" fmla="*/ 391130 h 3930087"/>
                <a:gd name="connsiteX8" fmla="*/ 8450268 w 13269304"/>
                <a:gd name="connsiteY8" fmla="*/ 1260478 h 3930087"/>
                <a:gd name="connsiteX9" fmla="*/ 10363878 w 13269304"/>
                <a:gd name="connsiteY9" fmla="*/ 104 h 3930087"/>
                <a:gd name="connsiteX10" fmla="*/ 12782300 w 13269304"/>
                <a:gd name="connsiteY10" fmla="*/ 1338550 h 3930087"/>
                <a:gd name="connsiteX11" fmla="*/ 13192203 w 13269304"/>
                <a:gd name="connsiteY11" fmla="*/ 1306803 h 3930087"/>
                <a:gd name="connsiteX12" fmla="*/ 13269304 w 13269304"/>
                <a:gd name="connsiteY12" fmla="*/ 1282683 h 3930087"/>
                <a:gd name="connsiteX0" fmla="*/ 0 w 13269304"/>
                <a:gd name="connsiteY0" fmla="*/ 3930087 h 3930087"/>
                <a:gd name="connsiteX1" fmla="*/ 0 w 13269304"/>
                <a:gd name="connsiteY1" fmla="*/ 1743114 h 3930087"/>
                <a:gd name="connsiteX2" fmla="*/ 235991 w 13269304"/>
                <a:gd name="connsiteY2" fmla="*/ 1783857 h 3930087"/>
                <a:gd name="connsiteX3" fmla="*/ 1031297 w 13269304"/>
                <a:gd name="connsiteY3" fmla="*/ 1819278 h 3930087"/>
                <a:gd name="connsiteX4" fmla="*/ 2928580 w 13269304"/>
                <a:gd name="connsiteY4" fmla="*/ 1101728 h 3930087"/>
                <a:gd name="connsiteX5" fmla="*/ 4774814 w 13269304"/>
                <a:gd name="connsiteY5" fmla="*/ 1730378 h 3930087"/>
                <a:gd name="connsiteX6" fmla="*/ 6609447 w 13269304"/>
                <a:gd name="connsiteY6" fmla="*/ 391130 h 3930087"/>
                <a:gd name="connsiteX7" fmla="*/ 8450268 w 13269304"/>
                <a:gd name="connsiteY7" fmla="*/ 1260478 h 3930087"/>
                <a:gd name="connsiteX8" fmla="*/ 10363878 w 13269304"/>
                <a:gd name="connsiteY8" fmla="*/ 104 h 3930087"/>
                <a:gd name="connsiteX9" fmla="*/ 12782300 w 13269304"/>
                <a:gd name="connsiteY9" fmla="*/ 1338550 h 3930087"/>
                <a:gd name="connsiteX10" fmla="*/ 13192203 w 13269304"/>
                <a:gd name="connsiteY10" fmla="*/ 1306803 h 3930087"/>
                <a:gd name="connsiteX11" fmla="*/ 13269304 w 13269304"/>
                <a:gd name="connsiteY11" fmla="*/ 1282683 h 3930087"/>
                <a:gd name="connsiteX0" fmla="*/ 0 w 13269304"/>
                <a:gd name="connsiteY0" fmla="*/ 1743114 h 1831747"/>
                <a:gd name="connsiteX1" fmla="*/ 235991 w 13269304"/>
                <a:gd name="connsiteY1" fmla="*/ 1783857 h 1831747"/>
                <a:gd name="connsiteX2" fmla="*/ 1031297 w 13269304"/>
                <a:gd name="connsiteY2" fmla="*/ 1819278 h 1831747"/>
                <a:gd name="connsiteX3" fmla="*/ 2928580 w 13269304"/>
                <a:gd name="connsiteY3" fmla="*/ 1101728 h 1831747"/>
                <a:gd name="connsiteX4" fmla="*/ 4774814 w 13269304"/>
                <a:gd name="connsiteY4" fmla="*/ 1730378 h 1831747"/>
                <a:gd name="connsiteX5" fmla="*/ 6609447 w 13269304"/>
                <a:gd name="connsiteY5" fmla="*/ 391130 h 1831747"/>
                <a:gd name="connsiteX6" fmla="*/ 8450268 w 13269304"/>
                <a:gd name="connsiteY6" fmla="*/ 1260478 h 1831747"/>
                <a:gd name="connsiteX7" fmla="*/ 10363878 w 13269304"/>
                <a:gd name="connsiteY7" fmla="*/ 104 h 1831747"/>
                <a:gd name="connsiteX8" fmla="*/ 12782300 w 13269304"/>
                <a:gd name="connsiteY8" fmla="*/ 1338550 h 1831747"/>
                <a:gd name="connsiteX9" fmla="*/ 13192203 w 13269304"/>
                <a:gd name="connsiteY9" fmla="*/ 1306803 h 1831747"/>
                <a:gd name="connsiteX10" fmla="*/ 13269304 w 13269304"/>
                <a:gd name="connsiteY10" fmla="*/ 1282683 h 1831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69304" h="1831747">
                  <a:moveTo>
                    <a:pt x="0" y="1743114"/>
                  </a:moveTo>
                  <a:lnTo>
                    <a:pt x="235991" y="1783857"/>
                  </a:lnTo>
                  <a:cubicBezTo>
                    <a:pt x="511712" y="1825430"/>
                    <a:pt x="790947" y="1847059"/>
                    <a:pt x="1031297" y="1819278"/>
                  </a:cubicBezTo>
                  <a:cubicBezTo>
                    <a:pt x="1672232" y="1745195"/>
                    <a:pt x="2304661" y="1116545"/>
                    <a:pt x="2928580" y="1101728"/>
                  </a:cubicBezTo>
                  <a:cubicBezTo>
                    <a:pt x="3552500" y="1086911"/>
                    <a:pt x="4161337" y="1848811"/>
                    <a:pt x="4774814" y="1730378"/>
                  </a:cubicBezTo>
                  <a:cubicBezTo>
                    <a:pt x="5388292" y="1611945"/>
                    <a:pt x="5996871" y="469447"/>
                    <a:pt x="6609447" y="391130"/>
                  </a:cubicBezTo>
                  <a:cubicBezTo>
                    <a:pt x="7222022" y="312813"/>
                    <a:pt x="7824530" y="1325649"/>
                    <a:pt x="8450268" y="1260478"/>
                  </a:cubicBezTo>
                  <a:cubicBezTo>
                    <a:pt x="9076006" y="1195307"/>
                    <a:pt x="9641872" y="-12907"/>
                    <a:pt x="10363878" y="104"/>
                  </a:cubicBezTo>
                  <a:cubicBezTo>
                    <a:pt x="11085884" y="13117"/>
                    <a:pt x="12055511" y="1239568"/>
                    <a:pt x="12782300" y="1338550"/>
                  </a:cubicBezTo>
                  <a:cubicBezTo>
                    <a:pt x="12918573" y="1357109"/>
                    <a:pt x="13055934" y="1342619"/>
                    <a:pt x="13192203" y="1306803"/>
                  </a:cubicBezTo>
                  <a:lnTo>
                    <a:pt x="13269304" y="1282683"/>
                  </a:lnTo>
                </a:path>
              </a:pathLst>
            </a:custGeom>
            <a:noFill/>
            <a:ln w="53975">
              <a:gradFill flip="none" rotWithShape="1">
                <a:gsLst>
                  <a:gs pos="100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  <a:gs pos="85000">
                    <a:schemeClr val="accent2"/>
                  </a:gs>
                  <a:gs pos="21000">
                    <a:schemeClr val="accent2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C69A9A6-98D8-C13D-9454-05CA136C5772}"/>
                </a:ext>
              </a:extLst>
            </p:cNvPr>
            <p:cNvGrpSpPr/>
            <p:nvPr/>
          </p:nvGrpSpPr>
          <p:grpSpPr>
            <a:xfrm>
              <a:off x="9509367" y="4481886"/>
              <a:ext cx="237490" cy="237490"/>
              <a:chOff x="9540602" y="4513121"/>
              <a:chExt cx="175020" cy="17502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D7FC97-B6A0-57E1-1C5D-EE04B7716133}"/>
                  </a:ext>
                </a:extLst>
              </p:cNvPr>
              <p:cNvSpPr/>
              <p:nvPr/>
            </p:nvSpPr>
            <p:spPr>
              <a:xfrm>
                <a:off x="9540602" y="4513121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6B6F58E-95C2-314F-CDD1-6701EA2FF228}"/>
                  </a:ext>
                </a:extLst>
              </p:cNvPr>
              <p:cNvSpPr/>
              <p:nvPr/>
            </p:nvSpPr>
            <p:spPr>
              <a:xfrm>
                <a:off x="9540602" y="4513121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0F6FD6D-C4CC-E149-4324-2718B84E16D5}"/>
                </a:ext>
              </a:extLst>
            </p:cNvPr>
            <p:cNvGrpSpPr/>
            <p:nvPr/>
          </p:nvGrpSpPr>
          <p:grpSpPr>
            <a:xfrm>
              <a:off x="5972810" y="4858535"/>
              <a:ext cx="237490" cy="237490"/>
              <a:chOff x="6004045" y="4889770"/>
              <a:chExt cx="175020" cy="175020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27D4E75D-EA7D-1AA1-7859-86C622732228}"/>
                  </a:ext>
                </a:extLst>
              </p:cNvPr>
              <p:cNvSpPr/>
              <p:nvPr/>
            </p:nvSpPr>
            <p:spPr>
              <a:xfrm>
                <a:off x="6004045" y="4889770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889051C-EEFD-DC2C-CA0C-9846139E62AC}"/>
                  </a:ext>
                </a:extLst>
              </p:cNvPr>
              <p:cNvSpPr/>
              <p:nvPr/>
            </p:nvSpPr>
            <p:spPr>
              <a:xfrm>
                <a:off x="6004045" y="4889770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565F4BA-BC0E-A4CE-1203-D434F133B9D6}"/>
                </a:ext>
              </a:extLst>
            </p:cNvPr>
            <p:cNvGrpSpPr/>
            <p:nvPr/>
          </p:nvGrpSpPr>
          <p:grpSpPr>
            <a:xfrm>
              <a:off x="2330233" y="5572554"/>
              <a:ext cx="237490" cy="237490"/>
              <a:chOff x="2361468" y="5603789"/>
              <a:chExt cx="175020" cy="175020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E0B79A4F-C04B-F454-F338-38C43BA90C30}"/>
                  </a:ext>
                </a:extLst>
              </p:cNvPr>
              <p:cNvSpPr/>
              <p:nvPr/>
            </p:nvSpPr>
            <p:spPr>
              <a:xfrm>
                <a:off x="2361468" y="5603789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D6B8D349-4B01-79A0-3E8C-6C408B9B36F5}"/>
                  </a:ext>
                </a:extLst>
              </p:cNvPr>
              <p:cNvSpPr/>
              <p:nvPr/>
            </p:nvSpPr>
            <p:spPr>
              <a:xfrm>
                <a:off x="2361468" y="5603789"/>
                <a:ext cx="175020" cy="175020"/>
              </a:xfrm>
              <a:prstGeom prst="ellipse">
                <a:avLst/>
              </a:prstGeom>
              <a:solidFill>
                <a:schemeClr val="bg1"/>
              </a:solidFill>
              <a:ln w="53975"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933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8294CE-6EEB-B161-D372-6499F5198117}"/>
              </a:ext>
            </a:extLst>
          </p:cNvPr>
          <p:cNvSpPr/>
          <p:nvPr/>
        </p:nvSpPr>
        <p:spPr>
          <a:xfrm>
            <a:off x="1067517" y="4770956"/>
            <a:ext cx="2728657" cy="1169444"/>
          </a:xfrm>
          <a:prstGeom prst="roundRect">
            <a:avLst>
              <a:gd name="adj" fmla="val 11382"/>
            </a:avLst>
          </a:prstGeom>
          <a:gradFill flip="none" rotWithShape="1">
            <a:gsLst>
              <a:gs pos="76429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21428" b="50000"/>
            </a:path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72A2969-431F-DDF4-B1D9-162D0AABC0EB}"/>
              </a:ext>
            </a:extLst>
          </p:cNvPr>
          <p:cNvSpPr/>
          <p:nvPr/>
        </p:nvSpPr>
        <p:spPr>
          <a:xfrm>
            <a:off x="4289877" y="3153878"/>
            <a:ext cx="2728657" cy="1169444"/>
          </a:xfrm>
          <a:prstGeom prst="roundRect">
            <a:avLst>
              <a:gd name="adj" fmla="val 11382"/>
            </a:avLst>
          </a:prstGeom>
          <a:gradFill flip="none" rotWithShape="1">
            <a:gsLst>
              <a:gs pos="76429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21428" b="50000"/>
            </a:path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Light" panose="020B0300000000000000" pitchFamily="34" charset="-122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54AE4AD7-35F8-E05B-B99E-1581C3B83AE9}"/>
              </a:ext>
            </a:extLst>
          </p:cNvPr>
          <p:cNvGrpSpPr/>
          <p:nvPr/>
        </p:nvGrpSpPr>
        <p:grpSpPr>
          <a:xfrm>
            <a:off x="1067517" y="3153878"/>
            <a:ext cx="2728657" cy="1169444"/>
            <a:chOff x="1067517" y="3153878"/>
            <a:chExt cx="2728657" cy="116944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7735596-3072-3963-C38B-6AD1EB0DF3FA}"/>
                </a:ext>
              </a:extLst>
            </p:cNvPr>
            <p:cNvSpPr/>
            <p:nvPr/>
          </p:nvSpPr>
          <p:spPr>
            <a:xfrm>
              <a:off x="1067517" y="3153878"/>
              <a:ext cx="2728657" cy="1169444"/>
            </a:xfrm>
            <a:prstGeom prst="roundRect">
              <a:avLst>
                <a:gd name="adj" fmla="val 11382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EA3F3813-8895-9F44-28B8-022FEC9CBAE5}"/>
                </a:ext>
              </a:extLst>
            </p:cNvPr>
            <p:cNvSpPr/>
            <p:nvPr/>
          </p:nvSpPr>
          <p:spPr>
            <a:xfrm>
              <a:off x="1067517" y="3153878"/>
              <a:ext cx="2728657" cy="1169444"/>
            </a:xfrm>
            <a:prstGeom prst="roundRect">
              <a:avLst>
                <a:gd name="adj" fmla="val 11382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81EA44D-F00F-743C-8F9D-AB7A3226D6EC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C2B1FF-DFE0-D380-ECB1-1F767BF19171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Market Analysis</a:t>
            </a:r>
            <a:endParaRPr lang="en-US" altLang="zh-CN" sz="1200" spc="3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010671-9DC9-6878-3925-BF70EAFEDD80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36C06B-76CA-1DFC-1A48-192E5616A318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2B0AF9D-687E-46F2-36BB-7A11C3B4BAE8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15195F-D4FE-34DE-9F6F-1FB9F584714B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AAB725A-36F4-0E99-3E2E-94F50A208463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BB453A5-FA06-2DC0-72A5-CC64802AB591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69C4E5D-9C0F-CA77-0027-DAEB38F0636C}"/>
                </a:ext>
              </a:extLst>
            </p:cNvPr>
            <p:cNvSpPr/>
            <p:nvPr/>
          </p:nvSpPr>
          <p:spPr>
            <a:xfrm>
              <a:off x="31669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CA54BB0-CBF2-7357-C57F-8B66DBDC6DAD}"/>
                </a:ext>
              </a:extLst>
            </p:cNvPr>
            <p:cNvSpPr/>
            <p:nvPr/>
          </p:nvSpPr>
          <p:spPr>
            <a:xfrm>
              <a:off x="58446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C9C5E9C-9A6A-7CC6-7112-045A5046C28B}"/>
                </a:ext>
              </a:extLst>
            </p:cNvPr>
            <p:cNvSpPr/>
            <p:nvPr/>
          </p:nvSpPr>
          <p:spPr>
            <a:xfrm>
              <a:off x="85222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811AB15D-ADEE-4829-BBDB-C5417F2B7C67}"/>
              </a:ext>
            </a:extLst>
          </p:cNvPr>
          <p:cNvGrpSpPr/>
          <p:nvPr/>
        </p:nvGrpSpPr>
        <p:grpSpPr>
          <a:xfrm>
            <a:off x="4289877" y="4770956"/>
            <a:ext cx="2728657" cy="1169444"/>
            <a:chOff x="4124777" y="4770956"/>
            <a:chExt cx="2728657" cy="116944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6537E33-E11F-3605-9EAF-E34B300D7E03}"/>
                </a:ext>
              </a:extLst>
            </p:cNvPr>
            <p:cNvSpPr/>
            <p:nvPr/>
          </p:nvSpPr>
          <p:spPr>
            <a:xfrm>
              <a:off x="4124777" y="4770956"/>
              <a:ext cx="2728657" cy="1169444"/>
            </a:xfrm>
            <a:prstGeom prst="roundRect">
              <a:avLst>
                <a:gd name="adj" fmla="val 11382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9AC38727-1FBC-CF36-B1F6-AE39261BB9C5}"/>
                </a:ext>
              </a:extLst>
            </p:cNvPr>
            <p:cNvSpPr/>
            <p:nvPr/>
          </p:nvSpPr>
          <p:spPr>
            <a:xfrm>
              <a:off x="4124777" y="4770956"/>
              <a:ext cx="2728657" cy="1169444"/>
            </a:xfrm>
            <a:prstGeom prst="roundRect">
              <a:avLst>
                <a:gd name="adj" fmla="val 11382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B091F3BD-35B1-06AD-879D-7682693C06C4}"/>
              </a:ext>
            </a:extLst>
          </p:cNvPr>
          <p:cNvSpPr txBox="1"/>
          <p:nvPr/>
        </p:nvSpPr>
        <p:spPr>
          <a:xfrm>
            <a:off x="2648115" y="2420472"/>
            <a:ext cx="281376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00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rPr>
              <a:t>在此输入标题</a:t>
            </a:r>
            <a:endParaRPr lang="zh-CN" altLang="en-US" sz="2000" dirty="0">
              <a:solidFill>
                <a:schemeClr val="accent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Bold" panose="020B08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DF07DA-C030-4B0F-52D1-BAA0DDB36721}"/>
              </a:ext>
            </a:extLst>
          </p:cNvPr>
          <p:cNvSpPr txBox="1"/>
          <p:nvPr/>
        </p:nvSpPr>
        <p:spPr>
          <a:xfrm>
            <a:off x="1117672" y="3401801"/>
            <a:ext cx="2646878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pc="12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Regular" panose="020B0500000000000000" pitchFamily="34" charset="-122"/>
              </a:rPr>
              <a:t>此处点击编辑添加修改文本，简洁明了阐述你的观点。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Regular" panose="020B0500000000000000" pitchFamily="34" charset="-122"/>
            </a:endParaRPr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A64AD2B3-00E9-D7AE-5A92-EE61DFBE5043}"/>
              </a:ext>
            </a:extLst>
          </p:cNvPr>
          <p:cNvGrpSpPr/>
          <p:nvPr/>
        </p:nvGrpSpPr>
        <p:grpSpPr>
          <a:xfrm>
            <a:off x="1260464" y="2929349"/>
            <a:ext cx="1336685" cy="429058"/>
            <a:chOff x="1260464" y="2827749"/>
            <a:chExt cx="1336685" cy="429058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6958858-AB7E-737B-DB2F-05935770DBAD}"/>
                </a:ext>
              </a:extLst>
            </p:cNvPr>
            <p:cNvSpPr/>
            <p:nvPr/>
          </p:nvSpPr>
          <p:spPr>
            <a:xfrm>
              <a:off x="1260464" y="2827749"/>
              <a:ext cx="1336685" cy="42905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321F1CAC-0E62-5F55-3FB5-DE9AEBE25E80}"/>
                </a:ext>
              </a:extLst>
            </p:cNvPr>
            <p:cNvSpPr/>
            <p:nvPr/>
          </p:nvSpPr>
          <p:spPr>
            <a:xfrm>
              <a:off x="1260464" y="2827749"/>
              <a:ext cx="1336685" cy="42905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1EC12C58-03FC-C2E6-715A-22B7558E2DD6}"/>
              </a:ext>
            </a:extLst>
          </p:cNvPr>
          <p:cNvSpPr txBox="1"/>
          <p:nvPr/>
        </p:nvSpPr>
        <p:spPr>
          <a:xfrm>
            <a:off x="1323512" y="2943823"/>
            <a:ext cx="1210588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输入标题</a:t>
            </a:r>
            <a:endParaRPr lang="zh-CN" altLang="en-US" sz="2000" dirty="0">
              <a:solidFill>
                <a:schemeClr val="tx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FD407C-440B-FF8F-4081-429531A193C4}"/>
              </a:ext>
            </a:extLst>
          </p:cNvPr>
          <p:cNvSpPr txBox="1"/>
          <p:nvPr/>
        </p:nvSpPr>
        <p:spPr>
          <a:xfrm>
            <a:off x="1117672" y="5018879"/>
            <a:ext cx="2646878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pc="12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Regular" panose="020B0500000000000000" pitchFamily="34" charset="-122"/>
              </a:rPr>
              <a:t>此处点击编辑添加修改文本，简洁明了阐述你的观点。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3F63A26-8593-134D-D2A7-1F179E034C29}"/>
              </a:ext>
            </a:extLst>
          </p:cNvPr>
          <p:cNvSpPr/>
          <p:nvPr/>
        </p:nvSpPr>
        <p:spPr>
          <a:xfrm>
            <a:off x="1260464" y="4546427"/>
            <a:ext cx="1336685" cy="4290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1A5720-D9A1-85D7-7BF0-4FEB6166EDDC}"/>
              </a:ext>
            </a:extLst>
          </p:cNvPr>
          <p:cNvSpPr txBox="1"/>
          <p:nvPr/>
        </p:nvSpPr>
        <p:spPr>
          <a:xfrm>
            <a:off x="1323512" y="4560901"/>
            <a:ext cx="121058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输入标题</a:t>
            </a:r>
            <a:endParaRPr lang="zh-CN" altLang="en-US" sz="2000" dirty="0"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DC073C-BFA8-F5F4-322C-16C375B8A093}"/>
              </a:ext>
            </a:extLst>
          </p:cNvPr>
          <p:cNvSpPr txBox="1"/>
          <p:nvPr/>
        </p:nvSpPr>
        <p:spPr>
          <a:xfrm>
            <a:off x="4340032" y="3401801"/>
            <a:ext cx="2646878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pc="12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Regular" panose="020B0500000000000000" pitchFamily="34" charset="-122"/>
              </a:rPr>
              <a:t>此处点击编辑添加修改文本，简洁明了阐述你的观点。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632403F-F746-F63E-9D1A-6692C2B8E390}"/>
              </a:ext>
            </a:extLst>
          </p:cNvPr>
          <p:cNvSpPr/>
          <p:nvPr/>
        </p:nvSpPr>
        <p:spPr>
          <a:xfrm>
            <a:off x="4482824" y="2929349"/>
            <a:ext cx="1336685" cy="4290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0E6F6F-AE5B-1EE6-F3DB-6D431C3F42D9}"/>
              </a:ext>
            </a:extLst>
          </p:cNvPr>
          <p:cNvSpPr txBox="1"/>
          <p:nvPr/>
        </p:nvSpPr>
        <p:spPr>
          <a:xfrm>
            <a:off x="4545872" y="2943823"/>
            <a:ext cx="121058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输入标题</a:t>
            </a:r>
            <a:endParaRPr lang="zh-CN" altLang="en-US" sz="2000" dirty="0"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66B995F-42B8-F45C-D5A4-6678F471FB79}"/>
              </a:ext>
            </a:extLst>
          </p:cNvPr>
          <p:cNvSpPr txBox="1"/>
          <p:nvPr/>
        </p:nvSpPr>
        <p:spPr>
          <a:xfrm>
            <a:off x="4356420" y="4980779"/>
            <a:ext cx="2593958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pc="12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Regular" panose="020B0500000000000000" pitchFamily="34" charset="-122"/>
              </a:rPr>
              <a:t>此处点击编辑添加修改文本，简洁明了阐述你的观点。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黑体 CN Regular" panose="020B0500000000000000" pitchFamily="34" charset="-122"/>
            </a:endParaRPr>
          </a:p>
        </p:txBody>
      </p: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9D69FCA-3740-2EC2-1303-9117B0FB418F}"/>
              </a:ext>
            </a:extLst>
          </p:cNvPr>
          <p:cNvGrpSpPr/>
          <p:nvPr/>
        </p:nvGrpSpPr>
        <p:grpSpPr>
          <a:xfrm>
            <a:off x="4482824" y="4546427"/>
            <a:ext cx="1336685" cy="429058"/>
            <a:chOff x="4317724" y="4597227"/>
            <a:chExt cx="1336685" cy="42905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926EF53-2ECB-EC9A-D5BB-10C98382E8D4}"/>
                </a:ext>
              </a:extLst>
            </p:cNvPr>
            <p:cNvSpPr/>
            <p:nvPr/>
          </p:nvSpPr>
          <p:spPr>
            <a:xfrm>
              <a:off x="4317724" y="4597227"/>
              <a:ext cx="1336685" cy="42905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FD8D9B7B-20B0-3E79-F6C2-EF0553972F5E}"/>
                </a:ext>
              </a:extLst>
            </p:cNvPr>
            <p:cNvSpPr/>
            <p:nvPr/>
          </p:nvSpPr>
          <p:spPr>
            <a:xfrm>
              <a:off x="4317724" y="4597227"/>
              <a:ext cx="1336685" cy="42905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13635E8-6236-DA3C-1DF6-52F802BB223D}"/>
              </a:ext>
            </a:extLst>
          </p:cNvPr>
          <p:cNvSpPr txBox="1"/>
          <p:nvPr/>
        </p:nvSpPr>
        <p:spPr>
          <a:xfrm>
            <a:off x="4545872" y="4560901"/>
            <a:ext cx="121058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输入标题</a:t>
            </a:r>
            <a:endParaRPr lang="zh-CN" altLang="en-US" sz="2000" dirty="0">
              <a:solidFill>
                <a:schemeClr val="tx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6A9980A7-A337-DF20-C00C-3E0469BFCC7F}"/>
              </a:ext>
            </a:extLst>
          </p:cNvPr>
          <p:cNvGrpSpPr/>
          <p:nvPr/>
        </p:nvGrpSpPr>
        <p:grpSpPr>
          <a:xfrm>
            <a:off x="7785101" y="2351558"/>
            <a:ext cx="2852916" cy="3976064"/>
            <a:chOff x="7785101" y="2351558"/>
            <a:chExt cx="2852916" cy="3976064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BE422EB-6619-F4A5-3A3D-CA408673AA73}"/>
                </a:ext>
              </a:extLst>
            </p:cNvPr>
            <p:cNvSpPr/>
            <p:nvPr/>
          </p:nvSpPr>
          <p:spPr>
            <a:xfrm flipH="1">
              <a:off x="7785101" y="2351558"/>
              <a:ext cx="2852916" cy="3976064"/>
            </a:xfrm>
            <a:custGeom>
              <a:avLst/>
              <a:gdLst>
                <a:gd name="connsiteX0" fmla="*/ 1943318 w 1998486"/>
                <a:gd name="connsiteY0" fmla="*/ 0 h 2785258"/>
                <a:gd name="connsiteX1" fmla="*/ 1998487 w 1998486"/>
                <a:gd name="connsiteY1" fmla="*/ 55169 h 2785258"/>
                <a:gd name="connsiteX2" fmla="*/ 1998487 w 1998486"/>
                <a:gd name="connsiteY2" fmla="*/ 2730089 h 2785258"/>
                <a:gd name="connsiteX3" fmla="*/ 1943318 w 1998486"/>
                <a:gd name="connsiteY3" fmla="*/ 2785258 h 2785258"/>
                <a:gd name="connsiteX4" fmla="*/ 55169 w 1998486"/>
                <a:gd name="connsiteY4" fmla="*/ 2785258 h 2785258"/>
                <a:gd name="connsiteX5" fmla="*/ 0 w 1998486"/>
                <a:gd name="connsiteY5" fmla="*/ 2730089 h 2785258"/>
                <a:gd name="connsiteX6" fmla="*/ 0 w 1998486"/>
                <a:gd name="connsiteY6" fmla="*/ 55169 h 2785258"/>
                <a:gd name="connsiteX7" fmla="*/ 55169 w 1998486"/>
                <a:gd name="connsiteY7" fmla="*/ 0 h 278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8486" h="2785258">
                  <a:moveTo>
                    <a:pt x="1943318" y="0"/>
                  </a:moveTo>
                  <a:cubicBezTo>
                    <a:pt x="1973787" y="0"/>
                    <a:pt x="1998487" y="24700"/>
                    <a:pt x="1998487" y="55169"/>
                  </a:cubicBezTo>
                  <a:lnTo>
                    <a:pt x="1998487" y="2730089"/>
                  </a:lnTo>
                  <a:cubicBezTo>
                    <a:pt x="1998487" y="2760559"/>
                    <a:pt x="1973787" y="2785258"/>
                    <a:pt x="1943318" y="2785258"/>
                  </a:cubicBezTo>
                  <a:lnTo>
                    <a:pt x="55169" y="2785258"/>
                  </a:lnTo>
                  <a:cubicBezTo>
                    <a:pt x="24700" y="2785258"/>
                    <a:pt x="0" y="2760558"/>
                    <a:pt x="0" y="2730089"/>
                  </a:cubicBezTo>
                  <a:lnTo>
                    <a:pt x="0" y="55169"/>
                  </a:lnTo>
                  <a:cubicBezTo>
                    <a:pt x="0" y="24700"/>
                    <a:pt x="24700" y="0"/>
                    <a:pt x="55169" y="0"/>
                  </a:cubicBezTo>
                  <a:close/>
                </a:path>
              </a:pathLst>
            </a:custGeom>
            <a:solidFill>
              <a:schemeClr val="accent1"/>
            </a:solidFill>
            <a:ln w="7417" cap="flat">
              <a:noFill/>
              <a:prstDash val="solid"/>
              <a:miter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>
              <a:extLst>
                <a:ext uri="{FF2B5EF4-FFF2-40B4-BE49-F238E27FC236}">
                  <a16:creationId xmlns:a16="http://schemas.microsoft.com/office/drawing/2014/main" id="{796AD235-E2B4-AEC0-188D-3D684F2E9A26}"/>
                </a:ext>
              </a:extLst>
            </p:cNvPr>
            <p:cNvSpPr/>
            <p:nvPr/>
          </p:nvSpPr>
          <p:spPr>
            <a:xfrm flipH="1">
              <a:off x="7785101" y="2351558"/>
              <a:ext cx="2852916" cy="3976064"/>
            </a:xfrm>
            <a:custGeom>
              <a:avLst/>
              <a:gdLst>
                <a:gd name="connsiteX0" fmla="*/ 1943318 w 1998486"/>
                <a:gd name="connsiteY0" fmla="*/ 0 h 2785258"/>
                <a:gd name="connsiteX1" fmla="*/ 1998487 w 1998486"/>
                <a:gd name="connsiteY1" fmla="*/ 55169 h 2785258"/>
                <a:gd name="connsiteX2" fmla="*/ 1998487 w 1998486"/>
                <a:gd name="connsiteY2" fmla="*/ 2730089 h 2785258"/>
                <a:gd name="connsiteX3" fmla="*/ 1943318 w 1998486"/>
                <a:gd name="connsiteY3" fmla="*/ 2785258 h 2785258"/>
                <a:gd name="connsiteX4" fmla="*/ 55169 w 1998486"/>
                <a:gd name="connsiteY4" fmla="*/ 2785258 h 2785258"/>
                <a:gd name="connsiteX5" fmla="*/ 0 w 1998486"/>
                <a:gd name="connsiteY5" fmla="*/ 2730089 h 2785258"/>
                <a:gd name="connsiteX6" fmla="*/ 0 w 1998486"/>
                <a:gd name="connsiteY6" fmla="*/ 55169 h 2785258"/>
                <a:gd name="connsiteX7" fmla="*/ 55169 w 1998486"/>
                <a:gd name="connsiteY7" fmla="*/ 0 h 278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8486" h="2785258">
                  <a:moveTo>
                    <a:pt x="1943318" y="0"/>
                  </a:moveTo>
                  <a:cubicBezTo>
                    <a:pt x="1973787" y="0"/>
                    <a:pt x="1998487" y="24700"/>
                    <a:pt x="1998487" y="55169"/>
                  </a:cubicBezTo>
                  <a:lnTo>
                    <a:pt x="1998487" y="2730089"/>
                  </a:lnTo>
                  <a:cubicBezTo>
                    <a:pt x="1998487" y="2760559"/>
                    <a:pt x="1973787" y="2785258"/>
                    <a:pt x="1943318" y="2785258"/>
                  </a:cubicBezTo>
                  <a:lnTo>
                    <a:pt x="55169" y="2785258"/>
                  </a:lnTo>
                  <a:cubicBezTo>
                    <a:pt x="24700" y="2785258"/>
                    <a:pt x="0" y="2760558"/>
                    <a:pt x="0" y="2730089"/>
                  </a:cubicBezTo>
                  <a:lnTo>
                    <a:pt x="0" y="55169"/>
                  </a:lnTo>
                  <a:cubicBezTo>
                    <a:pt x="0" y="24700"/>
                    <a:pt x="24700" y="0"/>
                    <a:pt x="55169" y="0"/>
                  </a:cubicBezTo>
                  <a:close/>
                </a:path>
              </a:pathLst>
            </a:custGeom>
            <a:solidFill>
              <a:schemeClr val="accent2"/>
            </a:solidFill>
            <a:ln w="7417" cap="flat">
              <a:noFill/>
              <a:prstDash val="solid"/>
              <a:miter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AF7CEF2-514E-5211-4531-5EB53C8C1499}"/>
              </a:ext>
            </a:extLst>
          </p:cNvPr>
          <p:cNvSpPr/>
          <p:nvPr/>
        </p:nvSpPr>
        <p:spPr>
          <a:xfrm flipH="1">
            <a:off x="7888660" y="2748094"/>
            <a:ext cx="2645692" cy="3430814"/>
          </a:xfrm>
          <a:custGeom>
            <a:avLst/>
            <a:gdLst>
              <a:gd name="connsiteX0" fmla="*/ 0 w 1853324"/>
              <a:gd name="connsiteY0" fmla="*/ 0 h 2403307"/>
              <a:gd name="connsiteX1" fmla="*/ 1853325 w 1853324"/>
              <a:gd name="connsiteY1" fmla="*/ 0 h 2403307"/>
              <a:gd name="connsiteX2" fmla="*/ 1853325 w 1853324"/>
              <a:gd name="connsiteY2" fmla="*/ 2403308 h 2403307"/>
              <a:gd name="connsiteX3" fmla="*/ 0 w 1853324"/>
              <a:gd name="connsiteY3" fmla="*/ 2403308 h 2403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324" h="2403307">
                <a:moveTo>
                  <a:pt x="0" y="0"/>
                </a:moveTo>
                <a:lnTo>
                  <a:pt x="1853325" y="0"/>
                </a:lnTo>
                <a:lnTo>
                  <a:pt x="1853325" y="2403308"/>
                </a:lnTo>
                <a:lnTo>
                  <a:pt x="0" y="2403308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74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1" name="图形 206">
            <a:extLst>
              <a:ext uri="{FF2B5EF4-FFF2-40B4-BE49-F238E27FC236}">
                <a16:creationId xmlns:a16="http://schemas.microsoft.com/office/drawing/2014/main" id="{1455FB9E-59BF-944C-3A31-E8312414B8D1}"/>
              </a:ext>
            </a:extLst>
          </p:cNvPr>
          <p:cNvGrpSpPr/>
          <p:nvPr/>
        </p:nvGrpSpPr>
        <p:grpSpPr>
          <a:xfrm flipH="1">
            <a:off x="7883891" y="2497622"/>
            <a:ext cx="2645692" cy="3576560"/>
            <a:chOff x="-5505389" y="3663599"/>
            <a:chExt cx="1853324" cy="2505403"/>
          </a:xfrm>
        </p:grpSpPr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75EC27A6-3854-5B23-AA53-97076F8CEC4C}"/>
                </a:ext>
              </a:extLst>
            </p:cNvPr>
            <p:cNvSpPr/>
            <p:nvPr/>
          </p:nvSpPr>
          <p:spPr>
            <a:xfrm>
              <a:off x="-5505389" y="3663599"/>
              <a:ext cx="1853324" cy="2505403"/>
            </a:xfrm>
            <a:custGeom>
              <a:avLst/>
              <a:gdLst>
                <a:gd name="connsiteX0" fmla="*/ 0 w 1853324"/>
                <a:gd name="connsiteY0" fmla="*/ 0 h 2505403"/>
                <a:gd name="connsiteX1" fmla="*/ 1853325 w 1853324"/>
                <a:gd name="connsiteY1" fmla="*/ 0 h 2505403"/>
                <a:gd name="connsiteX2" fmla="*/ 1853325 w 1853324"/>
                <a:gd name="connsiteY2" fmla="*/ 2505404 h 2505403"/>
                <a:gd name="connsiteX3" fmla="*/ 0 w 1853324"/>
                <a:gd name="connsiteY3" fmla="*/ 2505404 h 250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324" h="2505403">
                  <a:moveTo>
                    <a:pt x="0" y="0"/>
                  </a:moveTo>
                  <a:lnTo>
                    <a:pt x="1853325" y="0"/>
                  </a:lnTo>
                  <a:lnTo>
                    <a:pt x="1853325" y="2505404"/>
                  </a:lnTo>
                  <a:lnTo>
                    <a:pt x="0" y="2505404"/>
                  </a:lnTo>
                  <a:close/>
                </a:path>
              </a:pathLst>
            </a:custGeom>
            <a:solidFill>
              <a:srgbClr val="FFFFFF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2F58360A-464E-F15E-3499-718C4BE23095}"/>
                </a:ext>
              </a:extLst>
            </p:cNvPr>
            <p:cNvSpPr/>
            <p:nvPr/>
          </p:nvSpPr>
          <p:spPr>
            <a:xfrm>
              <a:off x="-5292212" y="3901724"/>
              <a:ext cx="1426970" cy="77073"/>
            </a:xfrm>
            <a:custGeom>
              <a:avLst/>
              <a:gdLst>
                <a:gd name="connsiteX0" fmla="*/ 0 w 1426970"/>
                <a:gd name="connsiteY0" fmla="*/ 0 h 77073"/>
                <a:gd name="connsiteX1" fmla="*/ 1426971 w 1426970"/>
                <a:gd name="connsiteY1" fmla="*/ 0 h 77073"/>
                <a:gd name="connsiteX2" fmla="*/ 1426971 w 1426970"/>
                <a:gd name="connsiteY2" fmla="*/ 77073 h 77073"/>
                <a:gd name="connsiteX3" fmla="*/ 0 w 1426970"/>
                <a:gd name="connsiteY3" fmla="*/ 77073 h 7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6970" h="77073">
                  <a:moveTo>
                    <a:pt x="0" y="0"/>
                  </a:moveTo>
                  <a:lnTo>
                    <a:pt x="1426971" y="0"/>
                  </a:lnTo>
                  <a:lnTo>
                    <a:pt x="1426971" y="77073"/>
                  </a:lnTo>
                  <a:lnTo>
                    <a:pt x="0" y="77073"/>
                  </a:lnTo>
                  <a:close/>
                </a:path>
              </a:pathLst>
            </a:custGeom>
            <a:solidFill>
              <a:srgbClr val="E0E0E0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98EC52CC-F5C2-DBE8-C94F-9270C77A8B71}"/>
                </a:ext>
              </a:extLst>
            </p:cNvPr>
            <p:cNvSpPr/>
            <p:nvPr/>
          </p:nvSpPr>
          <p:spPr>
            <a:xfrm>
              <a:off x="-5295627" y="5943500"/>
              <a:ext cx="1426970" cy="77073"/>
            </a:xfrm>
            <a:custGeom>
              <a:avLst/>
              <a:gdLst>
                <a:gd name="connsiteX0" fmla="*/ 0 w 1426970"/>
                <a:gd name="connsiteY0" fmla="*/ 0 h 77073"/>
                <a:gd name="connsiteX1" fmla="*/ 1426971 w 1426970"/>
                <a:gd name="connsiteY1" fmla="*/ 0 h 77073"/>
                <a:gd name="connsiteX2" fmla="*/ 1426971 w 1426970"/>
                <a:gd name="connsiteY2" fmla="*/ 77073 h 77073"/>
                <a:gd name="connsiteX3" fmla="*/ 0 w 1426970"/>
                <a:gd name="connsiteY3" fmla="*/ 77073 h 7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6970" h="77073">
                  <a:moveTo>
                    <a:pt x="0" y="0"/>
                  </a:moveTo>
                  <a:lnTo>
                    <a:pt x="1426971" y="0"/>
                  </a:lnTo>
                  <a:lnTo>
                    <a:pt x="1426971" y="77073"/>
                  </a:lnTo>
                  <a:lnTo>
                    <a:pt x="0" y="77073"/>
                  </a:lnTo>
                  <a:close/>
                </a:path>
              </a:pathLst>
            </a:custGeom>
            <a:solidFill>
              <a:srgbClr val="E0E0E0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1" name="图形 206">
              <a:extLst>
                <a:ext uri="{FF2B5EF4-FFF2-40B4-BE49-F238E27FC236}">
                  <a16:creationId xmlns:a16="http://schemas.microsoft.com/office/drawing/2014/main" id="{A4BB4997-9BFE-9705-10CC-5D9C8842A61F}"/>
                </a:ext>
              </a:extLst>
            </p:cNvPr>
            <p:cNvGrpSpPr/>
            <p:nvPr/>
          </p:nvGrpSpPr>
          <p:grpSpPr>
            <a:xfrm>
              <a:off x="-5236894" y="4872195"/>
              <a:ext cx="1034921" cy="116129"/>
              <a:chOff x="-5236894" y="4872195"/>
              <a:chExt cx="1034921" cy="116129"/>
            </a:xfrm>
            <a:solidFill>
              <a:srgbClr val="263238"/>
            </a:solidFill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2B7736E5-3019-298B-9800-F9E581A877B0}"/>
                  </a:ext>
                </a:extLst>
              </p:cNvPr>
              <p:cNvSpPr/>
              <p:nvPr/>
            </p:nvSpPr>
            <p:spPr>
              <a:xfrm>
                <a:off x="-5236894" y="4872195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9BFF3824-876A-BA92-AFD4-19DE60B9BDB2}"/>
                  </a:ext>
                </a:extLst>
              </p:cNvPr>
              <p:cNvSpPr/>
              <p:nvPr/>
            </p:nvSpPr>
            <p:spPr>
              <a:xfrm>
                <a:off x="-5236894" y="4980900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" name="图形 206">
              <a:extLst>
                <a:ext uri="{FF2B5EF4-FFF2-40B4-BE49-F238E27FC236}">
                  <a16:creationId xmlns:a16="http://schemas.microsoft.com/office/drawing/2014/main" id="{BF1DB404-99A5-BE32-9484-3C1A161B83F4}"/>
                </a:ext>
              </a:extLst>
            </p:cNvPr>
            <p:cNvGrpSpPr/>
            <p:nvPr/>
          </p:nvGrpSpPr>
          <p:grpSpPr>
            <a:xfrm>
              <a:off x="-4119299" y="4828018"/>
              <a:ext cx="245296" cy="202927"/>
              <a:chOff x="-4119299" y="4828018"/>
              <a:chExt cx="245296" cy="202927"/>
            </a:xfrm>
          </p:grpSpPr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5F48D9C0-E409-8501-DF9F-73B49FB9B1D4}"/>
                  </a:ext>
                </a:extLst>
              </p:cNvPr>
              <p:cNvSpPr/>
              <p:nvPr/>
            </p:nvSpPr>
            <p:spPr>
              <a:xfrm>
                <a:off x="-4069730" y="4835218"/>
                <a:ext cx="195727" cy="195727"/>
              </a:xfrm>
              <a:custGeom>
                <a:avLst/>
                <a:gdLst>
                  <a:gd name="connsiteX0" fmla="*/ 195728 w 195727"/>
                  <a:gd name="connsiteY0" fmla="*/ 195728 h 195727"/>
                  <a:gd name="connsiteX1" fmla="*/ 0 w 195727"/>
                  <a:gd name="connsiteY1" fmla="*/ 195728 h 195727"/>
                  <a:gd name="connsiteX2" fmla="*/ 0 w 195727"/>
                  <a:gd name="connsiteY2" fmla="*/ 0 h 195727"/>
                  <a:gd name="connsiteX3" fmla="*/ 195728 w 195727"/>
                  <a:gd name="connsiteY3" fmla="*/ 0 h 195727"/>
                  <a:gd name="connsiteX4" fmla="*/ 195728 w 195727"/>
                  <a:gd name="connsiteY4" fmla="*/ 195728 h 195727"/>
                  <a:gd name="connsiteX5" fmla="*/ 7425 w 195727"/>
                  <a:gd name="connsiteY5" fmla="*/ 188302 h 195727"/>
                  <a:gd name="connsiteX6" fmla="*/ 188302 w 195727"/>
                  <a:gd name="connsiteY6" fmla="*/ 188302 h 195727"/>
                  <a:gd name="connsiteX7" fmla="*/ 188302 w 195727"/>
                  <a:gd name="connsiteY7" fmla="*/ 7425 h 195727"/>
                  <a:gd name="connsiteX8" fmla="*/ 7425 w 195727"/>
                  <a:gd name="connsiteY8" fmla="*/ 7425 h 195727"/>
                  <a:gd name="connsiteX9" fmla="*/ 7425 w 195727"/>
                  <a:gd name="connsiteY9" fmla="*/ 188302 h 19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5727" h="195727">
                    <a:moveTo>
                      <a:pt x="195728" y="195728"/>
                    </a:moveTo>
                    <a:lnTo>
                      <a:pt x="0" y="195728"/>
                    </a:lnTo>
                    <a:lnTo>
                      <a:pt x="0" y="0"/>
                    </a:lnTo>
                    <a:lnTo>
                      <a:pt x="195728" y="0"/>
                    </a:lnTo>
                    <a:lnTo>
                      <a:pt x="195728" y="195728"/>
                    </a:lnTo>
                    <a:close/>
                    <a:moveTo>
                      <a:pt x="7425" y="188302"/>
                    </a:moveTo>
                    <a:lnTo>
                      <a:pt x="188302" y="188302"/>
                    </a:lnTo>
                    <a:lnTo>
                      <a:pt x="188302" y="7425"/>
                    </a:lnTo>
                    <a:lnTo>
                      <a:pt x="7425" y="7425"/>
                    </a:lnTo>
                    <a:lnTo>
                      <a:pt x="7425" y="188302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303109DE-ECDE-DAB2-3CC8-13E506BD7BA4}"/>
                  </a:ext>
                </a:extLst>
              </p:cNvPr>
              <p:cNvSpPr/>
              <p:nvPr/>
            </p:nvSpPr>
            <p:spPr>
              <a:xfrm flipH="1">
                <a:off x="-4119299" y="4828018"/>
                <a:ext cx="225279" cy="174566"/>
              </a:xfrm>
              <a:custGeom>
                <a:avLst/>
                <a:gdLst>
                  <a:gd name="connsiteX0" fmla="*/ 103136 w 225279"/>
                  <a:gd name="connsiteY0" fmla="*/ 174566 h 174566"/>
                  <a:gd name="connsiteX1" fmla="*/ 0 w 225279"/>
                  <a:gd name="connsiteY1" fmla="*/ 97790 h 174566"/>
                  <a:gd name="connsiteX2" fmla="*/ 26805 w 225279"/>
                  <a:gd name="connsiteY2" fmla="*/ 61852 h 174566"/>
                  <a:gd name="connsiteX3" fmla="*/ 95933 w 225279"/>
                  <a:gd name="connsiteY3" fmla="*/ 113308 h 174566"/>
                  <a:gd name="connsiteX4" fmla="*/ 190901 w 225279"/>
                  <a:gd name="connsiteY4" fmla="*/ 0 h 174566"/>
                  <a:gd name="connsiteX5" fmla="*/ 225280 w 225279"/>
                  <a:gd name="connsiteY5" fmla="*/ 28810 h 174566"/>
                  <a:gd name="connsiteX6" fmla="*/ 103136 w 225279"/>
                  <a:gd name="connsiteY6" fmla="*/ 174566 h 174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279" h="174566">
                    <a:moveTo>
                      <a:pt x="103136" y="174566"/>
                    </a:moveTo>
                    <a:lnTo>
                      <a:pt x="0" y="97790"/>
                    </a:lnTo>
                    <a:lnTo>
                      <a:pt x="26805" y="61852"/>
                    </a:lnTo>
                    <a:lnTo>
                      <a:pt x="95933" y="113308"/>
                    </a:lnTo>
                    <a:lnTo>
                      <a:pt x="190901" y="0"/>
                    </a:lnTo>
                    <a:lnTo>
                      <a:pt x="225280" y="28810"/>
                    </a:lnTo>
                    <a:lnTo>
                      <a:pt x="103136" y="174566"/>
                    </a:lnTo>
                    <a:close/>
                  </a:path>
                </a:pathLst>
              </a:custGeom>
              <a:solidFill>
                <a:schemeClr val="accent3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3" name="图形 206">
              <a:extLst>
                <a:ext uri="{FF2B5EF4-FFF2-40B4-BE49-F238E27FC236}">
                  <a16:creationId xmlns:a16="http://schemas.microsoft.com/office/drawing/2014/main" id="{EF5C61B9-F87B-3D5C-7AD1-463FE84D29DD}"/>
                </a:ext>
              </a:extLst>
            </p:cNvPr>
            <p:cNvGrpSpPr/>
            <p:nvPr/>
          </p:nvGrpSpPr>
          <p:grpSpPr>
            <a:xfrm>
              <a:off x="-5236894" y="4528186"/>
              <a:ext cx="1034921" cy="116129"/>
              <a:chOff x="-5236894" y="4528186"/>
              <a:chExt cx="1034921" cy="116129"/>
            </a:xfrm>
            <a:solidFill>
              <a:srgbClr val="263238"/>
            </a:solidFill>
          </p:grpSpPr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3C36A675-88E3-30F4-93F6-E00EA4F7AE95}"/>
                  </a:ext>
                </a:extLst>
              </p:cNvPr>
              <p:cNvSpPr/>
              <p:nvPr/>
            </p:nvSpPr>
            <p:spPr>
              <a:xfrm>
                <a:off x="-5236894" y="4528186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599F05F-C5AF-0627-22A8-B02E03DA2675}"/>
                  </a:ext>
                </a:extLst>
              </p:cNvPr>
              <p:cNvSpPr/>
              <p:nvPr/>
            </p:nvSpPr>
            <p:spPr>
              <a:xfrm>
                <a:off x="-5236894" y="4636891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4" name="图形 206">
              <a:extLst>
                <a:ext uri="{FF2B5EF4-FFF2-40B4-BE49-F238E27FC236}">
                  <a16:creationId xmlns:a16="http://schemas.microsoft.com/office/drawing/2014/main" id="{A46D7877-6AC3-E21E-F8DD-A553A6688632}"/>
                </a:ext>
              </a:extLst>
            </p:cNvPr>
            <p:cNvGrpSpPr/>
            <p:nvPr/>
          </p:nvGrpSpPr>
          <p:grpSpPr>
            <a:xfrm>
              <a:off x="-4119299" y="4484010"/>
              <a:ext cx="245296" cy="202926"/>
              <a:chOff x="-4119299" y="4484010"/>
              <a:chExt cx="245296" cy="202926"/>
            </a:xfrm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AE4AF09D-D374-5537-388D-2C127981C5C0}"/>
                  </a:ext>
                </a:extLst>
              </p:cNvPr>
              <p:cNvSpPr/>
              <p:nvPr/>
            </p:nvSpPr>
            <p:spPr>
              <a:xfrm>
                <a:off x="-4069730" y="4491209"/>
                <a:ext cx="195727" cy="195727"/>
              </a:xfrm>
              <a:custGeom>
                <a:avLst/>
                <a:gdLst>
                  <a:gd name="connsiteX0" fmla="*/ 195728 w 195727"/>
                  <a:gd name="connsiteY0" fmla="*/ 195728 h 195727"/>
                  <a:gd name="connsiteX1" fmla="*/ 0 w 195727"/>
                  <a:gd name="connsiteY1" fmla="*/ 195728 h 195727"/>
                  <a:gd name="connsiteX2" fmla="*/ 0 w 195727"/>
                  <a:gd name="connsiteY2" fmla="*/ 0 h 195727"/>
                  <a:gd name="connsiteX3" fmla="*/ 195728 w 195727"/>
                  <a:gd name="connsiteY3" fmla="*/ 0 h 195727"/>
                  <a:gd name="connsiteX4" fmla="*/ 195728 w 195727"/>
                  <a:gd name="connsiteY4" fmla="*/ 195728 h 195727"/>
                  <a:gd name="connsiteX5" fmla="*/ 7425 w 195727"/>
                  <a:gd name="connsiteY5" fmla="*/ 188303 h 195727"/>
                  <a:gd name="connsiteX6" fmla="*/ 188302 w 195727"/>
                  <a:gd name="connsiteY6" fmla="*/ 188303 h 195727"/>
                  <a:gd name="connsiteX7" fmla="*/ 188302 w 195727"/>
                  <a:gd name="connsiteY7" fmla="*/ 7425 h 195727"/>
                  <a:gd name="connsiteX8" fmla="*/ 7425 w 195727"/>
                  <a:gd name="connsiteY8" fmla="*/ 7425 h 195727"/>
                  <a:gd name="connsiteX9" fmla="*/ 7425 w 195727"/>
                  <a:gd name="connsiteY9" fmla="*/ 188303 h 19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5727" h="195727">
                    <a:moveTo>
                      <a:pt x="195728" y="195728"/>
                    </a:moveTo>
                    <a:lnTo>
                      <a:pt x="0" y="195728"/>
                    </a:lnTo>
                    <a:lnTo>
                      <a:pt x="0" y="0"/>
                    </a:lnTo>
                    <a:lnTo>
                      <a:pt x="195728" y="0"/>
                    </a:lnTo>
                    <a:lnTo>
                      <a:pt x="195728" y="195728"/>
                    </a:lnTo>
                    <a:close/>
                    <a:moveTo>
                      <a:pt x="7425" y="188303"/>
                    </a:moveTo>
                    <a:lnTo>
                      <a:pt x="188302" y="188303"/>
                    </a:lnTo>
                    <a:lnTo>
                      <a:pt x="188302" y="7425"/>
                    </a:lnTo>
                    <a:lnTo>
                      <a:pt x="7425" y="7425"/>
                    </a:lnTo>
                    <a:lnTo>
                      <a:pt x="7425" y="188303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45F6F8F8-5126-3A4B-144F-E9A4898BF70C}"/>
                  </a:ext>
                </a:extLst>
              </p:cNvPr>
              <p:cNvSpPr/>
              <p:nvPr/>
            </p:nvSpPr>
            <p:spPr>
              <a:xfrm flipH="1">
                <a:off x="-4119299" y="4484010"/>
                <a:ext cx="225279" cy="174565"/>
              </a:xfrm>
              <a:custGeom>
                <a:avLst/>
                <a:gdLst>
                  <a:gd name="connsiteX0" fmla="*/ 103136 w 225279"/>
                  <a:gd name="connsiteY0" fmla="*/ 174566 h 174565"/>
                  <a:gd name="connsiteX1" fmla="*/ 0 w 225279"/>
                  <a:gd name="connsiteY1" fmla="*/ 97790 h 174565"/>
                  <a:gd name="connsiteX2" fmla="*/ 26805 w 225279"/>
                  <a:gd name="connsiteY2" fmla="*/ 61852 h 174565"/>
                  <a:gd name="connsiteX3" fmla="*/ 95933 w 225279"/>
                  <a:gd name="connsiteY3" fmla="*/ 113308 h 174565"/>
                  <a:gd name="connsiteX4" fmla="*/ 190901 w 225279"/>
                  <a:gd name="connsiteY4" fmla="*/ 0 h 174565"/>
                  <a:gd name="connsiteX5" fmla="*/ 225280 w 225279"/>
                  <a:gd name="connsiteY5" fmla="*/ 28810 h 174565"/>
                  <a:gd name="connsiteX6" fmla="*/ 103136 w 225279"/>
                  <a:gd name="connsiteY6" fmla="*/ 174566 h 17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279" h="174565">
                    <a:moveTo>
                      <a:pt x="103136" y="174566"/>
                    </a:moveTo>
                    <a:lnTo>
                      <a:pt x="0" y="97790"/>
                    </a:lnTo>
                    <a:lnTo>
                      <a:pt x="26805" y="61852"/>
                    </a:lnTo>
                    <a:lnTo>
                      <a:pt x="95933" y="113308"/>
                    </a:lnTo>
                    <a:lnTo>
                      <a:pt x="190901" y="0"/>
                    </a:lnTo>
                    <a:lnTo>
                      <a:pt x="225280" y="28810"/>
                    </a:lnTo>
                    <a:lnTo>
                      <a:pt x="103136" y="174566"/>
                    </a:lnTo>
                    <a:close/>
                  </a:path>
                </a:pathLst>
              </a:custGeom>
              <a:solidFill>
                <a:schemeClr val="accent3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5" name="图形 206">
              <a:extLst>
                <a:ext uri="{FF2B5EF4-FFF2-40B4-BE49-F238E27FC236}">
                  <a16:creationId xmlns:a16="http://schemas.microsoft.com/office/drawing/2014/main" id="{21677037-4090-465D-05E2-773E2408D65E}"/>
                </a:ext>
              </a:extLst>
            </p:cNvPr>
            <p:cNvGrpSpPr/>
            <p:nvPr/>
          </p:nvGrpSpPr>
          <p:grpSpPr>
            <a:xfrm>
              <a:off x="-5236894" y="4184178"/>
              <a:ext cx="1034921" cy="116129"/>
              <a:chOff x="-5236894" y="4184178"/>
              <a:chExt cx="1034921" cy="116129"/>
            </a:xfrm>
            <a:solidFill>
              <a:srgbClr val="263238"/>
            </a:solidFill>
          </p:grpSpPr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AECFBA24-034F-08D1-6495-C43D4EA1A88E}"/>
                  </a:ext>
                </a:extLst>
              </p:cNvPr>
              <p:cNvSpPr/>
              <p:nvPr/>
            </p:nvSpPr>
            <p:spPr>
              <a:xfrm>
                <a:off x="-5236894" y="4184178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516743B2-A3AF-FCC4-0FA0-08724B5D5D2D}"/>
                  </a:ext>
                </a:extLst>
              </p:cNvPr>
              <p:cNvSpPr/>
              <p:nvPr/>
            </p:nvSpPr>
            <p:spPr>
              <a:xfrm>
                <a:off x="-5236894" y="4292883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图形 206">
              <a:extLst>
                <a:ext uri="{FF2B5EF4-FFF2-40B4-BE49-F238E27FC236}">
                  <a16:creationId xmlns:a16="http://schemas.microsoft.com/office/drawing/2014/main" id="{9E8982C4-2720-BB20-7879-575680D4A358}"/>
                </a:ext>
              </a:extLst>
            </p:cNvPr>
            <p:cNvGrpSpPr/>
            <p:nvPr/>
          </p:nvGrpSpPr>
          <p:grpSpPr>
            <a:xfrm>
              <a:off x="-4119299" y="4140001"/>
              <a:ext cx="245296" cy="202927"/>
              <a:chOff x="-4119299" y="4140001"/>
              <a:chExt cx="245296" cy="202927"/>
            </a:xfrm>
          </p:grpSpPr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BE610C4E-EB66-81F1-A9B2-C3376562FA10}"/>
                  </a:ext>
                </a:extLst>
              </p:cNvPr>
              <p:cNvSpPr/>
              <p:nvPr/>
            </p:nvSpPr>
            <p:spPr>
              <a:xfrm>
                <a:off x="-4069730" y="4147201"/>
                <a:ext cx="195727" cy="195727"/>
              </a:xfrm>
              <a:custGeom>
                <a:avLst/>
                <a:gdLst>
                  <a:gd name="connsiteX0" fmla="*/ 195728 w 195727"/>
                  <a:gd name="connsiteY0" fmla="*/ 195728 h 195727"/>
                  <a:gd name="connsiteX1" fmla="*/ 0 w 195727"/>
                  <a:gd name="connsiteY1" fmla="*/ 195728 h 195727"/>
                  <a:gd name="connsiteX2" fmla="*/ 0 w 195727"/>
                  <a:gd name="connsiteY2" fmla="*/ 0 h 195727"/>
                  <a:gd name="connsiteX3" fmla="*/ 195728 w 195727"/>
                  <a:gd name="connsiteY3" fmla="*/ 0 h 195727"/>
                  <a:gd name="connsiteX4" fmla="*/ 195728 w 195727"/>
                  <a:gd name="connsiteY4" fmla="*/ 195728 h 195727"/>
                  <a:gd name="connsiteX5" fmla="*/ 7425 w 195727"/>
                  <a:gd name="connsiteY5" fmla="*/ 188303 h 195727"/>
                  <a:gd name="connsiteX6" fmla="*/ 188302 w 195727"/>
                  <a:gd name="connsiteY6" fmla="*/ 188303 h 195727"/>
                  <a:gd name="connsiteX7" fmla="*/ 188302 w 195727"/>
                  <a:gd name="connsiteY7" fmla="*/ 7425 h 195727"/>
                  <a:gd name="connsiteX8" fmla="*/ 7425 w 195727"/>
                  <a:gd name="connsiteY8" fmla="*/ 7425 h 195727"/>
                  <a:gd name="connsiteX9" fmla="*/ 7425 w 195727"/>
                  <a:gd name="connsiteY9" fmla="*/ 188303 h 19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5727" h="195727">
                    <a:moveTo>
                      <a:pt x="195728" y="195728"/>
                    </a:moveTo>
                    <a:lnTo>
                      <a:pt x="0" y="195728"/>
                    </a:lnTo>
                    <a:lnTo>
                      <a:pt x="0" y="0"/>
                    </a:lnTo>
                    <a:lnTo>
                      <a:pt x="195728" y="0"/>
                    </a:lnTo>
                    <a:lnTo>
                      <a:pt x="195728" y="195728"/>
                    </a:lnTo>
                    <a:close/>
                    <a:moveTo>
                      <a:pt x="7425" y="188303"/>
                    </a:moveTo>
                    <a:lnTo>
                      <a:pt x="188302" y="188303"/>
                    </a:lnTo>
                    <a:lnTo>
                      <a:pt x="188302" y="7425"/>
                    </a:lnTo>
                    <a:lnTo>
                      <a:pt x="7425" y="7425"/>
                    </a:lnTo>
                    <a:lnTo>
                      <a:pt x="7425" y="188303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4BD2F343-C082-4F9E-B5F1-3D99C774E882}"/>
                  </a:ext>
                </a:extLst>
              </p:cNvPr>
              <p:cNvSpPr/>
              <p:nvPr/>
            </p:nvSpPr>
            <p:spPr>
              <a:xfrm flipH="1">
                <a:off x="-4119299" y="4140001"/>
                <a:ext cx="225279" cy="174565"/>
              </a:xfrm>
              <a:custGeom>
                <a:avLst/>
                <a:gdLst>
                  <a:gd name="connsiteX0" fmla="*/ 103136 w 225279"/>
                  <a:gd name="connsiteY0" fmla="*/ 174566 h 174565"/>
                  <a:gd name="connsiteX1" fmla="*/ 0 w 225279"/>
                  <a:gd name="connsiteY1" fmla="*/ 97790 h 174565"/>
                  <a:gd name="connsiteX2" fmla="*/ 26805 w 225279"/>
                  <a:gd name="connsiteY2" fmla="*/ 61852 h 174565"/>
                  <a:gd name="connsiteX3" fmla="*/ 95933 w 225279"/>
                  <a:gd name="connsiteY3" fmla="*/ 113308 h 174565"/>
                  <a:gd name="connsiteX4" fmla="*/ 190901 w 225279"/>
                  <a:gd name="connsiteY4" fmla="*/ 0 h 174565"/>
                  <a:gd name="connsiteX5" fmla="*/ 225280 w 225279"/>
                  <a:gd name="connsiteY5" fmla="*/ 28810 h 174565"/>
                  <a:gd name="connsiteX6" fmla="*/ 103136 w 225279"/>
                  <a:gd name="connsiteY6" fmla="*/ 174566 h 17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279" h="174565">
                    <a:moveTo>
                      <a:pt x="103136" y="174566"/>
                    </a:moveTo>
                    <a:lnTo>
                      <a:pt x="0" y="97790"/>
                    </a:lnTo>
                    <a:lnTo>
                      <a:pt x="26805" y="61852"/>
                    </a:lnTo>
                    <a:lnTo>
                      <a:pt x="95933" y="113308"/>
                    </a:lnTo>
                    <a:lnTo>
                      <a:pt x="190901" y="0"/>
                    </a:lnTo>
                    <a:lnTo>
                      <a:pt x="225280" y="28810"/>
                    </a:lnTo>
                    <a:lnTo>
                      <a:pt x="103136" y="174566"/>
                    </a:lnTo>
                    <a:close/>
                  </a:path>
                </a:pathLst>
              </a:custGeom>
              <a:solidFill>
                <a:schemeClr val="accent3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图形 206">
              <a:extLst>
                <a:ext uri="{FF2B5EF4-FFF2-40B4-BE49-F238E27FC236}">
                  <a16:creationId xmlns:a16="http://schemas.microsoft.com/office/drawing/2014/main" id="{E88B92C0-3CAD-7395-1F73-36C0E3382CCF}"/>
                </a:ext>
              </a:extLst>
            </p:cNvPr>
            <p:cNvGrpSpPr/>
            <p:nvPr/>
          </p:nvGrpSpPr>
          <p:grpSpPr>
            <a:xfrm>
              <a:off x="-5236894" y="5210338"/>
              <a:ext cx="1034921" cy="116129"/>
              <a:chOff x="-5236894" y="5210338"/>
              <a:chExt cx="1034921" cy="116129"/>
            </a:xfrm>
            <a:solidFill>
              <a:srgbClr val="263238"/>
            </a:solidFill>
          </p:grpSpPr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40DCC5C5-3B8D-6C64-5912-02D7E7410034}"/>
                  </a:ext>
                </a:extLst>
              </p:cNvPr>
              <p:cNvSpPr/>
              <p:nvPr/>
            </p:nvSpPr>
            <p:spPr>
              <a:xfrm>
                <a:off x="-5236894" y="5210338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234D1852-D0E5-D502-6FC0-87467BBDD090}"/>
                  </a:ext>
                </a:extLst>
              </p:cNvPr>
              <p:cNvSpPr/>
              <p:nvPr/>
            </p:nvSpPr>
            <p:spPr>
              <a:xfrm>
                <a:off x="-5236894" y="5319042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628CCE5D-2BC3-A727-AA0C-C0A7793A4505}"/>
                </a:ext>
              </a:extLst>
            </p:cNvPr>
            <p:cNvSpPr/>
            <p:nvPr/>
          </p:nvSpPr>
          <p:spPr>
            <a:xfrm>
              <a:off x="-4069730" y="5173360"/>
              <a:ext cx="195727" cy="195727"/>
            </a:xfrm>
            <a:custGeom>
              <a:avLst/>
              <a:gdLst>
                <a:gd name="connsiteX0" fmla="*/ 195728 w 195727"/>
                <a:gd name="connsiteY0" fmla="*/ 195728 h 195727"/>
                <a:gd name="connsiteX1" fmla="*/ 0 w 195727"/>
                <a:gd name="connsiteY1" fmla="*/ 195728 h 195727"/>
                <a:gd name="connsiteX2" fmla="*/ 0 w 195727"/>
                <a:gd name="connsiteY2" fmla="*/ 0 h 195727"/>
                <a:gd name="connsiteX3" fmla="*/ 195728 w 195727"/>
                <a:gd name="connsiteY3" fmla="*/ 0 h 195727"/>
                <a:gd name="connsiteX4" fmla="*/ 195728 w 195727"/>
                <a:gd name="connsiteY4" fmla="*/ 195728 h 195727"/>
                <a:gd name="connsiteX5" fmla="*/ 7425 w 195727"/>
                <a:gd name="connsiteY5" fmla="*/ 188302 h 195727"/>
                <a:gd name="connsiteX6" fmla="*/ 188302 w 195727"/>
                <a:gd name="connsiteY6" fmla="*/ 188302 h 195727"/>
                <a:gd name="connsiteX7" fmla="*/ 188302 w 195727"/>
                <a:gd name="connsiteY7" fmla="*/ 7425 h 195727"/>
                <a:gd name="connsiteX8" fmla="*/ 7425 w 195727"/>
                <a:gd name="connsiteY8" fmla="*/ 7425 h 195727"/>
                <a:gd name="connsiteX9" fmla="*/ 7425 w 195727"/>
                <a:gd name="connsiteY9" fmla="*/ 188302 h 19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5727" h="195727">
                  <a:moveTo>
                    <a:pt x="195728" y="195728"/>
                  </a:moveTo>
                  <a:lnTo>
                    <a:pt x="0" y="195728"/>
                  </a:lnTo>
                  <a:lnTo>
                    <a:pt x="0" y="0"/>
                  </a:lnTo>
                  <a:lnTo>
                    <a:pt x="195728" y="0"/>
                  </a:lnTo>
                  <a:lnTo>
                    <a:pt x="195728" y="195728"/>
                  </a:lnTo>
                  <a:close/>
                  <a:moveTo>
                    <a:pt x="7425" y="188302"/>
                  </a:moveTo>
                  <a:lnTo>
                    <a:pt x="188302" y="188302"/>
                  </a:lnTo>
                  <a:lnTo>
                    <a:pt x="188302" y="7425"/>
                  </a:lnTo>
                  <a:lnTo>
                    <a:pt x="7425" y="7425"/>
                  </a:lnTo>
                  <a:lnTo>
                    <a:pt x="7425" y="188302"/>
                  </a:lnTo>
                  <a:close/>
                </a:path>
              </a:pathLst>
            </a:custGeom>
            <a:solidFill>
              <a:srgbClr val="263238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9" name="图形 206">
              <a:extLst>
                <a:ext uri="{FF2B5EF4-FFF2-40B4-BE49-F238E27FC236}">
                  <a16:creationId xmlns:a16="http://schemas.microsoft.com/office/drawing/2014/main" id="{91DF8946-AB33-B5BD-83E8-457CC6E1BDA4}"/>
                </a:ext>
              </a:extLst>
            </p:cNvPr>
            <p:cNvGrpSpPr/>
            <p:nvPr/>
          </p:nvGrpSpPr>
          <p:grpSpPr>
            <a:xfrm>
              <a:off x="-5236894" y="5548406"/>
              <a:ext cx="1034921" cy="116129"/>
              <a:chOff x="-5236894" y="5548406"/>
              <a:chExt cx="1034921" cy="116129"/>
            </a:xfrm>
            <a:solidFill>
              <a:srgbClr val="263238"/>
            </a:solidFill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340062A2-7731-AE10-1CA9-F5CEC27BDD97}"/>
                  </a:ext>
                </a:extLst>
              </p:cNvPr>
              <p:cNvSpPr/>
              <p:nvPr/>
            </p:nvSpPr>
            <p:spPr>
              <a:xfrm>
                <a:off x="-5236894" y="5548406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E867D0FA-11FB-B515-567F-83679E4588B1}"/>
                  </a:ext>
                </a:extLst>
              </p:cNvPr>
              <p:cNvSpPr/>
              <p:nvPr/>
            </p:nvSpPr>
            <p:spPr>
              <a:xfrm>
                <a:off x="-5236894" y="5657110"/>
                <a:ext cx="1034921" cy="7425"/>
              </a:xfrm>
              <a:custGeom>
                <a:avLst/>
                <a:gdLst>
                  <a:gd name="connsiteX0" fmla="*/ 0 w 1034921"/>
                  <a:gd name="connsiteY0" fmla="*/ 0 h 7425"/>
                  <a:gd name="connsiteX1" fmla="*/ 1034921 w 1034921"/>
                  <a:gd name="connsiteY1" fmla="*/ 0 h 7425"/>
                  <a:gd name="connsiteX2" fmla="*/ 1034921 w 1034921"/>
                  <a:gd name="connsiteY2" fmla="*/ 7425 h 7425"/>
                  <a:gd name="connsiteX3" fmla="*/ 0 w 1034921"/>
                  <a:gd name="connsiteY3" fmla="*/ 7425 h 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921" h="7425">
                    <a:moveTo>
                      <a:pt x="0" y="0"/>
                    </a:moveTo>
                    <a:lnTo>
                      <a:pt x="1034921" y="0"/>
                    </a:lnTo>
                    <a:lnTo>
                      <a:pt x="1034921" y="7425"/>
                    </a:lnTo>
                    <a:lnTo>
                      <a:pt x="0" y="742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0B60BB92-CA95-C3CD-64D4-02A7F913653F}"/>
                </a:ext>
              </a:extLst>
            </p:cNvPr>
            <p:cNvSpPr/>
            <p:nvPr/>
          </p:nvSpPr>
          <p:spPr>
            <a:xfrm>
              <a:off x="-4069730" y="5511429"/>
              <a:ext cx="195727" cy="195727"/>
            </a:xfrm>
            <a:custGeom>
              <a:avLst/>
              <a:gdLst>
                <a:gd name="connsiteX0" fmla="*/ 195728 w 195727"/>
                <a:gd name="connsiteY0" fmla="*/ 195728 h 195727"/>
                <a:gd name="connsiteX1" fmla="*/ 0 w 195727"/>
                <a:gd name="connsiteY1" fmla="*/ 195728 h 195727"/>
                <a:gd name="connsiteX2" fmla="*/ 0 w 195727"/>
                <a:gd name="connsiteY2" fmla="*/ 0 h 195727"/>
                <a:gd name="connsiteX3" fmla="*/ 195728 w 195727"/>
                <a:gd name="connsiteY3" fmla="*/ 0 h 195727"/>
                <a:gd name="connsiteX4" fmla="*/ 195728 w 195727"/>
                <a:gd name="connsiteY4" fmla="*/ 195728 h 195727"/>
                <a:gd name="connsiteX5" fmla="*/ 7425 w 195727"/>
                <a:gd name="connsiteY5" fmla="*/ 188302 h 195727"/>
                <a:gd name="connsiteX6" fmla="*/ 188302 w 195727"/>
                <a:gd name="connsiteY6" fmla="*/ 188302 h 195727"/>
                <a:gd name="connsiteX7" fmla="*/ 188302 w 195727"/>
                <a:gd name="connsiteY7" fmla="*/ 7425 h 195727"/>
                <a:gd name="connsiteX8" fmla="*/ 7425 w 195727"/>
                <a:gd name="connsiteY8" fmla="*/ 7425 h 195727"/>
                <a:gd name="connsiteX9" fmla="*/ 7425 w 195727"/>
                <a:gd name="connsiteY9" fmla="*/ 188302 h 19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5727" h="195727">
                  <a:moveTo>
                    <a:pt x="195728" y="195728"/>
                  </a:moveTo>
                  <a:lnTo>
                    <a:pt x="0" y="195728"/>
                  </a:lnTo>
                  <a:lnTo>
                    <a:pt x="0" y="0"/>
                  </a:lnTo>
                  <a:lnTo>
                    <a:pt x="195728" y="0"/>
                  </a:lnTo>
                  <a:lnTo>
                    <a:pt x="195728" y="195728"/>
                  </a:lnTo>
                  <a:close/>
                  <a:moveTo>
                    <a:pt x="7425" y="188302"/>
                  </a:moveTo>
                  <a:lnTo>
                    <a:pt x="188302" y="188302"/>
                  </a:lnTo>
                  <a:lnTo>
                    <a:pt x="188302" y="7425"/>
                  </a:lnTo>
                  <a:lnTo>
                    <a:pt x="7425" y="7425"/>
                  </a:lnTo>
                  <a:lnTo>
                    <a:pt x="7425" y="188302"/>
                  </a:lnTo>
                  <a:close/>
                </a:path>
              </a:pathLst>
            </a:custGeom>
            <a:solidFill>
              <a:srgbClr val="263238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" name="图形 206">
            <a:extLst>
              <a:ext uri="{FF2B5EF4-FFF2-40B4-BE49-F238E27FC236}">
                <a16:creationId xmlns:a16="http://schemas.microsoft.com/office/drawing/2014/main" id="{866892B9-96B6-D0B2-A763-D527CBFF4391}"/>
              </a:ext>
            </a:extLst>
          </p:cNvPr>
          <p:cNvGrpSpPr/>
          <p:nvPr/>
        </p:nvGrpSpPr>
        <p:grpSpPr>
          <a:xfrm flipH="1">
            <a:off x="8759108" y="2057310"/>
            <a:ext cx="905003" cy="566771"/>
            <a:chOff x="-4899110" y="3355159"/>
            <a:chExt cx="633959" cy="397027"/>
          </a:xfrm>
        </p:grpSpPr>
        <p:grpSp>
          <p:nvGrpSpPr>
            <p:cNvPr id="43" name="图形 206">
              <a:extLst>
                <a:ext uri="{FF2B5EF4-FFF2-40B4-BE49-F238E27FC236}">
                  <a16:creationId xmlns:a16="http://schemas.microsoft.com/office/drawing/2014/main" id="{DD3427BA-8872-4A82-21A0-3EF32B391479}"/>
                </a:ext>
              </a:extLst>
            </p:cNvPr>
            <p:cNvGrpSpPr/>
            <p:nvPr/>
          </p:nvGrpSpPr>
          <p:grpSpPr>
            <a:xfrm>
              <a:off x="-4899110" y="3355161"/>
              <a:ext cx="633959" cy="397025"/>
              <a:chOff x="-4899123" y="3355157"/>
              <a:chExt cx="633961" cy="397024"/>
            </a:xfrm>
            <a:solidFill>
              <a:srgbClr val="263238"/>
            </a:solidFill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8044BC49-91F9-E806-E296-7D3FEE6E34C0}"/>
                  </a:ext>
                </a:extLst>
              </p:cNvPr>
              <p:cNvSpPr/>
              <p:nvPr/>
            </p:nvSpPr>
            <p:spPr>
              <a:xfrm>
                <a:off x="-4899123" y="3513090"/>
                <a:ext cx="633961" cy="239090"/>
              </a:xfrm>
              <a:custGeom>
                <a:avLst/>
                <a:gdLst>
                  <a:gd name="connsiteX0" fmla="*/ 0 w 633961"/>
                  <a:gd name="connsiteY0" fmla="*/ 0 h 239090"/>
                  <a:gd name="connsiteX1" fmla="*/ 633962 w 633961"/>
                  <a:gd name="connsiteY1" fmla="*/ 0 h 239090"/>
                  <a:gd name="connsiteX2" fmla="*/ 633962 w 633961"/>
                  <a:gd name="connsiteY2" fmla="*/ 239091 h 239090"/>
                  <a:gd name="connsiteX3" fmla="*/ 0 w 633961"/>
                  <a:gd name="connsiteY3" fmla="*/ 239091 h 239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961" h="239090">
                    <a:moveTo>
                      <a:pt x="0" y="0"/>
                    </a:moveTo>
                    <a:lnTo>
                      <a:pt x="633962" y="0"/>
                    </a:lnTo>
                    <a:lnTo>
                      <a:pt x="633962" y="239091"/>
                    </a:lnTo>
                    <a:lnTo>
                      <a:pt x="0" y="239091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086A287E-2C6B-050C-E679-61AB12D0DCF9}"/>
                  </a:ext>
                </a:extLst>
              </p:cNvPr>
              <p:cNvSpPr/>
              <p:nvPr/>
            </p:nvSpPr>
            <p:spPr>
              <a:xfrm>
                <a:off x="-4793463" y="3355157"/>
                <a:ext cx="462811" cy="182065"/>
              </a:xfrm>
              <a:custGeom>
                <a:avLst/>
                <a:gdLst>
                  <a:gd name="connsiteX0" fmla="*/ 412098 w 462811"/>
                  <a:gd name="connsiteY0" fmla="*/ 182065 h 182065"/>
                  <a:gd name="connsiteX1" fmla="*/ 41358 w 462811"/>
                  <a:gd name="connsiteY1" fmla="*/ 182065 h 182065"/>
                  <a:gd name="connsiteX2" fmla="*/ 0 w 462811"/>
                  <a:gd name="connsiteY2" fmla="*/ 0 h 182065"/>
                  <a:gd name="connsiteX3" fmla="*/ 462811 w 462811"/>
                  <a:gd name="connsiteY3" fmla="*/ 0 h 182065"/>
                  <a:gd name="connsiteX4" fmla="*/ 412098 w 462811"/>
                  <a:gd name="connsiteY4" fmla="*/ 182065 h 18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2811" h="182065">
                    <a:moveTo>
                      <a:pt x="412098" y="182065"/>
                    </a:moveTo>
                    <a:lnTo>
                      <a:pt x="41358" y="182065"/>
                    </a:lnTo>
                    <a:lnTo>
                      <a:pt x="0" y="0"/>
                    </a:lnTo>
                    <a:lnTo>
                      <a:pt x="462811" y="0"/>
                    </a:lnTo>
                    <a:lnTo>
                      <a:pt x="412098" y="182065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C0D6D876-9D67-A0FF-9B1D-BD233533FCC1}"/>
                </a:ext>
              </a:extLst>
            </p:cNvPr>
            <p:cNvSpPr/>
            <p:nvPr/>
          </p:nvSpPr>
          <p:spPr>
            <a:xfrm>
              <a:off x="-4416651" y="3355159"/>
              <a:ext cx="86672" cy="155854"/>
            </a:xfrm>
            <a:custGeom>
              <a:avLst/>
              <a:gdLst>
                <a:gd name="connsiteX0" fmla="*/ 48211 w 86672"/>
                <a:gd name="connsiteY0" fmla="*/ 0 h 155854"/>
                <a:gd name="connsiteX1" fmla="*/ 21 w 86672"/>
                <a:gd name="connsiteY1" fmla="*/ 155854 h 155854"/>
                <a:gd name="connsiteX2" fmla="*/ 42122 w 86672"/>
                <a:gd name="connsiteY2" fmla="*/ 155854 h 155854"/>
                <a:gd name="connsiteX3" fmla="*/ 86673 w 86672"/>
                <a:gd name="connsiteY3" fmla="*/ 0 h 155854"/>
                <a:gd name="connsiteX4" fmla="*/ 48211 w 86672"/>
                <a:gd name="connsiteY4" fmla="*/ 0 h 15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2" h="155854">
                  <a:moveTo>
                    <a:pt x="48211" y="0"/>
                  </a:moveTo>
                  <a:cubicBezTo>
                    <a:pt x="47765" y="1114"/>
                    <a:pt x="-1167" y="155854"/>
                    <a:pt x="21" y="155854"/>
                  </a:cubicBezTo>
                  <a:lnTo>
                    <a:pt x="42122" y="155854"/>
                  </a:lnTo>
                  <a:lnTo>
                    <a:pt x="86673" y="0"/>
                  </a:lnTo>
                  <a:lnTo>
                    <a:pt x="48211" y="0"/>
                  </a:ln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33C442F9-357B-9D97-CBA1-CE00A0C7EBDA}"/>
                </a:ext>
              </a:extLst>
            </p:cNvPr>
            <p:cNvSpPr/>
            <p:nvPr/>
          </p:nvSpPr>
          <p:spPr>
            <a:xfrm>
              <a:off x="-4307427" y="3513090"/>
              <a:ext cx="42265" cy="239090"/>
            </a:xfrm>
            <a:custGeom>
              <a:avLst/>
              <a:gdLst>
                <a:gd name="connsiteX0" fmla="*/ 1353 w 42265"/>
                <a:gd name="connsiteY0" fmla="*/ 0 h 239090"/>
                <a:gd name="connsiteX1" fmla="*/ 1353 w 42265"/>
                <a:gd name="connsiteY1" fmla="*/ 239091 h 239090"/>
                <a:gd name="connsiteX2" fmla="*/ 42266 w 42265"/>
                <a:gd name="connsiteY2" fmla="*/ 239091 h 239090"/>
                <a:gd name="connsiteX3" fmla="*/ 42266 w 42265"/>
                <a:gd name="connsiteY3" fmla="*/ 0 h 239090"/>
                <a:gd name="connsiteX4" fmla="*/ 1353 w 42265"/>
                <a:gd name="connsiteY4" fmla="*/ 0 h 2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5" h="239090">
                  <a:moveTo>
                    <a:pt x="1353" y="0"/>
                  </a:moveTo>
                  <a:cubicBezTo>
                    <a:pt x="1353" y="0"/>
                    <a:pt x="-1691" y="239091"/>
                    <a:pt x="1353" y="239091"/>
                  </a:cubicBezTo>
                  <a:lnTo>
                    <a:pt x="42266" y="239091"/>
                  </a:lnTo>
                  <a:lnTo>
                    <a:pt x="42266" y="0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3" name="图形 206">
            <a:extLst>
              <a:ext uri="{FF2B5EF4-FFF2-40B4-BE49-F238E27FC236}">
                <a16:creationId xmlns:a16="http://schemas.microsoft.com/office/drawing/2014/main" id="{7EE479C7-D974-A8B1-8838-AF7356A79E93}"/>
              </a:ext>
            </a:extLst>
          </p:cNvPr>
          <p:cNvGrpSpPr/>
          <p:nvPr/>
        </p:nvGrpSpPr>
        <p:grpSpPr>
          <a:xfrm flipH="1">
            <a:off x="10048020" y="3254249"/>
            <a:ext cx="1166007" cy="3089166"/>
            <a:chOff x="-5984846" y="4193621"/>
            <a:chExt cx="816795" cy="2163980"/>
          </a:xfrm>
        </p:grpSpPr>
        <p:grpSp>
          <p:nvGrpSpPr>
            <p:cNvPr id="94" name="图形 206">
              <a:extLst>
                <a:ext uri="{FF2B5EF4-FFF2-40B4-BE49-F238E27FC236}">
                  <a16:creationId xmlns:a16="http://schemas.microsoft.com/office/drawing/2014/main" id="{8BBAA3F4-194F-7AAB-187E-8C744E4CDEB8}"/>
                </a:ext>
              </a:extLst>
            </p:cNvPr>
            <p:cNvGrpSpPr/>
            <p:nvPr/>
          </p:nvGrpSpPr>
          <p:grpSpPr>
            <a:xfrm>
              <a:off x="-5622781" y="4572886"/>
              <a:ext cx="404003" cy="356551"/>
              <a:chOff x="-5622781" y="4572886"/>
              <a:chExt cx="404003" cy="356551"/>
            </a:xfrm>
          </p:grpSpPr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47AC48F2-CBDE-F592-2669-420FB9926325}"/>
                  </a:ext>
                </a:extLst>
              </p:cNvPr>
              <p:cNvSpPr/>
              <p:nvPr/>
            </p:nvSpPr>
            <p:spPr>
              <a:xfrm>
                <a:off x="-5622781" y="4572886"/>
                <a:ext cx="404003" cy="356551"/>
              </a:xfrm>
              <a:custGeom>
                <a:avLst/>
                <a:gdLst>
                  <a:gd name="connsiteX0" fmla="*/ 89102 w 404003"/>
                  <a:gd name="connsiteY0" fmla="*/ 74 h 356551"/>
                  <a:gd name="connsiteX1" fmla="*/ 202039 w 404003"/>
                  <a:gd name="connsiteY1" fmla="*/ 238422 h 356551"/>
                  <a:gd name="connsiteX2" fmla="*/ 378536 w 404003"/>
                  <a:gd name="connsiteY2" fmla="*/ 175828 h 356551"/>
                  <a:gd name="connsiteX3" fmla="*/ 404004 w 404003"/>
                  <a:gd name="connsiteY3" fmla="*/ 204564 h 356551"/>
                  <a:gd name="connsiteX4" fmla="*/ 182585 w 404003"/>
                  <a:gd name="connsiteY4" fmla="*/ 355592 h 356551"/>
                  <a:gd name="connsiteX5" fmla="*/ 98087 w 404003"/>
                  <a:gd name="connsiteY5" fmla="*/ 296784 h 356551"/>
                  <a:gd name="connsiteX6" fmla="*/ 81083 w 404003"/>
                  <a:gd name="connsiteY6" fmla="*/ 273692 h 356551"/>
                  <a:gd name="connsiteX7" fmla="*/ 0 w 404003"/>
                  <a:gd name="connsiteY7" fmla="*/ 133653 h 356551"/>
                  <a:gd name="connsiteX8" fmla="*/ 89102 w 404003"/>
                  <a:gd name="connsiteY8" fmla="*/ 0 h 35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4003" h="356551">
                    <a:moveTo>
                      <a:pt x="89102" y="74"/>
                    </a:moveTo>
                    <a:cubicBezTo>
                      <a:pt x="89102" y="74"/>
                      <a:pt x="189194" y="237234"/>
                      <a:pt x="202039" y="238422"/>
                    </a:cubicBezTo>
                    <a:cubicBezTo>
                      <a:pt x="214810" y="239611"/>
                      <a:pt x="378536" y="175828"/>
                      <a:pt x="378536" y="175828"/>
                    </a:cubicBezTo>
                    <a:lnTo>
                      <a:pt x="404004" y="204564"/>
                    </a:lnTo>
                    <a:cubicBezTo>
                      <a:pt x="404004" y="204564"/>
                      <a:pt x="318317" y="319208"/>
                      <a:pt x="182585" y="355592"/>
                    </a:cubicBezTo>
                    <a:cubicBezTo>
                      <a:pt x="158231" y="362126"/>
                      <a:pt x="127416" y="334504"/>
                      <a:pt x="98087" y="296784"/>
                    </a:cubicBezTo>
                    <a:cubicBezTo>
                      <a:pt x="92369" y="289433"/>
                      <a:pt x="86726" y="281711"/>
                      <a:pt x="81083" y="273692"/>
                    </a:cubicBezTo>
                    <a:cubicBezTo>
                      <a:pt x="50862" y="228918"/>
                      <a:pt x="23835" y="182140"/>
                      <a:pt x="0" y="133653"/>
                    </a:cubicBezTo>
                    <a:lnTo>
                      <a:pt x="89102" y="0"/>
                    </a:lnTo>
                    <a:close/>
                  </a:path>
                </a:pathLst>
              </a:custGeom>
              <a:solidFill>
                <a:srgbClr val="FF5359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5068A5AB-24C3-355A-5A4C-82201D86B900}"/>
                  </a:ext>
                </a:extLst>
              </p:cNvPr>
              <p:cNvSpPr/>
              <p:nvPr/>
            </p:nvSpPr>
            <p:spPr>
              <a:xfrm>
                <a:off x="-5622781" y="4572886"/>
                <a:ext cx="404003" cy="356551"/>
              </a:xfrm>
              <a:custGeom>
                <a:avLst/>
                <a:gdLst>
                  <a:gd name="connsiteX0" fmla="*/ 89102 w 404003"/>
                  <a:gd name="connsiteY0" fmla="*/ 74 h 356551"/>
                  <a:gd name="connsiteX1" fmla="*/ 202039 w 404003"/>
                  <a:gd name="connsiteY1" fmla="*/ 238422 h 356551"/>
                  <a:gd name="connsiteX2" fmla="*/ 378536 w 404003"/>
                  <a:gd name="connsiteY2" fmla="*/ 175828 h 356551"/>
                  <a:gd name="connsiteX3" fmla="*/ 404004 w 404003"/>
                  <a:gd name="connsiteY3" fmla="*/ 204564 h 356551"/>
                  <a:gd name="connsiteX4" fmla="*/ 182585 w 404003"/>
                  <a:gd name="connsiteY4" fmla="*/ 355592 h 356551"/>
                  <a:gd name="connsiteX5" fmla="*/ 98087 w 404003"/>
                  <a:gd name="connsiteY5" fmla="*/ 296784 h 356551"/>
                  <a:gd name="connsiteX6" fmla="*/ 81083 w 404003"/>
                  <a:gd name="connsiteY6" fmla="*/ 273692 h 356551"/>
                  <a:gd name="connsiteX7" fmla="*/ 0 w 404003"/>
                  <a:gd name="connsiteY7" fmla="*/ 133653 h 356551"/>
                  <a:gd name="connsiteX8" fmla="*/ 89102 w 404003"/>
                  <a:gd name="connsiteY8" fmla="*/ 0 h 35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4003" h="356551">
                    <a:moveTo>
                      <a:pt x="89102" y="74"/>
                    </a:moveTo>
                    <a:cubicBezTo>
                      <a:pt x="89102" y="74"/>
                      <a:pt x="189194" y="237234"/>
                      <a:pt x="202039" y="238422"/>
                    </a:cubicBezTo>
                    <a:cubicBezTo>
                      <a:pt x="214810" y="239611"/>
                      <a:pt x="378536" y="175828"/>
                      <a:pt x="378536" y="175828"/>
                    </a:cubicBezTo>
                    <a:lnTo>
                      <a:pt x="404004" y="204564"/>
                    </a:lnTo>
                    <a:cubicBezTo>
                      <a:pt x="404004" y="204564"/>
                      <a:pt x="318317" y="319208"/>
                      <a:pt x="182585" y="355592"/>
                    </a:cubicBezTo>
                    <a:cubicBezTo>
                      <a:pt x="158231" y="362126"/>
                      <a:pt x="127416" y="334504"/>
                      <a:pt x="98087" y="296784"/>
                    </a:cubicBezTo>
                    <a:cubicBezTo>
                      <a:pt x="92369" y="289433"/>
                      <a:pt x="86726" y="281711"/>
                      <a:pt x="81083" y="273692"/>
                    </a:cubicBezTo>
                    <a:cubicBezTo>
                      <a:pt x="50862" y="228918"/>
                      <a:pt x="23835" y="182140"/>
                      <a:pt x="0" y="133653"/>
                    </a:cubicBezTo>
                    <a:lnTo>
                      <a:pt x="89102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60000"/>
                </a:scheme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D8ED7597-B3B8-928B-9D12-7C42E0544201}"/>
                  </a:ext>
                </a:extLst>
              </p:cNvPr>
              <p:cNvSpPr/>
              <p:nvPr/>
            </p:nvSpPr>
            <p:spPr>
              <a:xfrm>
                <a:off x="-5554246" y="4634886"/>
                <a:ext cx="77229" cy="234784"/>
              </a:xfrm>
              <a:custGeom>
                <a:avLst/>
                <a:gdLst>
                  <a:gd name="connsiteX0" fmla="*/ 40022 w 77229"/>
                  <a:gd name="connsiteY0" fmla="*/ 0 h 234784"/>
                  <a:gd name="connsiteX1" fmla="*/ 72841 w 77229"/>
                  <a:gd name="connsiteY1" fmla="*/ 99720 h 234784"/>
                  <a:gd name="connsiteX2" fmla="*/ 76554 w 77229"/>
                  <a:gd name="connsiteY2" fmla="*/ 130015 h 234784"/>
                  <a:gd name="connsiteX3" fmla="*/ 37646 w 77229"/>
                  <a:gd name="connsiteY3" fmla="*/ 192238 h 234784"/>
                  <a:gd name="connsiteX4" fmla="*/ 29552 w 77229"/>
                  <a:gd name="connsiteY4" fmla="*/ 234784 h 234784"/>
                  <a:gd name="connsiteX5" fmla="*/ 12548 w 77229"/>
                  <a:gd name="connsiteY5" fmla="*/ 211692 h 234784"/>
                  <a:gd name="connsiteX6" fmla="*/ 0 w 77229"/>
                  <a:gd name="connsiteY6" fmla="*/ 162240 h 234784"/>
                  <a:gd name="connsiteX7" fmla="*/ 40022 w 77229"/>
                  <a:gd name="connsiteY7" fmla="*/ 0 h 234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229" h="234784">
                    <a:moveTo>
                      <a:pt x="40022" y="0"/>
                    </a:moveTo>
                    <a:cubicBezTo>
                      <a:pt x="46333" y="27993"/>
                      <a:pt x="61183" y="69945"/>
                      <a:pt x="72841" y="99720"/>
                    </a:cubicBezTo>
                    <a:cubicBezTo>
                      <a:pt x="76628" y="109373"/>
                      <a:pt x="78261" y="119768"/>
                      <a:pt x="76554" y="130015"/>
                    </a:cubicBezTo>
                    <a:cubicBezTo>
                      <a:pt x="71504" y="159418"/>
                      <a:pt x="46110" y="168848"/>
                      <a:pt x="37646" y="192238"/>
                    </a:cubicBezTo>
                    <a:cubicBezTo>
                      <a:pt x="32893" y="205974"/>
                      <a:pt x="30146" y="220305"/>
                      <a:pt x="29552" y="234784"/>
                    </a:cubicBezTo>
                    <a:cubicBezTo>
                      <a:pt x="23835" y="227433"/>
                      <a:pt x="18192" y="219711"/>
                      <a:pt x="12548" y="211692"/>
                    </a:cubicBezTo>
                    <a:lnTo>
                      <a:pt x="0" y="162240"/>
                    </a:lnTo>
                    <a:lnTo>
                      <a:pt x="4002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5" name="图形 206">
              <a:extLst>
                <a:ext uri="{FF2B5EF4-FFF2-40B4-BE49-F238E27FC236}">
                  <a16:creationId xmlns:a16="http://schemas.microsoft.com/office/drawing/2014/main" id="{3BAE1EE2-66BF-1343-3B0A-ED4B6C5E5DAE}"/>
                </a:ext>
              </a:extLst>
            </p:cNvPr>
            <p:cNvGrpSpPr/>
            <p:nvPr/>
          </p:nvGrpSpPr>
          <p:grpSpPr>
            <a:xfrm>
              <a:off x="-5825331" y="6142940"/>
              <a:ext cx="208769" cy="214661"/>
              <a:chOff x="-5825331" y="6142940"/>
              <a:chExt cx="208769" cy="214661"/>
            </a:xfrm>
          </p:grpSpPr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341AE592-B139-3E6E-C6B3-4AD12D715726}"/>
                  </a:ext>
                </a:extLst>
              </p:cNvPr>
              <p:cNvSpPr/>
              <p:nvPr/>
            </p:nvSpPr>
            <p:spPr>
              <a:xfrm>
                <a:off x="-5805069" y="6142940"/>
                <a:ext cx="93037" cy="161646"/>
              </a:xfrm>
              <a:custGeom>
                <a:avLst/>
                <a:gdLst>
                  <a:gd name="connsiteX0" fmla="*/ 9356 w 93037"/>
                  <a:gd name="connsiteY0" fmla="*/ 161646 h 161646"/>
                  <a:gd name="connsiteX1" fmla="*/ 70391 w 93037"/>
                  <a:gd name="connsiteY1" fmla="*/ 158899 h 161646"/>
                  <a:gd name="connsiteX2" fmla="*/ 93037 w 93037"/>
                  <a:gd name="connsiteY2" fmla="*/ 0 h 161646"/>
                  <a:gd name="connsiteX3" fmla="*/ 0 w 93037"/>
                  <a:gd name="connsiteY3" fmla="*/ 3193 h 161646"/>
                  <a:gd name="connsiteX4" fmla="*/ 9356 w 93037"/>
                  <a:gd name="connsiteY4" fmla="*/ 161646 h 161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037" h="161646">
                    <a:moveTo>
                      <a:pt x="9356" y="161646"/>
                    </a:moveTo>
                    <a:lnTo>
                      <a:pt x="70391" y="158899"/>
                    </a:lnTo>
                    <a:lnTo>
                      <a:pt x="93037" y="0"/>
                    </a:lnTo>
                    <a:lnTo>
                      <a:pt x="0" y="3193"/>
                    </a:lnTo>
                    <a:lnTo>
                      <a:pt x="9356" y="161646"/>
                    </a:lnTo>
                    <a:close/>
                  </a:path>
                </a:pathLst>
              </a:custGeom>
              <a:solidFill>
                <a:srgbClr val="B97964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55" name="图形 206">
                <a:extLst>
                  <a:ext uri="{FF2B5EF4-FFF2-40B4-BE49-F238E27FC236}">
                    <a16:creationId xmlns:a16="http://schemas.microsoft.com/office/drawing/2014/main" id="{58E2C5A6-2B56-BABE-6476-38B39D225E48}"/>
                  </a:ext>
                </a:extLst>
              </p:cNvPr>
              <p:cNvGrpSpPr/>
              <p:nvPr/>
            </p:nvGrpSpPr>
            <p:grpSpPr>
              <a:xfrm>
                <a:off x="-5825331" y="6266936"/>
                <a:ext cx="208769" cy="90665"/>
                <a:chOff x="-5825331" y="6266936"/>
                <a:chExt cx="208769" cy="90665"/>
              </a:xfrm>
            </p:grpSpPr>
            <p:sp>
              <p:nvSpPr>
                <p:cNvPr id="157" name="任意多边形: 形状 156">
                  <a:extLst>
                    <a:ext uri="{FF2B5EF4-FFF2-40B4-BE49-F238E27FC236}">
                      <a16:creationId xmlns:a16="http://schemas.microsoft.com/office/drawing/2014/main" id="{05A831E6-65C4-12B9-1C26-E880236562EC}"/>
                    </a:ext>
                  </a:extLst>
                </p:cNvPr>
                <p:cNvSpPr/>
                <p:nvPr/>
              </p:nvSpPr>
              <p:spPr>
                <a:xfrm>
                  <a:off x="-5825331" y="6273994"/>
                  <a:ext cx="208769" cy="83607"/>
                </a:xfrm>
                <a:custGeom>
                  <a:avLst/>
                  <a:gdLst>
                    <a:gd name="connsiteX0" fmla="*/ 98078 w 208769"/>
                    <a:gd name="connsiteY0" fmla="*/ 0 h 83607"/>
                    <a:gd name="connsiteX1" fmla="*/ 76323 w 208769"/>
                    <a:gd name="connsiteY1" fmla="*/ 0 h 83607"/>
                    <a:gd name="connsiteX2" fmla="*/ 63922 w 208769"/>
                    <a:gd name="connsiteY2" fmla="*/ 6460 h 83607"/>
                    <a:gd name="connsiteX3" fmla="*/ 28356 w 208769"/>
                    <a:gd name="connsiteY3" fmla="*/ 1040 h 83607"/>
                    <a:gd name="connsiteX4" fmla="*/ 16624 w 208769"/>
                    <a:gd name="connsiteY4" fmla="*/ 12623 h 83607"/>
                    <a:gd name="connsiteX5" fmla="*/ 363 w 208769"/>
                    <a:gd name="connsiteY5" fmla="*/ 71727 h 83607"/>
                    <a:gd name="connsiteX6" fmla="*/ 6749 w 208769"/>
                    <a:gd name="connsiteY6" fmla="*/ 83236 h 83607"/>
                    <a:gd name="connsiteX7" fmla="*/ 9422 w 208769"/>
                    <a:gd name="connsiteY7" fmla="*/ 83608 h 83607"/>
                    <a:gd name="connsiteX8" fmla="*/ 181537 w 208769"/>
                    <a:gd name="connsiteY8" fmla="*/ 83608 h 83607"/>
                    <a:gd name="connsiteX9" fmla="*/ 203293 w 208769"/>
                    <a:gd name="connsiteY9" fmla="*/ 53461 h 83607"/>
                    <a:gd name="connsiteX10" fmla="*/ 100974 w 208769"/>
                    <a:gd name="connsiteY10" fmla="*/ 12549 h 83607"/>
                    <a:gd name="connsiteX11" fmla="*/ 97930 w 208769"/>
                    <a:gd name="connsiteY11" fmla="*/ 0 h 8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8769" h="83607">
                      <a:moveTo>
                        <a:pt x="98078" y="0"/>
                      </a:moveTo>
                      <a:lnTo>
                        <a:pt x="76323" y="0"/>
                      </a:lnTo>
                      <a:cubicBezTo>
                        <a:pt x="71422" y="0"/>
                        <a:pt x="66893" y="2450"/>
                        <a:pt x="63922" y="6460"/>
                      </a:cubicBezTo>
                      <a:cubicBezTo>
                        <a:pt x="51374" y="23538"/>
                        <a:pt x="41944" y="17078"/>
                        <a:pt x="28356" y="1040"/>
                      </a:cubicBezTo>
                      <a:cubicBezTo>
                        <a:pt x="19668" y="0"/>
                        <a:pt x="17367" y="9950"/>
                        <a:pt x="16624" y="12623"/>
                      </a:cubicBezTo>
                      <a:lnTo>
                        <a:pt x="363" y="71727"/>
                      </a:lnTo>
                      <a:cubicBezTo>
                        <a:pt x="-1048" y="76628"/>
                        <a:pt x="1774" y="81826"/>
                        <a:pt x="6749" y="83236"/>
                      </a:cubicBezTo>
                      <a:cubicBezTo>
                        <a:pt x="7640" y="83459"/>
                        <a:pt x="8531" y="83608"/>
                        <a:pt x="9422" y="83608"/>
                      </a:cubicBezTo>
                      <a:lnTo>
                        <a:pt x="181537" y="83608"/>
                      </a:lnTo>
                      <a:cubicBezTo>
                        <a:pt x="208936" y="83608"/>
                        <a:pt x="214579" y="55986"/>
                        <a:pt x="203293" y="53461"/>
                      </a:cubicBezTo>
                      <a:cubicBezTo>
                        <a:pt x="152579" y="42249"/>
                        <a:pt x="116641" y="27325"/>
                        <a:pt x="100974" y="12549"/>
                      </a:cubicBezTo>
                      <a:cubicBezTo>
                        <a:pt x="98078" y="9950"/>
                        <a:pt x="101048" y="8019"/>
                        <a:pt x="9793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8" name="任意多边形: 形状 157">
                  <a:extLst>
                    <a:ext uri="{FF2B5EF4-FFF2-40B4-BE49-F238E27FC236}">
                      <a16:creationId xmlns:a16="http://schemas.microsoft.com/office/drawing/2014/main" id="{EDDE2BBF-E2B2-3326-7E7E-E0448D1055A3}"/>
                    </a:ext>
                  </a:extLst>
                </p:cNvPr>
                <p:cNvSpPr/>
                <p:nvPr/>
              </p:nvSpPr>
              <p:spPr>
                <a:xfrm>
                  <a:off x="-5720644" y="6281667"/>
                  <a:ext cx="39688" cy="15464"/>
                </a:xfrm>
                <a:custGeom>
                  <a:avLst/>
                  <a:gdLst>
                    <a:gd name="connsiteX0" fmla="*/ 35937 w 39688"/>
                    <a:gd name="connsiteY0" fmla="*/ 12078 h 15464"/>
                    <a:gd name="connsiteX1" fmla="*/ 39649 w 39688"/>
                    <a:gd name="connsiteY1" fmla="*/ 4950 h 15464"/>
                    <a:gd name="connsiteX2" fmla="*/ 37867 w 39688"/>
                    <a:gd name="connsiteY2" fmla="*/ 1089 h 15464"/>
                    <a:gd name="connsiteX3" fmla="*/ 816 w 39688"/>
                    <a:gd name="connsiteY3" fmla="*/ 10444 h 15464"/>
                    <a:gd name="connsiteX4" fmla="*/ 73 w 39688"/>
                    <a:gd name="connsiteY4" fmla="*/ 11187 h 15464"/>
                    <a:gd name="connsiteX5" fmla="*/ 816 w 39688"/>
                    <a:gd name="connsiteY5" fmla="*/ 12746 h 15464"/>
                    <a:gd name="connsiteX6" fmla="*/ 21161 w 39688"/>
                    <a:gd name="connsiteY6" fmla="*/ 15345 h 15464"/>
                    <a:gd name="connsiteX7" fmla="*/ 35937 w 39688"/>
                    <a:gd name="connsiteY7" fmla="*/ 12004 h 15464"/>
                    <a:gd name="connsiteX8" fmla="*/ 36160 w 39688"/>
                    <a:gd name="connsiteY8" fmla="*/ 3242 h 15464"/>
                    <a:gd name="connsiteX9" fmla="*/ 36902 w 39688"/>
                    <a:gd name="connsiteY9" fmla="*/ 4875 h 15464"/>
                    <a:gd name="connsiteX10" fmla="*/ 34229 w 39688"/>
                    <a:gd name="connsiteY10" fmla="*/ 10073 h 15464"/>
                    <a:gd name="connsiteX11" fmla="*/ 5122 w 39688"/>
                    <a:gd name="connsiteY11" fmla="*/ 11187 h 15464"/>
                    <a:gd name="connsiteX12" fmla="*/ 36160 w 39688"/>
                    <a:gd name="connsiteY12" fmla="*/ 3242 h 1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9688" h="15464">
                      <a:moveTo>
                        <a:pt x="35937" y="12078"/>
                      </a:moveTo>
                      <a:cubicBezTo>
                        <a:pt x="38239" y="10444"/>
                        <a:pt x="39575" y="7771"/>
                        <a:pt x="39649" y="4950"/>
                      </a:cubicBezTo>
                      <a:cubicBezTo>
                        <a:pt x="39872" y="3465"/>
                        <a:pt x="39130" y="1980"/>
                        <a:pt x="37867" y="1089"/>
                      </a:cubicBezTo>
                      <a:cubicBezTo>
                        <a:pt x="31036" y="-3738"/>
                        <a:pt x="3860" y="8959"/>
                        <a:pt x="816" y="10444"/>
                      </a:cubicBezTo>
                      <a:cubicBezTo>
                        <a:pt x="444" y="10593"/>
                        <a:pt x="222" y="10816"/>
                        <a:pt x="73" y="11187"/>
                      </a:cubicBezTo>
                      <a:cubicBezTo>
                        <a:pt x="-150" y="11781"/>
                        <a:pt x="147" y="12523"/>
                        <a:pt x="816" y="12746"/>
                      </a:cubicBezTo>
                      <a:cubicBezTo>
                        <a:pt x="7498" y="14306"/>
                        <a:pt x="14330" y="15197"/>
                        <a:pt x="21161" y="15345"/>
                      </a:cubicBezTo>
                      <a:cubicBezTo>
                        <a:pt x="26284" y="15865"/>
                        <a:pt x="31482" y="14677"/>
                        <a:pt x="35937" y="12004"/>
                      </a:cubicBezTo>
                      <a:close/>
                      <a:moveTo>
                        <a:pt x="36160" y="3242"/>
                      </a:moveTo>
                      <a:cubicBezTo>
                        <a:pt x="36679" y="3613"/>
                        <a:pt x="36976" y="4207"/>
                        <a:pt x="36902" y="4875"/>
                      </a:cubicBezTo>
                      <a:cubicBezTo>
                        <a:pt x="36754" y="6880"/>
                        <a:pt x="35788" y="8811"/>
                        <a:pt x="34229" y="10073"/>
                      </a:cubicBezTo>
                      <a:cubicBezTo>
                        <a:pt x="28066" y="14677"/>
                        <a:pt x="13141" y="12672"/>
                        <a:pt x="5122" y="11187"/>
                      </a:cubicBezTo>
                      <a:cubicBezTo>
                        <a:pt x="16409" y="6212"/>
                        <a:pt x="32447" y="643"/>
                        <a:pt x="36160" y="3242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9" name="任意多边形: 形状 158">
                  <a:extLst>
                    <a:ext uri="{FF2B5EF4-FFF2-40B4-BE49-F238E27FC236}">
                      <a16:creationId xmlns:a16="http://schemas.microsoft.com/office/drawing/2014/main" id="{653DACBA-5BF8-782E-6643-7839B2BAED77}"/>
                    </a:ext>
                  </a:extLst>
                </p:cNvPr>
                <p:cNvSpPr/>
                <p:nvPr/>
              </p:nvSpPr>
              <p:spPr>
                <a:xfrm>
                  <a:off x="-5720776" y="6266936"/>
                  <a:ext cx="26301" cy="27774"/>
                </a:xfrm>
                <a:custGeom>
                  <a:avLst/>
                  <a:gdLst>
                    <a:gd name="connsiteX0" fmla="*/ 1913 w 26301"/>
                    <a:gd name="connsiteY0" fmla="*/ 27774 h 27774"/>
                    <a:gd name="connsiteX1" fmla="*/ 26268 w 26301"/>
                    <a:gd name="connsiteY1" fmla="*/ 3865 h 27774"/>
                    <a:gd name="connsiteX2" fmla="*/ 21367 w 26301"/>
                    <a:gd name="connsiteY2" fmla="*/ 78 h 27774"/>
                    <a:gd name="connsiteX3" fmla="*/ 57 w 26301"/>
                    <a:gd name="connsiteY3" fmla="*/ 26215 h 27774"/>
                    <a:gd name="connsiteX4" fmla="*/ 428 w 26301"/>
                    <a:gd name="connsiteY4" fmla="*/ 27477 h 27774"/>
                    <a:gd name="connsiteX5" fmla="*/ 1245 w 26301"/>
                    <a:gd name="connsiteY5" fmla="*/ 27477 h 27774"/>
                    <a:gd name="connsiteX6" fmla="*/ 1913 w 26301"/>
                    <a:gd name="connsiteY6" fmla="*/ 27700 h 27774"/>
                    <a:gd name="connsiteX7" fmla="*/ 20847 w 26301"/>
                    <a:gd name="connsiteY7" fmla="*/ 2306 h 27774"/>
                    <a:gd name="connsiteX8" fmla="*/ 23595 w 26301"/>
                    <a:gd name="connsiteY8" fmla="*/ 3940 h 27774"/>
                    <a:gd name="connsiteX9" fmla="*/ 3101 w 26301"/>
                    <a:gd name="connsiteY9" fmla="*/ 24062 h 27774"/>
                    <a:gd name="connsiteX10" fmla="*/ 19808 w 26301"/>
                    <a:gd name="connsiteY10" fmla="*/ 2232 h 27774"/>
                    <a:gd name="connsiteX11" fmla="*/ 20773 w 26301"/>
                    <a:gd name="connsiteY11" fmla="*/ 2232 h 27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6301" h="27774">
                      <a:moveTo>
                        <a:pt x="1913" y="27774"/>
                      </a:moveTo>
                      <a:cubicBezTo>
                        <a:pt x="10081" y="24359"/>
                        <a:pt x="27159" y="10993"/>
                        <a:pt x="26268" y="3865"/>
                      </a:cubicBezTo>
                      <a:cubicBezTo>
                        <a:pt x="26119" y="2380"/>
                        <a:pt x="25080" y="598"/>
                        <a:pt x="21367" y="78"/>
                      </a:cubicBezTo>
                      <a:cubicBezTo>
                        <a:pt x="6443" y="-1629"/>
                        <a:pt x="57" y="25101"/>
                        <a:pt x="57" y="26215"/>
                      </a:cubicBezTo>
                      <a:cubicBezTo>
                        <a:pt x="-92" y="26661"/>
                        <a:pt x="57" y="27181"/>
                        <a:pt x="428" y="27477"/>
                      </a:cubicBezTo>
                      <a:cubicBezTo>
                        <a:pt x="725" y="27552"/>
                        <a:pt x="1022" y="27552"/>
                        <a:pt x="1245" y="27477"/>
                      </a:cubicBezTo>
                      <a:lnTo>
                        <a:pt x="1913" y="27700"/>
                      </a:lnTo>
                      <a:close/>
                      <a:moveTo>
                        <a:pt x="20847" y="2306"/>
                      </a:moveTo>
                      <a:cubicBezTo>
                        <a:pt x="23595" y="2603"/>
                        <a:pt x="23595" y="3568"/>
                        <a:pt x="23595" y="3940"/>
                      </a:cubicBezTo>
                      <a:cubicBezTo>
                        <a:pt x="24337" y="8246"/>
                        <a:pt x="11937" y="19384"/>
                        <a:pt x="3101" y="24062"/>
                      </a:cubicBezTo>
                      <a:cubicBezTo>
                        <a:pt x="4958" y="17825"/>
                        <a:pt x="10378" y="2232"/>
                        <a:pt x="19808" y="2232"/>
                      </a:cubicBezTo>
                      <a:lnTo>
                        <a:pt x="20773" y="2232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0" name="任意多边形: 形状 159">
                  <a:extLst>
                    <a:ext uri="{FF2B5EF4-FFF2-40B4-BE49-F238E27FC236}">
                      <a16:creationId xmlns:a16="http://schemas.microsoft.com/office/drawing/2014/main" id="{EC59B0AA-F2D8-977B-3739-59B6752DE49E}"/>
                    </a:ext>
                  </a:extLst>
                </p:cNvPr>
                <p:cNvSpPr/>
                <p:nvPr/>
              </p:nvSpPr>
              <p:spPr>
                <a:xfrm>
                  <a:off x="-5737033" y="6291870"/>
                  <a:ext cx="22125" cy="15537"/>
                </a:xfrm>
                <a:custGeom>
                  <a:avLst/>
                  <a:gdLst>
                    <a:gd name="connsiteX0" fmla="*/ 1835 w 22125"/>
                    <a:gd name="connsiteY0" fmla="*/ 15538 h 15537"/>
                    <a:gd name="connsiteX1" fmla="*/ 870 w 22125"/>
                    <a:gd name="connsiteY1" fmla="*/ 15241 h 15537"/>
                    <a:gd name="connsiteX2" fmla="*/ 276 w 22125"/>
                    <a:gd name="connsiteY2" fmla="*/ 12716 h 15537"/>
                    <a:gd name="connsiteX3" fmla="*/ 20027 w 22125"/>
                    <a:gd name="connsiteY3" fmla="*/ 19 h 15537"/>
                    <a:gd name="connsiteX4" fmla="*/ 22106 w 22125"/>
                    <a:gd name="connsiteY4" fmla="*/ 1578 h 15537"/>
                    <a:gd name="connsiteX5" fmla="*/ 20547 w 22125"/>
                    <a:gd name="connsiteY5" fmla="*/ 3657 h 15537"/>
                    <a:gd name="connsiteX6" fmla="*/ 3395 w 22125"/>
                    <a:gd name="connsiteY6" fmla="*/ 14647 h 15537"/>
                    <a:gd name="connsiteX7" fmla="*/ 1835 w 22125"/>
                    <a:gd name="connsiteY7" fmla="*/ 15538 h 15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537">
                      <a:moveTo>
                        <a:pt x="1835" y="15538"/>
                      </a:moveTo>
                      <a:cubicBezTo>
                        <a:pt x="1835" y="15538"/>
                        <a:pt x="1167" y="15463"/>
                        <a:pt x="870" y="15241"/>
                      </a:cubicBezTo>
                      <a:cubicBezTo>
                        <a:pt x="-21" y="14721"/>
                        <a:pt x="-244" y="13533"/>
                        <a:pt x="276" y="12716"/>
                      </a:cubicBezTo>
                      <a:cubicBezTo>
                        <a:pt x="4583" y="5811"/>
                        <a:pt x="12008" y="1059"/>
                        <a:pt x="20027" y="19"/>
                      </a:cubicBezTo>
                      <a:cubicBezTo>
                        <a:pt x="21067" y="-129"/>
                        <a:pt x="21958" y="613"/>
                        <a:pt x="22106" y="1578"/>
                      </a:cubicBezTo>
                      <a:cubicBezTo>
                        <a:pt x="22255" y="2618"/>
                        <a:pt x="21512" y="3509"/>
                        <a:pt x="20547" y="3657"/>
                      </a:cubicBezTo>
                      <a:cubicBezTo>
                        <a:pt x="13567" y="4623"/>
                        <a:pt x="7182" y="8707"/>
                        <a:pt x="3395" y="14647"/>
                      </a:cubicBezTo>
                      <a:cubicBezTo>
                        <a:pt x="3023" y="15241"/>
                        <a:pt x="2429" y="15538"/>
                        <a:pt x="1835" y="15538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1" name="任意多边形: 形状 160">
                  <a:extLst>
                    <a:ext uri="{FF2B5EF4-FFF2-40B4-BE49-F238E27FC236}">
                      <a16:creationId xmlns:a16="http://schemas.microsoft.com/office/drawing/2014/main" id="{9A0BD5CC-FCAA-F029-D535-684CDF261C62}"/>
                    </a:ext>
                  </a:extLst>
                </p:cNvPr>
                <p:cNvSpPr/>
                <p:nvPr/>
              </p:nvSpPr>
              <p:spPr>
                <a:xfrm>
                  <a:off x="-5723520" y="6301982"/>
                  <a:ext cx="22125" cy="15598"/>
                </a:xfrm>
                <a:custGeom>
                  <a:avLst/>
                  <a:gdLst>
                    <a:gd name="connsiteX0" fmla="*/ 1835 w 22125"/>
                    <a:gd name="connsiteY0" fmla="*/ 15598 h 15598"/>
                    <a:gd name="connsiteX1" fmla="*/ 870 w 22125"/>
                    <a:gd name="connsiteY1" fmla="*/ 15301 h 15598"/>
                    <a:gd name="connsiteX2" fmla="*/ 276 w 22125"/>
                    <a:gd name="connsiteY2" fmla="*/ 12777 h 15598"/>
                    <a:gd name="connsiteX3" fmla="*/ 20027 w 22125"/>
                    <a:gd name="connsiteY3" fmla="*/ 6 h 15598"/>
                    <a:gd name="connsiteX4" fmla="*/ 22106 w 22125"/>
                    <a:gd name="connsiteY4" fmla="*/ 1565 h 15598"/>
                    <a:gd name="connsiteX5" fmla="*/ 20547 w 22125"/>
                    <a:gd name="connsiteY5" fmla="*/ 3644 h 15598"/>
                    <a:gd name="connsiteX6" fmla="*/ 3395 w 22125"/>
                    <a:gd name="connsiteY6" fmla="*/ 14707 h 15598"/>
                    <a:gd name="connsiteX7" fmla="*/ 1835 w 22125"/>
                    <a:gd name="connsiteY7" fmla="*/ 15598 h 15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598">
                      <a:moveTo>
                        <a:pt x="1835" y="15598"/>
                      </a:moveTo>
                      <a:cubicBezTo>
                        <a:pt x="1835" y="15598"/>
                        <a:pt x="1167" y="15524"/>
                        <a:pt x="870" y="15301"/>
                      </a:cubicBezTo>
                      <a:cubicBezTo>
                        <a:pt x="-21" y="14782"/>
                        <a:pt x="-244" y="13594"/>
                        <a:pt x="276" y="12777"/>
                      </a:cubicBezTo>
                      <a:cubicBezTo>
                        <a:pt x="4583" y="5871"/>
                        <a:pt x="12008" y="1119"/>
                        <a:pt x="20027" y="6"/>
                      </a:cubicBezTo>
                      <a:cubicBezTo>
                        <a:pt x="20992" y="-69"/>
                        <a:pt x="21958" y="600"/>
                        <a:pt x="22106" y="1565"/>
                      </a:cubicBezTo>
                      <a:cubicBezTo>
                        <a:pt x="22255" y="2530"/>
                        <a:pt x="21512" y="3495"/>
                        <a:pt x="20547" y="3644"/>
                      </a:cubicBezTo>
                      <a:cubicBezTo>
                        <a:pt x="13567" y="4609"/>
                        <a:pt x="7182" y="8693"/>
                        <a:pt x="3395" y="14707"/>
                      </a:cubicBezTo>
                      <a:cubicBezTo>
                        <a:pt x="3023" y="15301"/>
                        <a:pt x="2429" y="15598"/>
                        <a:pt x="1835" y="15598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2" name="任意多边形: 形状 161">
                  <a:extLst>
                    <a:ext uri="{FF2B5EF4-FFF2-40B4-BE49-F238E27FC236}">
                      <a16:creationId xmlns:a16="http://schemas.microsoft.com/office/drawing/2014/main" id="{90DD9D5D-19FF-F972-52C5-FDBCCFF447F9}"/>
                    </a:ext>
                  </a:extLst>
                </p:cNvPr>
                <p:cNvSpPr/>
                <p:nvPr/>
              </p:nvSpPr>
              <p:spPr>
                <a:xfrm>
                  <a:off x="-5706739" y="6310521"/>
                  <a:ext cx="22125" cy="15598"/>
                </a:xfrm>
                <a:custGeom>
                  <a:avLst/>
                  <a:gdLst>
                    <a:gd name="connsiteX0" fmla="*/ 1835 w 22125"/>
                    <a:gd name="connsiteY0" fmla="*/ 15599 h 15598"/>
                    <a:gd name="connsiteX1" fmla="*/ 870 w 22125"/>
                    <a:gd name="connsiteY1" fmla="*/ 15301 h 15598"/>
                    <a:gd name="connsiteX2" fmla="*/ 276 w 22125"/>
                    <a:gd name="connsiteY2" fmla="*/ 12777 h 15598"/>
                    <a:gd name="connsiteX3" fmla="*/ 20027 w 22125"/>
                    <a:gd name="connsiteY3" fmla="*/ 6 h 15598"/>
                    <a:gd name="connsiteX4" fmla="*/ 22106 w 22125"/>
                    <a:gd name="connsiteY4" fmla="*/ 1565 h 15598"/>
                    <a:gd name="connsiteX5" fmla="*/ 20547 w 22125"/>
                    <a:gd name="connsiteY5" fmla="*/ 3644 h 15598"/>
                    <a:gd name="connsiteX6" fmla="*/ 3395 w 22125"/>
                    <a:gd name="connsiteY6" fmla="*/ 14707 h 15598"/>
                    <a:gd name="connsiteX7" fmla="*/ 1835 w 22125"/>
                    <a:gd name="connsiteY7" fmla="*/ 15599 h 15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598">
                      <a:moveTo>
                        <a:pt x="1835" y="15599"/>
                      </a:moveTo>
                      <a:cubicBezTo>
                        <a:pt x="1835" y="15599"/>
                        <a:pt x="1167" y="15524"/>
                        <a:pt x="870" y="15301"/>
                      </a:cubicBezTo>
                      <a:cubicBezTo>
                        <a:pt x="-21" y="14782"/>
                        <a:pt x="-244" y="13594"/>
                        <a:pt x="276" y="12777"/>
                      </a:cubicBezTo>
                      <a:cubicBezTo>
                        <a:pt x="4583" y="5872"/>
                        <a:pt x="12008" y="1119"/>
                        <a:pt x="20027" y="6"/>
                      </a:cubicBezTo>
                      <a:cubicBezTo>
                        <a:pt x="20992" y="-69"/>
                        <a:pt x="21958" y="600"/>
                        <a:pt x="22106" y="1565"/>
                      </a:cubicBezTo>
                      <a:cubicBezTo>
                        <a:pt x="22255" y="2604"/>
                        <a:pt x="21512" y="3495"/>
                        <a:pt x="20547" y="3644"/>
                      </a:cubicBezTo>
                      <a:cubicBezTo>
                        <a:pt x="13567" y="4609"/>
                        <a:pt x="7182" y="8693"/>
                        <a:pt x="3395" y="14707"/>
                      </a:cubicBezTo>
                      <a:cubicBezTo>
                        <a:pt x="3023" y="15301"/>
                        <a:pt x="2429" y="15599"/>
                        <a:pt x="1835" y="15599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CF39F43A-E06F-DC03-7CFC-2C5382020CC3}"/>
                  </a:ext>
                </a:extLst>
              </p:cNvPr>
              <p:cNvSpPr/>
              <p:nvPr/>
            </p:nvSpPr>
            <p:spPr>
              <a:xfrm>
                <a:off x="-5800168" y="6229592"/>
                <a:ext cx="75811" cy="20419"/>
              </a:xfrm>
              <a:custGeom>
                <a:avLst/>
                <a:gdLst>
                  <a:gd name="connsiteX0" fmla="*/ 75811 w 75811"/>
                  <a:gd name="connsiteY0" fmla="*/ 0 h 20419"/>
                  <a:gd name="connsiteX1" fmla="*/ 72915 w 75811"/>
                  <a:gd name="connsiteY1" fmla="*/ 20419 h 20419"/>
                  <a:gd name="connsiteX2" fmla="*/ 1114 w 75811"/>
                  <a:gd name="connsiteY2" fmla="*/ 19157 h 20419"/>
                  <a:gd name="connsiteX3" fmla="*/ 0 w 75811"/>
                  <a:gd name="connsiteY3" fmla="*/ 0 h 20419"/>
                  <a:gd name="connsiteX4" fmla="*/ 75811 w 75811"/>
                  <a:gd name="connsiteY4" fmla="*/ 0 h 20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11" h="20419">
                    <a:moveTo>
                      <a:pt x="75811" y="0"/>
                    </a:moveTo>
                    <a:lnTo>
                      <a:pt x="72915" y="20419"/>
                    </a:lnTo>
                    <a:lnTo>
                      <a:pt x="1114" y="19157"/>
                    </a:lnTo>
                    <a:lnTo>
                      <a:pt x="0" y="0"/>
                    </a:lnTo>
                    <a:lnTo>
                      <a:pt x="75811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6" name="图形 206">
              <a:extLst>
                <a:ext uri="{FF2B5EF4-FFF2-40B4-BE49-F238E27FC236}">
                  <a16:creationId xmlns:a16="http://schemas.microsoft.com/office/drawing/2014/main" id="{873852B9-8439-6BA6-647D-365D882E24D2}"/>
                </a:ext>
              </a:extLst>
            </p:cNvPr>
            <p:cNvGrpSpPr/>
            <p:nvPr/>
          </p:nvGrpSpPr>
          <p:grpSpPr>
            <a:xfrm>
              <a:off x="-5569608" y="6128164"/>
              <a:ext cx="208769" cy="223423"/>
              <a:chOff x="-5569608" y="6128164"/>
              <a:chExt cx="208769" cy="223423"/>
            </a:xfrm>
          </p:grpSpPr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7D0B5035-A580-4F32-E1A8-FB944D3E169B}"/>
                  </a:ext>
                </a:extLst>
              </p:cNvPr>
              <p:cNvSpPr/>
              <p:nvPr/>
            </p:nvSpPr>
            <p:spPr>
              <a:xfrm>
                <a:off x="-5551276" y="6128164"/>
                <a:ext cx="90958" cy="160680"/>
              </a:xfrm>
              <a:custGeom>
                <a:avLst/>
                <a:gdLst>
                  <a:gd name="connsiteX0" fmla="*/ 10024 w 90958"/>
                  <a:gd name="connsiteY0" fmla="*/ 160681 h 160680"/>
                  <a:gd name="connsiteX1" fmla="*/ 76331 w 90958"/>
                  <a:gd name="connsiteY1" fmla="*/ 152290 h 160680"/>
                  <a:gd name="connsiteX2" fmla="*/ 90958 w 90958"/>
                  <a:gd name="connsiteY2" fmla="*/ 2525 h 160680"/>
                  <a:gd name="connsiteX3" fmla="*/ 0 w 90958"/>
                  <a:gd name="connsiteY3" fmla="*/ 0 h 160680"/>
                  <a:gd name="connsiteX4" fmla="*/ 10024 w 90958"/>
                  <a:gd name="connsiteY4" fmla="*/ 160681 h 16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958" h="160680">
                    <a:moveTo>
                      <a:pt x="10024" y="160681"/>
                    </a:moveTo>
                    <a:lnTo>
                      <a:pt x="76331" y="152290"/>
                    </a:lnTo>
                    <a:lnTo>
                      <a:pt x="90958" y="2525"/>
                    </a:lnTo>
                    <a:lnTo>
                      <a:pt x="0" y="0"/>
                    </a:lnTo>
                    <a:lnTo>
                      <a:pt x="10024" y="160681"/>
                    </a:lnTo>
                    <a:close/>
                  </a:path>
                </a:pathLst>
              </a:custGeom>
              <a:solidFill>
                <a:srgbClr val="B97964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46" name="图形 206">
                <a:extLst>
                  <a:ext uri="{FF2B5EF4-FFF2-40B4-BE49-F238E27FC236}">
                    <a16:creationId xmlns:a16="http://schemas.microsoft.com/office/drawing/2014/main" id="{026F1420-BD79-3F99-EA3F-D11D82B4878E}"/>
                  </a:ext>
                </a:extLst>
              </p:cNvPr>
              <p:cNvGrpSpPr/>
              <p:nvPr/>
            </p:nvGrpSpPr>
            <p:grpSpPr>
              <a:xfrm>
                <a:off x="-5569608" y="6257952"/>
                <a:ext cx="208769" cy="93635"/>
                <a:chOff x="-5569608" y="6257952"/>
                <a:chExt cx="208769" cy="93635"/>
              </a:xfrm>
            </p:grpSpPr>
            <p:sp>
              <p:nvSpPr>
                <p:cNvPr id="148" name="任意多边形: 形状 147">
                  <a:extLst>
                    <a:ext uri="{FF2B5EF4-FFF2-40B4-BE49-F238E27FC236}">
                      <a16:creationId xmlns:a16="http://schemas.microsoft.com/office/drawing/2014/main" id="{B6E44721-BBA4-4558-4968-DA3C5B621262}"/>
                    </a:ext>
                  </a:extLst>
                </p:cNvPr>
                <p:cNvSpPr/>
                <p:nvPr/>
              </p:nvSpPr>
              <p:spPr>
                <a:xfrm>
                  <a:off x="-5569608" y="6267980"/>
                  <a:ext cx="208769" cy="83607"/>
                </a:xfrm>
                <a:custGeom>
                  <a:avLst/>
                  <a:gdLst>
                    <a:gd name="connsiteX0" fmla="*/ 98078 w 208769"/>
                    <a:gd name="connsiteY0" fmla="*/ 0 h 83607"/>
                    <a:gd name="connsiteX1" fmla="*/ 76323 w 208769"/>
                    <a:gd name="connsiteY1" fmla="*/ 0 h 83607"/>
                    <a:gd name="connsiteX2" fmla="*/ 63922 w 208769"/>
                    <a:gd name="connsiteY2" fmla="*/ 6460 h 83607"/>
                    <a:gd name="connsiteX3" fmla="*/ 28356 w 208769"/>
                    <a:gd name="connsiteY3" fmla="*/ 1040 h 83607"/>
                    <a:gd name="connsiteX4" fmla="*/ 16624 w 208769"/>
                    <a:gd name="connsiteY4" fmla="*/ 12623 h 83607"/>
                    <a:gd name="connsiteX5" fmla="*/ 363 w 208769"/>
                    <a:gd name="connsiteY5" fmla="*/ 71727 h 83607"/>
                    <a:gd name="connsiteX6" fmla="*/ 6749 w 208769"/>
                    <a:gd name="connsiteY6" fmla="*/ 83236 h 83607"/>
                    <a:gd name="connsiteX7" fmla="*/ 9422 w 208769"/>
                    <a:gd name="connsiteY7" fmla="*/ 83608 h 83607"/>
                    <a:gd name="connsiteX8" fmla="*/ 181537 w 208769"/>
                    <a:gd name="connsiteY8" fmla="*/ 83608 h 83607"/>
                    <a:gd name="connsiteX9" fmla="*/ 203293 w 208769"/>
                    <a:gd name="connsiteY9" fmla="*/ 53461 h 83607"/>
                    <a:gd name="connsiteX10" fmla="*/ 100974 w 208769"/>
                    <a:gd name="connsiteY10" fmla="*/ 12549 h 83607"/>
                    <a:gd name="connsiteX11" fmla="*/ 97930 w 208769"/>
                    <a:gd name="connsiteY11" fmla="*/ 0 h 8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8769" h="83607">
                      <a:moveTo>
                        <a:pt x="98078" y="0"/>
                      </a:moveTo>
                      <a:lnTo>
                        <a:pt x="76323" y="0"/>
                      </a:lnTo>
                      <a:cubicBezTo>
                        <a:pt x="71422" y="0"/>
                        <a:pt x="66893" y="2450"/>
                        <a:pt x="63922" y="6460"/>
                      </a:cubicBezTo>
                      <a:cubicBezTo>
                        <a:pt x="51374" y="23538"/>
                        <a:pt x="41944" y="17078"/>
                        <a:pt x="28356" y="1040"/>
                      </a:cubicBezTo>
                      <a:cubicBezTo>
                        <a:pt x="19668" y="0"/>
                        <a:pt x="17367" y="9950"/>
                        <a:pt x="16624" y="12623"/>
                      </a:cubicBezTo>
                      <a:lnTo>
                        <a:pt x="363" y="71727"/>
                      </a:lnTo>
                      <a:cubicBezTo>
                        <a:pt x="-1048" y="76628"/>
                        <a:pt x="1774" y="81826"/>
                        <a:pt x="6749" y="83236"/>
                      </a:cubicBezTo>
                      <a:cubicBezTo>
                        <a:pt x="7640" y="83459"/>
                        <a:pt x="8531" y="83608"/>
                        <a:pt x="9422" y="83608"/>
                      </a:cubicBezTo>
                      <a:lnTo>
                        <a:pt x="181537" y="83608"/>
                      </a:lnTo>
                      <a:cubicBezTo>
                        <a:pt x="208936" y="83608"/>
                        <a:pt x="214579" y="55986"/>
                        <a:pt x="203293" y="53461"/>
                      </a:cubicBezTo>
                      <a:cubicBezTo>
                        <a:pt x="152579" y="42249"/>
                        <a:pt x="116641" y="27325"/>
                        <a:pt x="100974" y="12549"/>
                      </a:cubicBezTo>
                      <a:cubicBezTo>
                        <a:pt x="98078" y="9950"/>
                        <a:pt x="101048" y="8019"/>
                        <a:pt x="9793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9" name="任意多边形: 形状 148">
                  <a:extLst>
                    <a:ext uri="{FF2B5EF4-FFF2-40B4-BE49-F238E27FC236}">
                      <a16:creationId xmlns:a16="http://schemas.microsoft.com/office/drawing/2014/main" id="{B3B706DE-9881-3D7F-993F-8439C50DCF0C}"/>
                    </a:ext>
                  </a:extLst>
                </p:cNvPr>
                <p:cNvSpPr/>
                <p:nvPr/>
              </p:nvSpPr>
              <p:spPr>
                <a:xfrm>
                  <a:off x="-5460391" y="6272683"/>
                  <a:ext cx="39688" cy="15464"/>
                </a:xfrm>
                <a:custGeom>
                  <a:avLst/>
                  <a:gdLst>
                    <a:gd name="connsiteX0" fmla="*/ 35937 w 39688"/>
                    <a:gd name="connsiteY0" fmla="*/ 12078 h 15464"/>
                    <a:gd name="connsiteX1" fmla="*/ 39649 w 39688"/>
                    <a:gd name="connsiteY1" fmla="*/ 4950 h 15464"/>
                    <a:gd name="connsiteX2" fmla="*/ 37867 w 39688"/>
                    <a:gd name="connsiteY2" fmla="*/ 1089 h 15464"/>
                    <a:gd name="connsiteX3" fmla="*/ 816 w 39688"/>
                    <a:gd name="connsiteY3" fmla="*/ 10444 h 15464"/>
                    <a:gd name="connsiteX4" fmla="*/ 73 w 39688"/>
                    <a:gd name="connsiteY4" fmla="*/ 11187 h 15464"/>
                    <a:gd name="connsiteX5" fmla="*/ 816 w 39688"/>
                    <a:gd name="connsiteY5" fmla="*/ 12746 h 15464"/>
                    <a:gd name="connsiteX6" fmla="*/ 21161 w 39688"/>
                    <a:gd name="connsiteY6" fmla="*/ 15345 h 15464"/>
                    <a:gd name="connsiteX7" fmla="*/ 35937 w 39688"/>
                    <a:gd name="connsiteY7" fmla="*/ 12004 h 15464"/>
                    <a:gd name="connsiteX8" fmla="*/ 36160 w 39688"/>
                    <a:gd name="connsiteY8" fmla="*/ 3242 h 15464"/>
                    <a:gd name="connsiteX9" fmla="*/ 36902 w 39688"/>
                    <a:gd name="connsiteY9" fmla="*/ 4876 h 15464"/>
                    <a:gd name="connsiteX10" fmla="*/ 34229 w 39688"/>
                    <a:gd name="connsiteY10" fmla="*/ 10073 h 15464"/>
                    <a:gd name="connsiteX11" fmla="*/ 5122 w 39688"/>
                    <a:gd name="connsiteY11" fmla="*/ 11187 h 15464"/>
                    <a:gd name="connsiteX12" fmla="*/ 36160 w 39688"/>
                    <a:gd name="connsiteY12" fmla="*/ 3242 h 1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9688" h="15464">
                      <a:moveTo>
                        <a:pt x="35937" y="12078"/>
                      </a:moveTo>
                      <a:cubicBezTo>
                        <a:pt x="38239" y="10444"/>
                        <a:pt x="39575" y="7771"/>
                        <a:pt x="39649" y="4950"/>
                      </a:cubicBezTo>
                      <a:cubicBezTo>
                        <a:pt x="39872" y="3465"/>
                        <a:pt x="39130" y="1980"/>
                        <a:pt x="37867" y="1089"/>
                      </a:cubicBezTo>
                      <a:cubicBezTo>
                        <a:pt x="31036" y="-3738"/>
                        <a:pt x="3860" y="8959"/>
                        <a:pt x="816" y="10444"/>
                      </a:cubicBezTo>
                      <a:cubicBezTo>
                        <a:pt x="444" y="10593"/>
                        <a:pt x="222" y="10816"/>
                        <a:pt x="73" y="11187"/>
                      </a:cubicBezTo>
                      <a:cubicBezTo>
                        <a:pt x="-150" y="11781"/>
                        <a:pt x="147" y="12524"/>
                        <a:pt x="816" y="12746"/>
                      </a:cubicBezTo>
                      <a:cubicBezTo>
                        <a:pt x="7498" y="14305"/>
                        <a:pt x="14329" y="15196"/>
                        <a:pt x="21161" y="15345"/>
                      </a:cubicBezTo>
                      <a:cubicBezTo>
                        <a:pt x="26284" y="15865"/>
                        <a:pt x="31482" y="14677"/>
                        <a:pt x="35937" y="12004"/>
                      </a:cubicBezTo>
                      <a:close/>
                      <a:moveTo>
                        <a:pt x="36160" y="3242"/>
                      </a:moveTo>
                      <a:cubicBezTo>
                        <a:pt x="36679" y="3613"/>
                        <a:pt x="36976" y="4207"/>
                        <a:pt x="36902" y="4876"/>
                      </a:cubicBezTo>
                      <a:cubicBezTo>
                        <a:pt x="36754" y="6880"/>
                        <a:pt x="35788" y="8811"/>
                        <a:pt x="34229" y="10073"/>
                      </a:cubicBezTo>
                      <a:cubicBezTo>
                        <a:pt x="28066" y="14677"/>
                        <a:pt x="13141" y="12672"/>
                        <a:pt x="5122" y="11187"/>
                      </a:cubicBezTo>
                      <a:cubicBezTo>
                        <a:pt x="16409" y="6212"/>
                        <a:pt x="32447" y="643"/>
                        <a:pt x="36160" y="3242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0" name="任意多边形: 形状 149">
                  <a:extLst>
                    <a:ext uri="{FF2B5EF4-FFF2-40B4-BE49-F238E27FC236}">
                      <a16:creationId xmlns:a16="http://schemas.microsoft.com/office/drawing/2014/main" id="{DB49E384-923C-5513-4B52-7104F8CD35C6}"/>
                    </a:ext>
                  </a:extLst>
                </p:cNvPr>
                <p:cNvSpPr/>
                <p:nvPr/>
              </p:nvSpPr>
              <p:spPr>
                <a:xfrm>
                  <a:off x="-5460523" y="6257952"/>
                  <a:ext cx="26301" cy="27774"/>
                </a:xfrm>
                <a:custGeom>
                  <a:avLst/>
                  <a:gdLst>
                    <a:gd name="connsiteX0" fmla="*/ 1913 w 26301"/>
                    <a:gd name="connsiteY0" fmla="*/ 27774 h 27774"/>
                    <a:gd name="connsiteX1" fmla="*/ 26268 w 26301"/>
                    <a:gd name="connsiteY1" fmla="*/ 3865 h 27774"/>
                    <a:gd name="connsiteX2" fmla="*/ 21367 w 26301"/>
                    <a:gd name="connsiteY2" fmla="*/ 78 h 27774"/>
                    <a:gd name="connsiteX3" fmla="*/ 57 w 26301"/>
                    <a:gd name="connsiteY3" fmla="*/ 26215 h 27774"/>
                    <a:gd name="connsiteX4" fmla="*/ 428 w 26301"/>
                    <a:gd name="connsiteY4" fmla="*/ 27477 h 27774"/>
                    <a:gd name="connsiteX5" fmla="*/ 1245 w 26301"/>
                    <a:gd name="connsiteY5" fmla="*/ 27477 h 27774"/>
                    <a:gd name="connsiteX6" fmla="*/ 1913 w 26301"/>
                    <a:gd name="connsiteY6" fmla="*/ 27700 h 27774"/>
                    <a:gd name="connsiteX7" fmla="*/ 20847 w 26301"/>
                    <a:gd name="connsiteY7" fmla="*/ 2306 h 27774"/>
                    <a:gd name="connsiteX8" fmla="*/ 23595 w 26301"/>
                    <a:gd name="connsiteY8" fmla="*/ 3939 h 27774"/>
                    <a:gd name="connsiteX9" fmla="*/ 3101 w 26301"/>
                    <a:gd name="connsiteY9" fmla="*/ 24062 h 27774"/>
                    <a:gd name="connsiteX10" fmla="*/ 19808 w 26301"/>
                    <a:gd name="connsiteY10" fmla="*/ 2232 h 27774"/>
                    <a:gd name="connsiteX11" fmla="*/ 20773 w 26301"/>
                    <a:gd name="connsiteY11" fmla="*/ 2232 h 27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6301" h="27774">
                      <a:moveTo>
                        <a:pt x="1913" y="27774"/>
                      </a:moveTo>
                      <a:cubicBezTo>
                        <a:pt x="10081" y="24359"/>
                        <a:pt x="27159" y="10993"/>
                        <a:pt x="26268" y="3865"/>
                      </a:cubicBezTo>
                      <a:cubicBezTo>
                        <a:pt x="26119" y="2380"/>
                        <a:pt x="25080" y="598"/>
                        <a:pt x="21367" y="78"/>
                      </a:cubicBezTo>
                      <a:cubicBezTo>
                        <a:pt x="6443" y="-1629"/>
                        <a:pt x="57" y="25101"/>
                        <a:pt x="57" y="26215"/>
                      </a:cubicBezTo>
                      <a:cubicBezTo>
                        <a:pt x="-92" y="26661"/>
                        <a:pt x="57" y="27180"/>
                        <a:pt x="428" y="27477"/>
                      </a:cubicBezTo>
                      <a:cubicBezTo>
                        <a:pt x="725" y="27552"/>
                        <a:pt x="1022" y="27552"/>
                        <a:pt x="1245" y="27477"/>
                      </a:cubicBezTo>
                      <a:lnTo>
                        <a:pt x="1913" y="27700"/>
                      </a:lnTo>
                      <a:close/>
                      <a:moveTo>
                        <a:pt x="20847" y="2306"/>
                      </a:moveTo>
                      <a:cubicBezTo>
                        <a:pt x="23595" y="2603"/>
                        <a:pt x="23595" y="3568"/>
                        <a:pt x="23595" y="3939"/>
                      </a:cubicBezTo>
                      <a:cubicBezTo>
                        <a:pt x="24411" y="8246"/>
                        <a:pt x="11937" y="19384"/>
                        <a:pt x="3101" y="24062"/>
                      </a:cubicBezTo>
                      <a:cubicBezTo>
                        <a:pt x="4958" y="17825"/>
                        <a:pt x="10378" y="2232"/>
                        <a:pt x="19808" y="2232"/>
                      </a:cubicBezTo>
                      <a:lnTo>
                        <a:pt x="20773" y="2232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1" name="任意多边形: 形状 150">
                  <a:extLst>
                    <a:ext uri="{FF2B5EF4-FFF2-40B4-BE49-F238E27FC236}">
                      <a16:creationId xmlns:a16="http://schemas.microsoft.com/office/drawing/2014/main" id="{2681864D-E229-AADB-23B9-5EAE84A41701}"/>
                    </a:ext>
                  </a:extLst>
                </p:cNvPr>
                <p:cNvSpPr/>
                <p:nvPr/>
              </p:nvSpPr>
              <p:spPr>
                <a:xfrm>
                  <a:off x="-5476781" y="6282811"/>
                  <a:ext cx="22125" cy="15611"/>
                </a:xfrm>
                <a:custGeom>
                  <a:avLst/>
                  <a:gdLst>
                    <a:gd name="connsiteX0" fmla="*/ 1835 w 22125"/>
                    <a:gd name="connsiteY0" fmla="*/ 15612 h 15611"/>
                    <a:gd name="connsiteX1" fmla="*/ 870 w 22125"/>
                    <a:gd name="connsiteY1" fmla="*/ 15315 h 15611"/>
                    <a:gd name="connsiteX2" fmla="*/ 276 w 22125"/>
                    <a:gd name="connsiteY2" fmla="*/ 12790 h 15611"/>
                    <a:gd name="connsiteX3" fmla="*/ 20027 w 22125"/>
                    <a:gd name="connsiteY3" fmla="*/ 19 h 15611"/>
                    <a:gd name="connsiteX4" fmla="*/ 22106 w 22125"/>
                    <a:gd name="connsiteY4" fmla="*/ 1578 h 15611"/>
                    <a:gd name="connsiteX5" fmla="*/ 20547 w 22125"/>
                    <a:gd name="connsiteY5" fmla="*/ 3657 h 15611"/>
                    <a:gd name="connsiteX6" fmla="*/ 3395 w 22125"/>
                    <a:gd name="connsiteY6" fmla="*/ 14721 h 15611"/>
                    <a:gd name="connsiteX7" fmla="*/ 1835 w 22125"/>
                    <a:gd name="connsiteY7" fmla="*/ 15612 h 15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611">
                      <a:moveTo>
                        <a:pt x="1835" y="15612"/>
                      </a:moveTo>
                      <a:cubicBezTo>
                        <a:pt x="1835" y="15612"/>
                        <a:pt x="1167" y="15538"/>
                        <a:pt x="870" y="15315"/>
                      </a:cubicBezTo>
                      <a:cubicBezTo>
                        <a:pt x="-21" y="14795"/>
                        <a:pt x="-244" y="13607"/>
                        <a:pt x="276" y="12790"/>
                      </a:cubicBezTo>
                      <a:cubicBezTo>
                        <a:pt x="4583" y="5885"/>
                        <a:pt x="12008" y="1133"/>
                        <a:pt x="20027" y="19"/>
                      </a:cubicBezTo>
                      <a:cubicBezTo>
                        <a:pt x="20992" y="-129"/>
                        <a:pt x="21958" y="613"/>
                        <a:pt x="22106" y="1578"/>
                      </a:cubicBezTo>
                      <a:cubicBezTo>
                        <a:pt x="22255" y="2618"/>
                        <a:pt x="21512" y="3509"/>
                        <a:pt x="20547" y="3657"/>
                      </a:cubicBezTo>
                      <a:cubicBezTo>
                        <a:pt x="13567" y="4623"/>
                        <a:pt x="7182" y="8707"/>
                        <a:pt x="3395" y="14721"/>
                      </a:cubicBezTo>
                      <a:cubicBezTo>
                        <a:pt x="3023" y="15315"/>
                        <a:pt x="2429" y="15612"/>
                        <a:pt x="1835" y="15612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2" name="任意多边形: 形状 151">
                  <a:extLst>
                    <a:ext uri="{FF2B5EF4-FFF2-40B4-BE49-F238E27FC236}">
                      <a16:creationId xmlns:a16="http://schemas.microsoft.com/office/drawing/2014/main" id="{2838AD23-97AC-39C0-21E7-ADEAFA6A1BE1}"/>
                    </a:ext>
                  </a:extLst>
                </p:cNvPr>
                <p:cNvSpPr/>
                <p:nvPr/>
              </p:nvSpPr>
              <p:spPr>
                <a:xfrm>
                  <a:off x="-5463267" y="6292997"/>
                  <a:ext cx="22125" cy="15598"/>
                </a:xfrm>
                <a:custGeom>
                  <a:avLst/>
                  <a:gdLst>
                    <a:gd name="connsiteX0" fmla="*/ 1835 w 22125"/>
                    <a:gd name="connsiteY0" fmla="*/ 15599 h 15598"/>
                    <a:gd name="connsiteX1" fmla="*/ 870 w 22125"/>
                    <a:gd name="connsiteY1" fmla="*/ 15301 h 15598"/>
                    <a:gd name="connsiteX2" fmla="*/ 276 w 22125"/>
                    <a:gd name="connsiteY2" fmla="*/ 12777 h 15598"/>
                    <a:gd name="connsiteX3" fmla="*/ 20027 w 22125"/>
                    <a:gd name="connsiteY3" fmla="*/ 6 h 15598"/>
                    <a:gd name="connsiteX4" fmla="*/ 22106 w 22125"/>
                    <a:gd name="connsiteY4" fmla="*/ 1565 h 15598"/>
                    <a:gd name="connsiteX5" fmla="*/ 20547 w 22125"/>
                    <a:gd name="connsiteY5" fmla="*/ 3644 h 15598"/>
                    <a:gd name="connsiteX6" fmla="*/ 3395 w 22125"/>
                    <a:gd name="connsiteY6" fmla="*/ 14708 h 15598"/>
                    <a:gd name="connsiteX7" fmla="*/ 1835 w 22125"/>
                    <a:gd name="connsiteY7" fmla="*/ 15599 h 15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598">
                      <a:moveTo>
                        <a:pt x="1835" y="15599"/>
                      </a:moveTo>
                      <a:cubicBezTo>
                        <a:pt x="1835" y="15599"/>
                        <a:pt x="1167" y="15524"/>
                        <a:pt x="870" y="15301"/>
                      </a:cubicBezTo>
                      <a:cubicBezTo>
                        <a:pt x="-21" y="14782"/>
                        <a:pt x="-244" y="13594"/>
                        <a:pt x="276" y="12777"/>
                      </a:cubicBezTo>
                      <a:cubicBezTo>
                        <a:pt x="4583" y="5872"/>
                        <a:pt x="12008" y="1120"/>
                        <a:pt x="20027" y="6"/>
                      </a:cubicBezTo>
                      <a:cubicBezTo>
                        <a:pt x="20992" y="-68"/>
                        <a:pt x="21958" y="600"/>
                        <a:pt x="22106" y="1565"/>
                      </a:cubicBezTo>
                      <a:cubicBezTo>
                        <a:pt x="22255" y="2530"/>
                        <a:pt x="21512" y="3495"/>
                        <a:pt x="20547" y="3644"/>
                      </a:cubicBezTo>
                      <a:cubicBezTo>
                        <a:pt x="13567" y="4609"/>
                        <a:pt x="7182" y="8693"/>
                        <a:pt x="3395" y="14708"/>
                      </a:cubicBezTo>
                      <a:cubicBezTo>
                        <a:pt x="3023" y="15301"/>
                        <a:pt x="2429" y="15599"/>
                        <a:pt x="1835" y="15599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3" name="任意多边形: 形状 152">
                  <a:extLst>
                    <a:ext uri="{FF2B5EF4-FFF2-40B4-BE49-F238E27FC236}">
                      <a16:creationId xmlns:a16="http://schemas.microsoft.com/office/drawing/2014/main" id="{AD2FE6EA-811B-F689-DDF1-CFB9873ACC62}"/>
                    </a:ext>
                  </a:extLst>
                </p:cNvPr>
                <p:cNvSpPr/>
                <p:nvPr/>
              </p:nvSpPr>
              <p:spPr>
                <a:xfrm>
                  <a:off x="-5446486" y="6301536"/>
                  <a:ext cx="22125" cy="15598"/>
                </a:xfrm>
                <a:custGeom>
                  <a:avLst/>
                  <a:gdLst>
                    <a:gd name="connsiteX0" fmla="*/ 1835 w 22125"/>
                    <a:gd name="connsiteY0" fmla="*/ 15598 h 15598"/>
                    <a:gd name="connsiteX1" fmla="*/ 870 w 22125"/>
                    <a:gd name="connsiteY1" fmla="*/ 15301 h 15598"/>
                    <a:gd name="connsiteX2" fmla="*/ 276 w 22125"/>
                    <a:gd name="connsiteY2" fmla="*/ 12777 h 15598"/>
                    <a:gd name="connsiteX3" fmla="*/ 20027 w 22125"/>
                    <a:gd name="connsiteY3" fmla="*/ 6 h 15598"/>
                    <a:gd name="connsiteX4" fmla="*/ 22106 w 22125"/>
                    <a:gd name="connsiteY4" fmla="*/ 1565 h 15598"/>
                    <a:gd name="connsiteX5" fmla="*/ 20547 w 22125"/>
                    <a:gd name="connsiteY5" fmla="*/ 3644 h 15598"/>
                    <a:gd name="connsiteX6" fmla="*/ 3395 w 22125"/>
                    <a:gd name="connsiteY6" fmla="*/ 14707 h 15598"/>
                    <a:gd name="connsiteX7" fmla="*/ 1835 w 22125"/>
                    <a:gd name="connsiteY7" fmla="*/ 15598 h 15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25" h="15598">
                      <a:moveTo>
                        <a:pt x="1835" y="15598"/>
                      </a:moveTo>
                      <a:cubicBezTo>
                        <a:pt x="1835" y="15598"/>
                        <a:pt x="1167" y="15524"/>
                        <a:pt x="870" y="15301"/>
                      </a:cubicBezTo>
                      <a:cubicBezTo>
                        <a:pt x="-21" y="14782"/>
                        <a:pt x="-244" y="13594"/>
                        <a:pt x="276" y="12777"/>
                      </a:cubicBezTo>
                      <a:cubicBezTo>
                        <a:pt x="4583" y="5871"/>
                        <a:pt x="12008" y="1119"/>
                        <a:pt x="20027" y="6"/>
                      </a:cubicBezTo>
                      <a:cubicBezTo>
                        <a:pt x="20992" y="-69"/>
                        <a:pt x="21958" y="600"/>
                        <a:pt x="22106" y="1565"/>
                      </a:cubicBezTo>
                      <a:cubicBezTo>
                        <a:pt x="22255" y="2604"/>
                        <a:pt x="21512" y="3495"/>
                        <a:pt x="20547" y="3644"/>
                      </a:cubicBezTo>
                      <a:cubicBezTo>
                        <a:pt x="13567" y="4609"/>
                        <a:pt x="7182" y="8693"/>
                        <a:pt x="3395" y="14707"/>
                      </a:cubicBezTo>
                      <a:cubicBezTo>
                        <a:pt x="3023" y="15301"/>
                        <a:pt x="2429" y="15598"/>
                        <a:pt x="1835" y="15598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EBDE3F2D-84AD-E31E-DFC7-2720A3CFFE98}"/>
                  </a:ext>
                </a:extLst>
              </p:cNvPr>
              <p:cNvSpPr/>
              <p:nvPr/>
            </p:nvSpPr>
            <p:spPr>
              <a:xfrm>
                <a:off x="-5545485" y="6220607"/>
                <a:ext cx="76405" cy="20493"/>
              </a:xfrm>
              <a:custGeom>
                <a:avLst/>
                <a:gdLst>
                  <a:gd name="connsiteX0" fmla="*/ 76405 w 76405"/>
                  <a:gd name="connsiteY0" fmla="*/ 0 h 20493"/>
                  <a:gd name="connsiteX1" fmla="*/ 74400 w 76405"/>
                  <a:gd name="connsiteY1" fmla="*/ 20494 h 20493"/>
                  <a:gd name="connsiteX2" fmla="*/ 1262 w 76405"/>
                  <a:gd name="connsiteY2" fmla="*/ 20048 h 20493"/>
                  <a:gd name="connsiteX3" fmla="*/ 0 w 76405"/>
                  <a:gd name="connsiteY3" fmla="*/ 0 h 20493"/>
                  <a:gd name="connsiteX4" fmla="*/ 76405 w 76405"/>
                  <a:gd name="connsiteY4" fmla="*/ 0 h 20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405" h="20493">
                    <a:moveTo>
                      <a:pt x="76405" y="0"/>
                    </a:moveTo>
                    <a:lnTo>
                      <a:pt x="74400" y="20494"/>
                    </a:lnTo>
                    <a:lnTo>
                      <a:pt x="1262" y="20048"/>
                    </a:lnTo>
                    <a:lnTo>
                      <a:pt x="0" y="0"/>
                    </a:lnTo>
                    <a:lnTo>
                      <a:pt x="76405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A714A01D-CE10-C0DF-6879-C05D976AA887}"/>
                </a:ext>
              </a:extLst>
            </p:cNvPr>
            <p:cNvSpPr/>
            <p:nvPr/>
          </p:nvSpPr>
          <p:spPr>
            <a:xfrm>
              <a:off x="-5873177" y="4208087"/>
              <a:ext cx="320842" cy="664282"/>
            </a:xfrm>
            <a:custGeom>
              <a:avLst/>
              <a:gdLst>
                <a:gd name="connsiteX0" fmla="*/ 13905 w 320842"/>
                <a:gd name="connsiteY0" fmla="*/ 575674 h 664282"/>
                <a:gd name="connsiteX1" fmla="*/ 19 w 320842"/>
                <a:gd name="connsiteY1" fmla="*/ 385515 h 664282"/>
                <a:gd name="connsiteX2" fmla="*/ 35141 w 320842"/>
                <a:gd name="connsiteY2" fmla="*/ 175531 h 664282"/>
                <a:gd name="connsiteX3" fmla="*/ 55931 w 320842"/>
                <a:gd name="connsiteY3" fmla="*/ 76628 h 664282"/>
                <a:gd name="connsiteX4" fmla="*/ 129886 w 320842"/>
                <a:gd name="connsiteY4" fmla="*/ 0 h 664282"/>
                <a:gd name="connsiteX5" fmla="*/ 297472 w 320842"/>
                <a:gd name="connsiteY5" fmla="*/ 71653 h 664282"/>
                <a:gd name="connsiteX6" fmla="*/ 319079 w 320842"/>
                <a:gd name="connsiteY6" fmla="*/ 348018 h 664282"/>
                <a:gd name="connsiteX7" fmla="*/ 292646 w 320842"/>
                <a:gd name="connsiteY7" fmla="*/ 584065 h 664282"/>
                <a:gd name="connsiteX8" fmla="*/ 280691 w 320842"/>
                <a:gd name="connsiteY8" fmla="*/ 615176 h 664282"/>
                <a:gd name="connsiteX9" fmla="*/ 239407 w 320842"/>
                <a:gd name="connsiteY9" fmla="*/ 636486 h 664282"/>
                <a:gd name="connsiteX10" fmla="*/ 120976 w 320842"/>
                <a:gd name="connsiteY10" fmla="*/ 662846 h 664282"/>
                <a:gd name="connsiteX11" fmla="*/ 36848 w 320842"/>
                <a:gd name="connsiteY11" fmla="*/ 645842 h 664282"/>
                <a:gd name="connsiteX12" fmla="*/ 4103 w 320842"/>
                <a:gd name="connsiteY12" fmla="*/ 615696 h 664282"/>
                <a:gd name="connsiteX13" fmla="*/ 13905 w 320842"/>
                <a:gd name="connsiteY13" fmla="*/ 575897 h 66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0842" h="664282">
                  <a:moveTo>
                    <a:pt x="13905" y="575674"/>
                  </a:moveTo>
                  <a:cubicBezTo>
                    <a:pt x="52515" y="515456"/>
                    <a:pt x="-1169" y="455757"/>
                    <a:pt x="19" y="385515"/>
                  </a:cubicBezTo>
                  <a:cubicBezTo>
                    <a:pt x="1207" y="315273"/>
                    <a:pt x="31354" y="245699"/>
                    <a:pt x="35141" y="175531"/>
                  </a:cubicBezTo>
                  <a:cubicBezTo>
                    <a:pt x="36923" y="141821"/>
                    <a:pt x="41600" y="107591"/>
                    <a:pt x="55931" y="76628"/>
                  </a:cubicBezTo>
                  <a:cubicBezTo>
                    <a:pt x="70262" y="45591"/>
                    <a:pt x="96695" y="12697"/>
                    <a:pt x="129886" y="0"/>
                  </a:cubicBezTo>
                  <a:lnTo>
                    <a:pt x="297472" y="71653"/>
                  </a:lnTo>
                  <a:cubicBezTo>
                    <a:pt x="323683" y="193797"/>
                    <a:pt x="322421" y="272281"/>
                    <a:pt x="319079" y="348018"/>
                  </a:cubicBezTo>
                  <a:cubicBezTo>
                    <a:pt x="315664" y="424052"/>
                    <a:pt x="310095" y="497264"/>
                    <a:pt x="292646" y="584065"/>
                  </a:cubicBezTo>
                  <a:cubicBezTo>
                    <a:pt x="290418" y="594980"/>
                    <a:pt x="287894" y="606340"/>
                    <a:pt x="280691" y="615176"/>
                  </a:cubicBezTo>
                  <a:cubicBezTo>
                    <a:pt x="270964" y="627131"/>
                    <a:pt x="254629" y="632105"/>
                    <a:pt x="239407" y="636486"/>
                  </a:cubicBezTo>
                  <a:cubicBezTo>
                    <a:pt x="200499" y="647550"/>
                    <a:pt x="161369" y="658762"/>
                    <a:pt x="120976" y="662846"/>
                  </a:cubicBezTo>
                  <a:cubicBezTo>
                    <a:pt x="80583" y="666930"/>
                    <a:pt x="73232" y="662623"/>
                    <a:pt x="36848" y="645842"/>
                  </a:cubicBezTo>
                  <a:cubicBezTo>
                    <a:pt x="24523" y="640199"/>
                    <a:pt x="5811" y="628541"/>
                    <a:pt x="4103" y="615696"/>
                  </a:cubicBezTo>
                  <a:cubicBezTo>
                    <a:pt x="2693" y="604781"/>
                    <a:pt x="7890" y="585253"/>
                    <a:pt x="13905" y="575897"/>
                  </a:cubicBezTo>
                  <a:close/>
                </a:path>
              </a:pathLst>
            </a:custGeom>
            <a:solidFill>
              <a:srgbClr val="263238"/>
            </a:solidFill>
            <a:ln w="7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8" name="图形 206">
              <a:extLst>
                <a:ext uri="{FF2B5EF4-FFF2-40B4-BE49-F238E27FC236}">
                  <a16:creationId xmlns:a16="http://schemas.microsoft.com/office/drawing/2014/main" id="{930AB2C7-C1B8-5BE5-164B-0FE8EA32C578}"/>
                </a:ext>
              </a:extLst>
            </p:cNvPr>
            <p:cNvGrpSpPr/>
            <p:nvPr/>
          </p:nvGrpSpPr>
          <p:grpSpPr>
            <a:xfrm>
              <a:off x="-5912822" y="4955580"/>
              <a:ext cx="460846" cy="1281468"/>
              <a:chOff x="-5912822" y="4955580"/>
              <a:chExt cx="460846" cy="1281468"/>
            </a:xfrm>
          </p:grpSpPr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9BA86843-0A9B-9A02-DEA2-0C8502F4344E}"/>
                  </a:ext>
                </a:extLst>
              </p:cNvPr>
              <p:cNvSpPr/>
              <p:nvPr/>
            </p:nvSpPr>
            <p:spPr>
              <a:xfrm>
                <a:off x="-5697104" y="5033915"/>
                <a:ext cx="245128" cy="1195824"/>
              </a:xfrm>
              <a:custGeom>
                <a:avLst/>
                <a:gdLst>
                  <a:gd name="connsiteX0" fmla="*/ 15293 w 245128"/>
                  <a:gd name="connsiteY0" fmla="*/ 74 h 1195824"/>
                  <a:gd name="connsiteX1" fmla="*/ 185627 w 245128"/>
                  <a:gd name="connsiteY1" fmla="*/ 742 h 1195824"/>
                  <a:gd name="connsiteX2" fmla="*/ 241613 w 245128"/>
                  <a:gd name="connsiteY2" fmla="*/ 636115 h 1195824"/>
                  <a:gd name="connsiteX3" fmla="*/ 243023 w 245128"/>
                  <a:gd name="connsiteY3" fmla="*/ 1195825 h 1195824"/>
                  <a:gd name="connsiteX4" fmla="*/ 132240 w 245128"/>
                  <a:gd name="connsiteY4" fmla="*/ 1195825 h 1195824"/>
                  <a:gd name="connsiteX5" fmla="*/ 89916 w 245128"/>
                  <a:gd name="connsiteY5" fmla="*/ 668043 h 1195824"/>
                  <a:gd name="connsiteX6" fmla="*/ 57840 w 245128"/>
                  <a:gd name="connsiteY6" fmla="*/ 522584 h 1195824"/>
                  <a:gd name="connsiteX7" fmla="*/ 6903 w 245128"/>
                  <a:gd name="connsiteY7" fmla="*/ 231888 h 1195824"/>
                  <a:gd name="connsiteX8" fmla="*/ 15293 w 245128"/>
                  <a:gd name="connsiteY8" fmla="*/ 0 h 119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128" h="1195824">
                    <a:moveTo>
                      <a:pt x="15293" y="74"/>
                    </a:moveTo>
                    <a:lnTo>
                      <a:pt x="185627" y="742"/>
                    </a:lnTo>
                    <a:cubicBezTo>
                      <a:pt x="185627" y="742"/>
                      <a:pt x="245103" y="300274"/>
                      <a:pt x="241613" y="636115"/>
                    </a:cubicBezTo>
                    <a:cubicBezTo>
                      <a:pt x="248592" y="833254"/>
                      <a:pt x="243023" y="1195825"/>
                      <a:pt x="243023" y="1195825"/>
                    </a:cubicBezTo>
                    <a:lnTo>
                      <a:pt x="132240" y="1195825"/>
                    </a:lnTo>
                    <a:cubicBezTo>
                      <a:pt x="132240" y="1195825"/>
                      <a:pt x="61701" y="901342"/>
                      <a:pt x="89916" y="668043"/>
                    </a:cubicBezTo>
                    <a:cubicBezTo>
                      <a:pt x="79670" y="627799"/>
                      <a:pt x="65933" y="558151"/>
                      <a:pt x="57840" y="522584"/>
                    </a:cubicBezTo>
                    <a:cubicBezTo>
                      <a:pt x="35267" y="426725"/>
                      <a:pt x="18189" y="329678"/>
                      <a:pt x="6903" y="231888"/>
                    </a:cubicBezTo>
                    <a:cubicBezTo>
                      <a:pt x="-12551" y="48561"/>
                      <a:pt x="15293" y="0"/>
                      <a:pt x="1529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F55E0E54-8EB2-0B66-434F-7B9EAA6D2710}"/>
                  </a:ext>
                </a:extLst>
              </p:cNvPr>
              <p:cNvSpPr/>
              <p:nvPr/>
            </p:nvSpPr>
            <p:spPr>
              <a:xfrm>
                <a:off x="-5690201" y="5151604"/>
                <a:ext cx="61160" cy="404969"/>
              </a:xfrm>
              <a:custGeom>
                <a:avLst/>
                <a:gdLst>
                  <a:gd name="connsiteX0" fmla="*/ 23464 w 61160"/>
                  <a:gd name="connsiteY0" fmla="*/ 0 h 404969"/>
                  <a:gd name="connsiteX1" fmla="*/ 50937 w 61160"/>
                  <a:gd name="connsiteY1" fmla="*/ 404969 h 404969"/>
                  <a:gd name="connsiteX2" fmla="*/ 0 w 61160"/>
                  <a:gd name="connsiteY2" fmla="*/ 114274 h 404969"/>
                  <a:gd name="connsiteX3" fmla="*/ 23464 w 61160"/>
                  <a:gd name="connsiteY3" fmla="*/ 0 h 40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60" h="404969">
                    <a:moveTo>
                      <a:pt x="23464" y="0"/>
                    </a:moveTo>
                    <a:cubicBezTo>
                      <a:pt x="23464" y="0"/>
                      <a:pt x="84870" y="275771"/>
                      <a:pt x="50937" y="404969"/>
                    </a:cubicBezTo>
                    <a:cubicBezTo>
                      <a:pt x="28364" y="309110"/>
                      <a:pt x="11286" y="212063"/>
                      <a:pt x="0" y="114274"/>
                    </a:cubicBezTo>
                    <a:lnTo>
                      <a:pt x="23464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39A5645E-DF8D-E142-34FA-A85767B58BEA}"/>
                  </a:ext>
                </a:extLst>
              </p:cNvPr>
              <p:cNvSpPr/>
              <p:nvPr/>
            </p:nvSpPr>
            <p:spPr>
              <a:xfrm>
                <a:off x="-5912822" y="4955580"/>
                <a:ext cx="278087" cy="1281468"/>
              </a:xfrm>
              <a:custGeom>
                <a:avLst/>
                <a:gdLst>
                  <a:gd name="connsiteX0" fmla="*/ 87854 w 278087"/>
                  <a:gd name="connsiteY0" fmla="*/ 0 h 1281468"/>
                  <a:gd name="connsiteX1" fmla="*/ 2984 w 278087"/>
                  <a:gd name="connsiteY1" fmla="*/ 232928 h 1281468"/>
                  <a:gd name="connsiteX2" fmla="*/ 93126 w 278087"/>
                  <a:gd name="connsiteY2" fmla="*/ 729747 h 1281468"/>
                  <a:gd name="connsiteX3" fmla="*/ 104486 w 278087"/>
                  <a:gd name="connsiteY3" fmla="*/ 1281363 h 1281468"/>
                  <a:gd name="connsiteX4" fmla="*/ 215641 w 278087"/>
                  <a:gd name="connsiteY4" fmla="*/ 1281363 h 1281468"/>
                  <a:gd name="connsiteX5" fmla="*/ 253138 w 278087"/>
                  <a:gd name="connsiteY5" fmla="*/ 714525 h 1281468"/>
                  <a:gd name="connsiteX6" fmla="*/ 278087 w 278087"/>
                  <a:gd name="connsiteY6" fmla="*/ 91478 h 1281468"/>
                  <a:gd name="connsiteX7" fmla="*/ 87854 w 278087"/>
                  <a:gd name="connsiteY7" fmla="*/ 0 h 128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087" h="1281468">
                    <a:moveTo>
                      <a:pt x="87854" y="0"/>
                    </a:moveTo>
                    <a:cubicBezTo>
                      <a:pt x="73004" y="66530"/>
                      <a:pt x="14716" y="147835"/>
                      <a:pt x="2984" y="232928"/>
                    </a:cubicBezTo>
                    <a:cubicBezTo>
                      <a:pt x="-17138" y="378313"/>
                      <a:pt x="70256" y="559116"/>
                      <a:pt x="93126" y="729747"/>
                    </a:cubicBezTo>
                    <a:cubicBezTo>
                      <a:pt x="58599" y="982054"/>
                      <a:pt x="111540" y="1287971"/>
                      <a:pt x="104486" y="1281363"/>
                    </a:cubicBezTo>
                    <a:lnTo>
                      <a:pt x="215641" y="1281363"/>
                    </a:lnTo>
                    <a:cubicBezTo>
                      <a:pt x="218983" y="1258939"/>
                      <a:pt x="241852" y="917084"/>
                      <a:pt x="253138" y="714525"/>
                    </a:cubicBezTo>
                    <a:cubicBezTo>
                      <a:pt x="262717" y="537286"/>
                      <a:pt x="278087" y="91478"/>
                      <a:pt x="278087" y="91478"/>
                    </a:cubicBezTo>
                    <a:lnTo>
                      <a:pt x="87854" y="0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9" name="图形 206">
              <a:extLst>
                <a:ext uri="{FF2B5EF4-FFF2-40B4-BE49-F238E27FC236}">
                  <a16:creationId xmlns:a16="http://schemas.microsoft.com/office/drawing/2014/main" id="{F1340457-98C8-B627-45C2-28692A2F8C97}"/>
                </a:ext>
              </a:extLst>
            </p:cNvPr>
            <p:cNvGrpSpPr/>
            <p:nvPr/>
          </p:nvGrpSpPr>
          <p:grpSpPr>
            <a:xfrm>
              <a:off x="-5875831" y="4529991"/>
              <a:ext cx="385427" cy="569312"/>
              <a:chOff x="-5875831" y="4529991"/>
              <a:chExt cx="385427" cy="569312"/>
            </a:xfrm>
          </p:grpSpPr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AB09C453-96A1-53F2-BEA3-782E12262EE8}"/>
                  </a:ext>
                </a:extLst>
              </p:cNvPr>
              <p:cNvSpPr/>
              <p:nvPr/>
            </p:nvSpPr>
            <p:spPr>
              <a:xfrm>
                <a:off x="-5875831" y="4529991"/>
                <a:ext cx="385427" cy="569312"/>
              </a:xfrm>
              <a:custGeom>
                <a:avLst/>
                <a:gdLst>
                  <a:gd name="connsiteX0" fmla="*/ 351359 w 385427"/>
                  <a:gd name="connsiteY0" fmla="*/ 278645 h 569312"/>
                  <a:gd name="connsiteX1" fmla="*/ 380169 w 385427"/>
                  <a:gd name="connsiteY1" fmla="*/ 549515 h 569312"/>
                  <a:gd name="connsiteX2" fmla="*/ 0 w 385427"/>
                  <a:gd name="connsiteY2" fmla="*/ 529987 h 569312"/>
                  <a:gd name="connsiteX3" fmla="*/ 46704 w 385427"/>
                  <a:gd name="connsiteY3" fmla="*/ 385345 h 569312"/>
                  <a:gd name="connsiteX4" fmla="*/ 22870 w 385427"/>
                  <a:gd name="connsiteY4" fmla="*/ 275229 h 569312"/>
                  <a:gd name="connsiteX5" fmla="*/ 2525 w 385427"/>
                  <a:gd name="connsiteY5" fmla="*/ 93238 h 569312"/>
                  <a:gd name="connsiteX6" fmla="*/ 1559 w 385427"/>
                  <a:gd name="connsiteY6" fmla="*/ 85367 h 569312"/>
                  <a:gd name="connsiteX7" fmla="*/ 26879 w 385427"/>
                  <a:gd name="connsiteY7" fmla="*/ 15125 h 569312"/>
                  <a:gd name="connsiteX8" fmla="*/ 71282 w 385427"/>
                  <a:gd name="connsiteY8" fmla="*/ 5176 h 569312"/>
                  <a:gd name="connsiteX9" fmla="*/ 110115 w 385427"/>
                  <a:gd name="connsiteY9" fmla="*/ 2131 h 569312"/>
                  <a:gd name="connsiteX10" fmla="*/ 135361 w 385427"/>
                  <a:gd name="connsiteY10" fmla="*/ 52 h 569312"/>
                  <a:gd name="connsiteX11" fmla="*/ 243694 w 385427"/>
                  <a:gd name="connsiteY11" fmla="*/ 7774 h 569312"/>
                  <a:gd name="connsiteX12" fmla="*/ 250897 w 385427"/>
                  <a:gd name="connsiteY12" fmla="*/ 8740 h 569312"/>
                  <a:gd name="connsiteX13" fmla="*/ 287354 w 385427"/>
                  <a:gd name="connsiteY13" fmla="*/ 14383 h 569312"/>
                  <a:gd name="connsiteX14" fmla="*/ 334876 w 385427"/>
                  <a:gd name="connsiteY14" fmla="*/ 33168 h 569312"/>
                  <a:gd name="connsiteX15" fmla="*/ 384624 w 385427"/>
                  <a:gd name="connsiteY15" fmla="*/ 236099 h 569312"/>
                  <a:gd name="connsiteX16" fmla="*/ 351434 w 385427"/>
                  <a:gd name="connsiteY16" fmla="*/ 278793 h 56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427" h="569312">
                    <a:moveTo>
                      <a:pt x="351359" y="278645"/>
                    </a:moveTo>
                    <a:cubicBezTo>
                      <a:pt x="342821" y="337378"/>
                      <a:pt x="355518" y="462938"/>
                      <a:pt x="380169" y="549515"/>
                    </a:cubicBezTo>
                    <a:cubicBezTo>
                      <a:pt x="388931" y="580330"/>
                      <a:pt x="139816" y="576172"/>
                      <a:pt x="0" y="529987"/>
                    </a:cubicBezTo>
                    <a:lnTo>
                      <a:pt x="46704" y="385345"/>
                    </a:lnTo>
                    <a:cubicBezTo>
                      <a:pt x="46556" y="373390"/>
                      <a:pt x="23464" y="287778"/>
                      <a:pt x="22870" y="275229"/>
                    </a:cubicBezTo>
                    <a:cubicBezTo>
                      <a:pt x="20048" y="214194"/>
                      <a:pt x="13217" y="153382"/>
                      <a:pt x="2525" y="93238"/>
                    </a:cubicBezTo>
                    <a:cubicBezTo>
                      <a:pt x="2079" y="90639"/>
                      <a:pt x="1708" y="87966"/>
                      <a:pt x="1559" y="85367"/>
                    </a:cubicBezTo>
                    <a:cubicBezTo>
                      <a:pt x="-743" y="52697"/>
                      <a:pt x="-1559" y="27377"/>
                      <a:pt x="26879" y="15125"/>
                    </a:cubicBezTo>
                    <a:cubicBezTo>
                      <a:pt x="34453" y="11858"/>
                      <a:pt x="62594" y="5770"/>
                      <a:pt x="71282" y="5176"/>
                    </a:cubicBezTo>
                    <a:cubicBezTo>
                      <a:pt x="83236" y="4285"/>
                      <a:pt x="97196" y="2502"/>
                      <a:pt x="110115" y="2131"/>
                    </a:cubicBezTo>
                    <a:cubicBezTo>
                      <a:pt x="123035" y="1760"/>
                      <a:pt x="123406" y="52"/>
                      <a:pt x="135361" y="52"/>
                    </a:cubicBezTo>
                    <a:cubicBezTo>
                      <a:pt x="168032" y="-542"/>
                      <a:pt x="211246" y="4062"/>
                      <a:pt x="243694" y="7774"/>
                    </a:cubicBezTo>
                    <a:lnTo>
                      <a:pt x="250897" y="8740"/>
                    </a:lnTo>
                    <a:cubicBezTo>
                      <a:pt x="263074" y="10299"/>
                      <a:pt x="275400" y="12304"/>
                      <a:pt x="287354" y="14383"/>
                    </a:cubicBezTo>
                    <a:cubicBezTo>
                      <a:pt x="287354" y="14383"/>
                      <a:pt x="317575" y="18689"/>
                      <a:pt x="334876" y="33168"/>
                    </a:cubicBezTo>
                    <a:cubicBezTo>
                      <a:pt x="352102" y="47648"/>
                      <a:pt x="391530" y="197116"/>
                      <a:pt x="384624" y="236099"/>
                    </a:cubicBezTo>
                    <a:cubicBezTo>
                      <a:pt x="378610" y="269957"/>
                      <a:pt x="351434" y="278793"/>
                      <a:pt x="351434" y="278793"/>
                    </a:cubicBezTo>
                    <a:close/>
                  </a:path>
                </a:pathLst>
              </a:custGeom>
              <a:solidFill>
                <a:srgbClr val="FF5359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BC35BB3F-0F30-5A23-8C46-692FFA193C18}"/>
                  </a:ext>
                </a:extLst>
              </p:cNvPr>
              <p:cNvSpPr/>
              <p:nvPr/>
            </p:nvSpPr>
            <p:spPr>
              <a:xfrm>
                <a:off x="-5875831" y="4529991"/>
                <a:ext cx="385427" cy="569312"/>
              </a:xfrm>
              <a:custGeom>
                <a:avLst/>
                <a:gdLst>
                  <a:gd name="connsiteX0" fmla="*/ 351359 w 385427"/>
                  <a:gd name="connsiteY0" fmla="*/ 278645 h 569312"/>
                  <a:gd name="connsiteX1" fmla="*/ 380169 w 385427"/>
                  <a:gd name="connsiteY1" fmla="*/ 549515 h 569312"/>
                  <a:gd name="connsiteX2" fmla="*/ 0 w 385427"/>
                  <a:gd name="connsiteY2" fmla="*/ 529987 h 569312"/>
                  <a:gd name="connsiteX3" fmla="*/ 46704 w 385427"/>
                  <a:gd name="connsiteY3" fmla="*/ 385345 h 569312"/>
                  <a:gd name="connsiteX4" fmla="*/ 22870 w 385427"/>
                  <a:gd name="connsiteY4" fmla="*/ 275229 h 569312"/>
                  <a:gd name="connsiteX5" fmla="*/ 2525 w 385427"/>
                  <a:gd name="connsiteY5" fmla="*/ 93238 h 569312"/>
                  <a:gd name="connsiteX6" fmla="*/ 1559 w 385427"/>
                  <a:gd name="connsiteY6" fmla="*/ 85367 h 569312"/>
                  <a:gd name="connsiteX7" fmla="*/ 26879 w 385427"/>
                  <a:gd name="connsiteY7" fmla="*/ 15125 h 569312"/>
                  <a:gd name="connsiteX8" fmla="*/ 71282 w 385427"/>
                  <a:gd name="connsiteY8" fmla="*/ 5176 h 569312"/>
                  <a:gd name="connsiteX9" fmla="*/ 110115 w 385427"/>
                  <a:gd name="connsiteY9" fmla="*/ 2131 h 569312"/>
                  <a:gd name="connsiteX10" fmla="*/ 135361 w 385427"/>
                  <a:gd name="connsiteY10" fmla="*/ 52 h 569312"/>
                  <a:gd name="connsiteX11" fmla="*/ 243694 w 385427"/>
                  <a:gd name="connsiteY11" fmla="*/ 7774 h 569312"/>
                  <a:gd name="connsiteX12" fmla="*/ 250897 w 385427"/>
                  <a:gd name="connsiteY12" fmla="*/ 8740 h 569312"/>
                  <a:gd name="connsiteX13" fmla="*/ 287354 w 385427"/>
                  <a:gd name="connsiteY13" fmla="*/ 14383 h 569312"/>
                  <a:gd name="connsiteX14" fmla="*/ 334876 w 385427"/>
                  <a:gd name="connsiteY14" fmla="*/ 33168 h 569312"/>
                  <a:gd name="connsiteX15" fmla="*/ 384624 w 385427"/>
                  <a:gd name="connsiteY15" fmla="*/ 236099 h 569312"/>
                  <a:gd name="connsiteX16" fmla="*/ 351434 w 385427"/>
                  <a:gd name="connsiteY16" fmla="*/ 278793 h 56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427" h="569312">
                    <a:moveTo>
                      <a:pt x="351359" y="278645"/>
                    </a:moveTo>
                    <a:cubicBezTo>
                      <a:pt x="342821" y="337378"/>
                      <a:pt x="355518" y="462938"/>
                      <a:pt x="380169" y="549515"/>
                    </a:cubicBezTo>
                    <a:cubicBezTo>
                      <a:pt x="388931" y="580330"/>
                      <a:pt x="139816" y="576172"/>
                      <a:pt x="0" y="529987"/>
                    </a:cubicBezTo>
                    <a:lnTo>
                      <a:pt x="46704" y="385345"/>
                    </a:lnTo>
                    <a:cubicBezTo>
                      <a:pt x="46556" y="373390"/>
                      <a:pt x="23464" y="287778"/>
                      <a:pt x="22870" y="275229"/>
                    </a:cubicBezTo>
                    <a:cubicBezTo>
                      <a:pt x="20048" y="214194"/>
                      <a:pt x="13217" y="153382"/>
                      <a:pt x="2525" y="93238"/>
                    </a:cubicBezTo>
                    <a:cubicBezTo>
                      <a:pt x="2079" y="90639"/>
                      <a:pt x="1708" y="87966"/>
                      <a:pt x="1559" y="85367"/>
                    </a:cubicBezTo>
                    <a:cubicBezTo>
                      <a:pt x="-743" y="52697"/>
                      <a:pt x="-1559" y="27377"/>
                      <a:pt x="26879" y="15125"/>
                    </a:cubicBezTo>
                    <a:cubicBezTo>
                      <a:pt x="34453" y="11858"/>
                      <a:pt x="62594" y="5770"/>
                      <a:pt x="71282" y="5176"/>
                    </a:cubicBezTo>
                    <a:cubicBezTo>
                      <a:pt x="83236" y="4285"/>
                      <a:pt x="97196" y="2502"/>
                      <a:pt x="110115" y="2131"/>
                    </a:cubicBezTo>
                    <a:cubicBezTo>
                      <a:pt x="123035" y="1760"/>
                      <a:pt x="123406" y="52"/>
                      <a:pt x="135361" y="52"/>
                    </a:cubicBezTo>
                    <a:cubicBezTo>
                      <a:pt x="168032" y="-542"/>
                      <a:pt x="211246" y="4062"/>
                      <a:pt x="243694" y="7774"/>
                    </a:cubicBezTo>
                    <a:lnTo>
                      <a:pt x="250897" y="8740"/>
                    </a:lnTo>
                    <a:cubicBezTo>
                      <a:pt x="263074" y="10299"/>
                      <a:pt x="275400" y="12304"/>
                      <a:pt x="287354" y="14383"/>
                    </a:cubicBezTo>
                    <a:cubicBezTo>
                      <a:pt x="287354" y="14383"/>
                      <a:pt x="317575" y="18689"/>
                      <a:pt x="334876" y="33168"/>
                    </a:cubicBezTo>
                    <a:cubicBezTo>
                      <a:pt x="352102" y="47648"/>
                      <a:pt x="391530" y="197116"/>
                      <a:pt x="384624" y="236099"/>
                    </a:cubicBezTo>
                    <a:cubicBezTo>
                      <a:pt x="378610" y="269957"/>
                      <a:pt x="351434" y="278793"/>
                      <a:pt x="351434" y="27879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60000"/>
                </a:scheme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47C4B04D-EAC0-F7E5-16DC-BCC57D22253D}"/>
                  </a:ext>
                </a:extLst>
              </p:cNvPr>
              <p:cNvSpPr/>
              <p:nvPr/>
            </p:nvSpPr>
            <p:spPr>
              <a:xfrm>
                <a:off x="-5859793" y="4827570"/>
                <a:ext cx="306089" cy="182733"/>
              </a:xfrm>
              <a:custGeom>
                <a:avLst/>
                <a:gdLst>
                  <a:gd name="connsiteX0" fmla="*/ 15147 w 306089"/>
                  <a:gd name="connsiteY0" fmla="*/ 135732 h 182733"/>
                  <a:gd name="connsiteX1" fmla="*/ 0 w 306089"/>
                  <a:gd name="connsiteY1" fmla="*/ 182734 h 182733"/>
                  <a:gd name="connsiteX2" fmla="*/ 254535 w 306089"/>
                  <a:gd name="connsiteY2" fmla="*/ 76925 h 182733"/>
                  <a:gd name="connsiteX3" fmla="*/ 305546 w 306089"/>
                  <a:gd name="connsiteY3" fmla="*/ 0 h 182733"/>
                  <a:gd name="connsiteX4" fmla="*/ 237012 w 306089"/>
                  <a:gd name="connsiteY4" fmla="*/ 6608 h 182733"/>
                  <a:gd name="connsiteX5" fmla="*/ 15147 w 306089"/>
                  <a:gd name="connsiteY5" fmla="*/ 135658 h 18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089" h="182733">
                    <a:moveTo>
                      <a:pt x="15147" y="135732"/>
                    </a:moveTo>
                    <a:lnTo>
                      <a:pt x="0" y="182734"/>
                    </a:lnTo>
                    <a:cubicBezTo>
                      <a:pt x="0" y="182734"/>
                      <a:pt x="169517" y="152959"/>
                      <a:pt x="254535" y="76925"/>
                    </a:cubicBezTo>
                    <a:cubicBezTo>
                      <a:pt x="315050" y="22795"/>
                      <a:pt x="305546" y="0"/>
                      <a:pt x="305546" y="0"/>
                    </a:cubicBezTo>
                    <a:lnTo>
                      <a:pt x="237012" y="6608"/>
                    </a:lnTo>
                    <a:lnTo>
                      <a:pt x="15147" y="135658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95AE04BC-23C4-AFF1-3120-0DEE3DF68C91}"/>
                  </a:ext>
                </a:extLst>
              </p:cNvPr>
              <p:cNvSpPr/>
              <p:nvPr/>
            </p:nvSpPr>
            <p:spPr>
              <a:xfrm>
                <a:off x="-5853184" y="4702084"/>
                <a:ext cx="51604" cy="179532"/>
              </a:xfrm>
              <a:custGeom>
                <a:avLst/>
                <a:gdLst>
                  <a:gd name="connsiteX0" fmla="*/ 48338 w 51604"/>
                  <a:gd name="connsiteY0" fmla="*/ 74 h 179532"/>
                  <a:gd name="connsiteX1" fmla="*/ 51605 w 51604"/>
                  <a:gd name="connsiteY1" fmla="*/ 162834 h 179532"/>
                  <a:gd name="connsiteX2" fmla="*/ 14034 w 51604"/>
                  <a:gd name="connsiteY2" fmla="*/ 165730 h 179532"/>
                  <a:gd name="connsiteX3" fmla="*/ 0 w 51604"/>
                  <a:gd name="connsiteY3" fmla="*/ 99572 h 179532"/>
                  <a:gd name="connsiteX4" fmla="*/ 48264 w 51604"/>
                  <a:gd name="connsiteY4" fmla="*/ 0 h 179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04" h="179532">
                    <a:moveTo>
                      <a:pt x="48338" y="74"/>
                    </a:moveTo>
                    <a:lnTo>
                      <a:pt x="51605" y="162834"/>
                    </a:lnTo>
                    <a:cubicBezTo>
                      <a:pt x="25988" y="179095"/>
                      <a:pt x="17969" y="189119"/>
                      <a:pt x="14034" y="165730"/>
                    </a:cubicBezTo>
                    <a:lnTo>
                      <a:pt x="0" y="99572"/>
                    </a:lnTo>
                    <a:lnTo>
                      <a:pt x="48264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0" name="图形 206">
              <a:extLst>
                <a:ext uri="{FF2B5EF4-FFF2-40B4-BE49-F238E27FC236}">
                  <a16:creationId xmlns:a16="http://schemas.microsoft.com/office/drawing/2014/main" id="{D2D808C6-83F1-3182-8292-3872596D6F37}"/>
                </a:ext>
              </a:extLst>
            </p:cNvPr>
            <p:cNvGrpSpPr/>
            <p:nvPr/>
          </p:nvGrpSpPr>
          <p:grpSpPr>
            <a:xfrm>
              <a:off x="-5984846" y="4542424"/>
              <a:ext cx="452346" cy="438582"/>
              <a:chOff x="-5984846" y="4542424"/>
              <a:chExt cx="452346" cy="438582"/>
            </a:xfrm>
          </p:grpSpPr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621663FE-CD84-934E-AFB1-5A3CB59464F4}"/>
                  </a:ext>
                </a:extLst>
              </p:cNvPr>
              <p:cNvSpPr/>
              <p:nvPr/>
            </p:nvSpPr>
            <p:spPr>
              <a:xfrm>
                <a:off x="-5984846" y="4542424"/>
                <a:ext cx="359392" cy="438582"/>
              </a:xfrm>
              <a:custGeom>
                <a:avLst/>
                <a:gdLst>
                  <a:gd name="connsiteX0" fmla="*/ 180000 w 359392"/>
                  <a:gd name="connsiteY0" fmla="*/ 159735 h 438582"/>
                  <a:gd name="connsiteX1" fmla="*/ 127355 w 359392"/>
                  <a:gd name="connsiteY1" fmla="*/ 326059 h 438582"/>
                  <a:gd name="connsiteX2" fmla="*/ 323751 w 359392"/>
                  <a:gd name="connsiteY2" fmla="*/ 282844 h 438582"/>
                  <a:gd name="connsiteX3" fmla="*/ 359392 w 359392"/>
                  <a:gd name="connsiteY3" fmla="*/ 329994 h 438582"/>
                  <a:gd name="connsiteX4" fmla="*/ 1721 w 359392"/>
                  <a:gd name="connsiteY4" fmla="*/ 380411 h 438582"/>
                  <a:gd name="connsiteX5" fmla="*/ 84289 w 359392"/>
                  <a:gd name="connsiteY5" fmla="*/ 56228 h 438582"/>
                  <a:gd name="connsiteX6" fmla="*/ 157056 w 359392"/>
                  <a:gd name="connsiteY6" fmla="*/ 3583 h 438582"/>
                  <a:gd name="connsiteX7" fmla="*/ 180000 w 359392"/>
                  <a:gd name="connsiteY7" fmla="*/ 159660 h 43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392" h="438582">
                    <a:moveTo>
                      <a:pt x="180000" y="159735"/>
                    </a:moveTo>
                    <a:cubicBezTo>
                      <a:pt x="180000" y="159735"/>
                      <a:pt x="115772" y="318708"/>
                      <a:pt x="127355" y="326059"/>
                    </a:cubicBezTo>
                    <a:cubicBezTo>
                      <a:pt x="138938" y="333410"/>
                      <a:pt x="323751" y="282844"/>
                      <a:pt x="323751" y="282844"/>
                    </a:cubicBezTo>
                    <a:lnTo>
                      <a:pt x="359392" y="329994"/>
                    </a:lnTo>
                    <a:cubicBezTo>
                      <a:pt x="353155" y="357467"/>
                      <a:pt x="27709" y="525202"/>
                      <a:pt x="1721" y="380411"/>
                    </a:cubicBezTo>
                    <a:cubicBezTo>
                      <a:pt x="-14094" y="292497"/>
                      <a:pt x="84289" y="56228"/>
                      <a:pt x="84289" y="56228"/>
                    </a:cubicBezTo>
                    <a:cubicBezTo>
                      <a:pt x="109089" y="12122"/>
                      <a:pt x="143468" y="-8965"/>
                      <a:pt x="157056" y="3583"/>
                    </a:cubicBezTo>
                    <a:cubicBezTo>
                      <a:pt x="192548" y="36403"/>
                      <a:pt x="180000" y="159660"/>
                      <a:pt x="180000" y="159660"/>
                    </a:cubicBezTo>
                    <a:close/>
                  </a:path>
                </a:pathLst>
              </a:custGeom>
              <a:solidFill>
                <a:srgbClr val="FF5359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8C07EA67-D3C5-C4A9-6181-C02985821BA5}"/>
                  </a:ext>
                </a:extLst>
              </p:cNvPr>
              <p:cNvSpPr/>
              <p:nvPr/>
            </p:nvSpPr>
            <p:spPr>
              <a:xfrm>
                <a:off x="-5984846" y="4542424"/>
                <a:ext cx="359392" cy="438582"/>
              </a:xfrm>
              <a:custGeom>
                <a:avLst/>
                <a:gdLst>
                  <a:gd name="connsiteX0" fmla="*/ 180000 w 359392"/>
                  <a:gd name="connsiteY0" fmla="*/ 159735 h 438582"/>
                  <a:gd name="connsiteX1" fmla="*/ 127355 w 359392"/>
                  <a:gd name="connsiteY1" fmla="*/ 326059 h 438582"/>
                  <a:gd name="connsiteX2" fmla="*/ 323751 w 359392"/>
                  <a:gd name="connsiteY2" fmla="*/ 282844 h 438582"/>
                  <a:gd name="connsiteX3" fmla="*/ 359392 w 359392"/>
                  <a:gd name="connsiteY3" fmla="*/ 329994 h 438582"/>
                  <a:gd name="connsiteX4" fmla="*/ 1721 w 359392"/>
                  <a:gd name="connsiteY4" fmla="*/ 380411 h 438582"/>
                  <a:gd name="connsiteX5" fmla="*/ 84289 w 359392"/>
                  <a:gd name="connsiteY5" fmla="*/ 56228 h 438582"/>
                  <a:gd name="connsiteX6" fmla="*/ 157056 w 359392"/>
                  <a:gd name="connsiteY6" fmla="*/ 3583 h 438582"/>
                  <a:gd name="connsiteX7" fmla="*/ 180000 w 359392"/>
                  <a:gd name="connsiteY7" fmla="*/ 159660 h 43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392" h="438582">
                    <a:moveTo>
                      <a:pt x="180000" y="159735"/>
                    </a:moveTo>
                    <a:cubicBezTo>
                      <a:pt x="180000" y="159735"/>
                      <a:pt x="115772" y="318708"/>
                      <a:pt x="127355" y="326059"/>
                    </a:cubicBezTo>
                    <a:cubicBezTo>
                      <a:pt x="138938" y="333410"/>
                      <a:pt x="323751" y="282844"/>
                      <a:pt x="323751" y="282844"/>
                    </a:cubicBezTo>
                    <a:lnTo>
                      <a:pt x="359392" y="329994"/>
                    </a:lnTo>
                    <a:cubicBezTo>
                      <a:pt x="353155" y="357467"/>
                      <a:pt x="27709" y="525202"/>
                      <a:pt x="1721" y="380411"/>
                    </a:cubicBezTo>
                    <a:cubicBezTo>
                      <a:pt x="-14094" y="292497"/>
                      <a:pt x="84289" y="56228"/>
                      <a:pt x="84289" y="56228"/>
                    </a:cubicBezTo>
                    <a:cubicBezTo>
                      <a:pt x="109089" y="12122"/>
                      <a:pt x="143468" y="-8965"/>
                      <a:pt x="157056" y="3583"/>
                    </a:cubicBezTo>
                    <a:cubicBezTo>
                      <a:pt x="192548" y="36403"/>
                      <a:pt x="180000" y="159660"/>
                      <a:pt x="180000" y="159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60000"/>
                </a:schemeClr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31" name="图形 206">
                <a:extLst>
                  <a:ext uri="{FF2B5EF4-FFF2-40B4-BE49-F238E27FC236}">
                    <a16:creationId xmlns:a16="http://schemas.microsoft.com/office/drawing/2014/main" id="{BE8077DE-10C1-65EE-CFEA-3C480AF261EC}"/>
                  </a:ext>
                </a:extLst>
              </p:cNvPr>
              <p:cNvGrpSpPr/>
              <p:nvPr/>
            </p:nvGrpSpPr>
            <p:grpSpPr>
              <a:xfrm>
                <a:off x="-5663890" y="4738746"/>
                <a:ext cx="131389" cy="134909"/>
                <a:chOff x="-5663890" y="4738746"/>
                <a:chExt cx="131389" cy="134909"/>
              </a:xfrm>
            </p:grpSpPr>
            <p:sp>
              <p:nvSpPr>
                <p:cNvPr id="132" name="任意多边形: 形状 131">
                  <a:extLst>
                    <a:ext uri="{FF2B5EF4-FFF2-40B4-BE49-F238E27FC236}">
                      <a16:creationId xmlns:a16="http://schemas.microsoft.com/office/drawing/2014/main" id="{B5BC6AFF-390F-9787-EC3D-24ACC2286801}"/>
                    </a:ext>
                  </a:extLst>
                </p:cNvPr>
                <p:cNvSpPr/>
                <p:nvPr/>
              </p:nvSpPr>
              <p:spPr>
                <a:xfrm>
                  <a:off x="-5663890" y="4738746"/>
                  <a:ext cx="131389" cy="134909"/>
                </a:xfrm>
                <a:custGeom>
                  <a:avLst/>
                  <a:gdLst>
                    <a:gd name="connsiteX0" fmla="*/ 38436 w 131389"/>
                    <a:gd name="connsiteY0" fmla="*/ 133672 h 134909"/>
                    <a:gd name="connsiteX1" fmla="*/ 72443 w 131389"/>
                    <a:gd name="connsiteY1" fmla="*/ 101224 h 134909"/>
                    <a:gd name="connsiteX2" fmla="*/ 91674 w 131389"/>
                    <a:gd name="connsiteY2" fmla="*/ 96323 h 134909"/>
                    <a:gd name="connsiteX3" fmla="*/ 91674 w 131389"/>
                    <a:gd name="connsiteY3" fmla="*/ 114515 h 134909"/>
                    <a:gd name="connsiteX4" fmla="*/ 127612 w 131389"/>
                    <a:gd name="connsiteY4" fmla="*/ 92908 h 134909"/>
                    <a:gd name="connsiteX5" fmla="*/ 108084 w 131389"/>
                    <a:gd name="connsiteY5" fmla="*/ 28160 h 134909"/>
                    <a:gd name="connsiteX6" fmla="*/ 78829 w 131389"/>
                    <a:gd name="connsiteY6" fmla="*/ 24299 h 134909"/>
                    <a:gd name="connsiteX7" fmla="*/ 119816 w 131389"/>
                    <a:gd name="connsiteY7" fmla="*/ 15463 h 134909"/>
                    <a:gd name="connsiteX8" fmla="*/ 116846 w 131389"/>
                    <a:gd name="connsiteY8" fmla="*/ 538 h 134909"/>
                    <a:gd name="connsiteX9" fmla="*/ 35688 w 131389"/>
                    <a:gd name="connsiteY9" fmla="*/ 9300 h 134909"/>
                    <a:gd name="connsiteX10" fmla="*/ 2201 w 131389"/>
                    <a:gd name="connsiteY10" fmla="*/ 82512 h 134909"/>
                    <a:gd name="connsiteX11" fmla="*/ 38584 w 131389"/>
                    <a:gd name="connsiteY11" fmla="*/ 133672 h 134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1389" h="134909">
                      <a:moveTo>
                        <a:pt x="38436" y="133672"/>
                      </a:moveTo>
                      <a:cubicBezTo>
                        <a:pt x="60266" y="135380"/>
                        <a:pt x="61082" y="102486"/>
                        <a:pt x="72443" y="101224"/>
                      </a:cubicBezTo>
                      <a:cubicBezTo>
                        <a:pt x="79051" y="100556"/>
                        <a:pt x="85511" y="98922"/>
                        <a:pt x="91674" y="96323"/>
                      </a:cubicBezTo>
                      <a:cubicBezTo>
                        <a:pt x="91674" y="96323"/>
                        <a:pt x="84472" y="116074"/>
                        <a:pt x="91674" y="114515"/>
                      </a:cubicBezTo>
                      <a:cubicBezTo>
                        <a:pt x="98877" y="112956"/>
                        <a:pt x="121969" y="111768"/>
                        <a:pt x="127612" y="92908"/>
                      </a:cubicBezTo>
                      <a:cubicBezTo>
                        <a:pt x="133329" y="74048"/>
                        <a:pt x="112762" y="33803"/>
                        <a:pt x="108084" y="28160"/>
                      </a:cubicBezTo>
                      <a:cubicBezTo>
                        <a:pt x="103406" y="22517"/>
                        <a:pt x="78829" y="24299"/>
                        <a:pt x="78829" y="24299"/>
                      </a:cubicBezTo>
                      <a:cubicBezTo>
                        <a:pt x="78829" y="24299"/>
                        <a:pt x="105262" y="17468"/>
                        <a:pt x="119816" y="15463"/>
                      </a:cubicBezTo>
                      <a:cubicBezTo>
                        <a:pt x="134369" y="13458"/>
                        <a:pt x="137116" y="-3174"/>
                        <a:pt x="116846" y="538"/>
                      </a:cubicBezTo>
                      <a:cubicBezTo>
                        <a:pt x="108529" y="2023"/>
                        <a:pt x="42816" y="2543"/>
                        <a:pt x="35688" y="9300"/>
                      </a:cubicBezTo>
                      <a:cubicBezTo>
                        <a:pt x="28560" y="16057"/>
                        <a:pt x="2201" y="82512"/>
                        <a:pt x="2201" y="82512"/>
                      </a:cubicBezTo>
                      <a:cubicBezTo>
                        <a:pt x="-7600" y="88156"/>
                        <a:pt x="17274" y="143844"/>
                        <a:pt x="38584" y="133672"/>
                      </a:cubicBezTo>
                      <a:close/>
                    </a:path>
                  </a:pathLst>
                </a:custGeom>
                <a:solidFill>
                  <a:srgbClr val="B97964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33" name="图形 206">
                  <a:extLst>
                    <a:ext uri="{FF2B5EF4-FFF2-40B4-BE49-F238E27FC236}">
                      <a16:creationId xmlns:a16="http://schemas.microsoft.com/office/drawing/2014/main" id="{89B4AB3E-3C5E-AF6B-77C0-355A5B383D09}"/>
                    </a:ext>
                  </a:extLst>
                </p:cNvPr>
                <p:cNvGrpSpPr/>
                <p:nvPr/>
              </p:nvGrpSpPr>
              <p:grpSpPr>
                <a:xfrm>
                  <a:off x="-5606863" y="4760798"/>
                  <a:ext cx="65790" cy="77168"/>
                  <a:chOff x="-5606863" y="4760798"/>
                  <a:chExt cx="65790" cy="77168"/>
                </a:xfrm>
                <a:solidFill>
                  <a:srgbClr val="000000"/>
                </a:solidFill>
              </p:grpSpPr>
              <p:sp>
                <p:nvSpPr>
                  <p:cNvPr id="134" name="任意多边形: 形状 133">
                    <a:extLst>
                      <a:ext uri="{FF2B5EF4-FFF2-40B4-BE49-F238E27FC236}">
                        <a16:creationId xmlns:a16="http://schemas.microsoft.com/office/drawing/2014/main" id="{5C2673FF-53F3-4BB4-6E7E-01B976A1B8C2}"/>
                      </a:ext>
                    </a:extLst>
                  </p:cNvPr>
                  <p:cNvSpPr/>
                  <p:nvPr/>
                </p:nvSpPr>
                <p:spPr>
                  <a:xfrm>
                    <a:off x="-5606863" y="4760798"/>
                    <a:ext cx="23080" cy="5091"/>
                  </a:xfrm>
                  <a:custGeom>
                    <a:avLst/>
                    <a:gdLst>
                      <a:gd name="connsiteX0" fmla="*/ 21506 w 23080"/>
                      <a:gd name="connsiteY0" fmla="*/ 168 h 5091"/>
                      <a:gd name="connsiteX1" fmla="*/ 1383 w 23080"/>
                      <a:gd name="connsiteY1" fmla="*/ 1431 h 5091"/>
                      <a:gd name="connsiteX2" fmla="*/ 47 w 23080"/>
                      <a:gd name="connsiteY2" fmla="*/ 3732 h 5091"/>
                      <a:gd name="connsiteX3" fmla="*/ 1977 w 23080"/>
                      <a:gd name="connsiteY3" fmla="*/ 5069 h 5091"/>
                      <a:gd name="connsiteX4" fmla="*/ 21060 w 23080"/>
                      <a:gd name="connsiteY4" fmla="*/ 3807 h 5091"/>
                      <a:gd name="connsiteX5" fmla="*/ 21506 w 23080"/>
                      <a:gd name="connsiteY5" fmla="*/ 168 h 5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3080" h="5091">
                        <a:moveTo>
                          <a:pt x="21506" y="168"/>
                        </a:moveTo>
                        <a:cubicBezTo>
                          <a:pt x="14749" y="-277"/>
                          <a:pt x="7992" y="168"/>
                          <a:pt x="1383" y="1431"/>
                        </a:cubicBezTo>
                        <a:cubicBezTo>
                          <a:pt x="418" y="1727"/>
                          <a:pt x="-176" y="2693"/>
                          <a:pt x="47" y="3732"/>
                        </a:cubicBezTo>
                        <a:cubicBezTo>
                          <a:pt x="270" y="4623"/>
                          <a:pt x="1086" y="5217"/>
                          <a:pt x="1977" y="5069"/>
                        </a:cubicBezTo>
                        <a:cubicBezTo>
                          <a:pt x="8214" y="3807"/>
                          <a:pt x="14674" y="3361"/>
                          <a:pt x="21060" y="3807"/>
                        </a:cubicBezTo>
                        <a:cubicBezTo>
                          <a:pt x="23436" y="3807"/>
                          <a:pt x="23882" y="317"/>
                          <a:pt x="21506" y="16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" name="任意多边形: 形状 134">
                    <a:extLst>
                      <a:ext uri="{FF2B5EF4-FFF2-40B4-BE49-F238E27FC236}">
                        <a16:creationId xmlns:a16="http://schemas.microsoft.com/office/drawing/2014/main" id="{A8A0A634-D998-1B17-11B4-3289C7D4DCA6}"/>
                      </a:ext>
                    </a:extLst>
                  </p:cNvPr>
                  <p:cNvSpPr/>
                  <p:nvPr/>
                </p:nvSpPr>
                <p:spPr>
                  <a:xfrm>
                    <a:off x="-5588147" y="4774245"/>
                    <a:ext cx="39647" cy="8341"/>
                  </a:xfrm>
                  <a:custGeom>
                    <a:avLst/>
                    <a:gdLst>
                      <a:gd name="connsiteX0" fmla="*/ 36648 w 39647"/>
                      <a:gd name="connsiteY0" fmla="*/ 6621 h 8341"/>
                      <a:gd name="connsiteX1" fmla="*/ 38801 w 39647"/>
                      <a:gd name="connsiteY1" fmla="*/ 3576 h 8341"/>
                      <a:gd name="connsiteX2" fmla="*/ 1081 w 39647"/>
                      <a:gd name="connsiteY2" fmla="*/ 4839 h 8341"/>
                      <a:gd name="connsiteX3" fmla="*/ 2641 w 39647"/>
                      <a:gd name="connsiteY3" fmla="*/ 8254 h 8341"/>
                      <a:gd name="connsiteX4" fmla="*/ 36574 w 39647"/>
                      <a:gd name="connsiteY4" fmla="*/ 6621 h 83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647" h="8341">
                        <a:moveTo>
                          <a:pt x="36648" y="6621"/>
                        </a:moveTo>
                        <a:cubicBezTo>
                          <a:pt x="38727" y="7734"/>
                          <a:pt x="40880" y="4690"/>
                          <a:pt x="38801" y="3576"/>
                        </a:cubicBezTo>
                        <a:cubicBezTo>
                          <a:pt x="26476" y="-2958"/>
                          <a:pt x="13556" y="681"/>
                          <a:pt x="1081" y="4839"/>
                        </a:cubicBezTo>
                        <a:cubicBezTo>
                          <a:pt x="-1146" y="5581"/>
                          <a:pt x="413" y="8922"/>
                          <a:pt x="2641" y="8254"/>
                        </a:cubicBezTo>
                        <a:cubicBezTo>
                          <a:pt x="13556" y="4616"/>
                          <a:pt x="25659" y="1052"/>
                          <a:pt x="36574" y="662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任意多边形: 形状 135">
                    <a:extLst>
                      <a:ext uri="{FF2B5EF4-FFF2-40B4-BE49-F238E27FC236}">
                        <a16:creationId xmlns:a16="http://schemas.microsoft.com/office/drawing/2014/main" id="{D8CC6DD2-9550-0A3F-C62B-614ACBDEABAD}"/>
                      </a:ext>
                    </a:extLst>
                  </p:cNvPr>
                  <p:cNvSpPr/>
                  <p:nvPr/>
                </p:nvSpPr>
                <p:spPr>
                  <a:xfrm>
                    <a:off x="-5577541" y="4791950"/>
                    <a:ext cx="36467" cy="8495"/>
                  </a:xfrm>
                  <a:custGeom>
                    <a:avLst/>
                    <a:gdLst>
                      <a:gd name="connsiteX0" fmla="*/ 35694 w 36467"/>
                      <a:gd name="connsiteY0" fmla="*/ 5176 h 8495"/>
                      <a:gd name="connsiteX1" fmla="*/ 870 w 36467"/>
                      <a:gd name="connsiteY1" fmla="*/ 3691 h 8495"/>
                      <a:gd name="connsiteX2" fmla="*/ 276 w 36467"/>
                      <a:gd name="connsiteY2" fmla="*/ 6290 h 8495"/>
                      <a:gd name="connsiteX3" fmla="*/ 2355 w 36467"/>
                      <a:gd name="connsiteY3" fmla="*/ 7107 h 8495"/>
                      <a:gd name="connsiteX4" fmla="*/ 33541 w 36467"/>
                      <a:gd name="connsiteY4" fmla="*/ 8221 h 8495"/>
                      <a:gd name="connsiteX5" fmla="*/ 35620 w 36467"/>
                      <a:gd name="connsiteY5" fmla="*/ 5176 h 8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6467" h="8495">
                        <a:moveTo>
                          <a:pt x="35694" y="5176"/>
                        </a:moveTo>
                        <a:cubicBezTo>
                          <a:pt x="25076" y="-1135"/>
                          <a:pt x="12008" y="-1729"/>
                          <a:pt x="870" y="3691"/>
                        </a:cubicBezTo>
                        <a:cubicBezTo>
                          <a:pt x="-21" y="4211"/>
                          <a:pt x="-244" y="5399"/>
                          <a:pt x="276" y="6290"/>
                        </a:cubicBezTo>
                        <a:cubicBezTo>
                          <a:pt x="722" y="6958"/>
                          <a:pt x="1538" y="7330"/>
                          <a:pt x="2355" y="7107"/>
                        </a:cubicBezTo>
                        <a:cubicBezTo>
                          <a:pt x="12305" y="2281"/>
                          <a:pt x="24037" y="2726"/>
                          <a:pt x="33541" y="8221"/>
                        </a:cubicBezTo>
                        <a:cubicBezTo>
                          <a:pt x="35546" y="9409"/>
                          <a:pt x="37699" y="6439"/>
                          <a:pt x="35620" y="517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任意多边形: 形状 136">
                    <a:extLst>
                      <a:ext uri="{FF2B5EF4-FFF2-40B4-BE49-F238E27FC236}">
                        <a16:creationId xmlns:a16="http://schemas.microsoft.com/office/drawing/2014/main" id="{CBC8ACE6-94DF-5C8C-80D8-B1FF28CFC0D5}"/>
                      </a:ext>
                    </a:extLst>
                  </p:cNvPr>
                  <p:cNvSpPr/>
                  <p:nvPr/>
                </p:nvSpPr>
                <p:spPr>
                  <a:xfrm>
                    <a:off x="-5573942" y="4816178"/>
                    <a:ext cx="26759" cy="21788"/>
                  </a:xfrm>
                  <a:custGeom>
                    <a:avLst/>
                    <a:gdLst>
                      <a:gd name="connsiteX0" fmla="*/ 14424 w 26759"/>
                      <a:gd name="connsiteY0" fmla="*/ 8570 h 21788"/>
                      <a:gd name="connsiteX1" fmla="*/ 16652 w 26759"/>
                      <a:gd name="connsiteY1" fmla="*/ 2482 h 21788"/>
                      <a:gd name="connsiteX2" fmla="*/ 13162 w 26759"/>
                      <a:gd name="connsiteY2" fmla="*/ 1219 h 21788"/>
                      <a:gd name="connsiteX3" fmla="*/ 985 w 26759"/>
                      <a:gd name="connsiteY3" fmla="*/ 18149 h 21788"/>
                      <a:gd name="connsiteX4" fmla="*/ 2470 w 26759"/>
                      <a:gd name="connsiteY4" fmla="*/ 21564 h 21788"/>
                      <a:gd name="connsiteX5" fmla="*/ 2247 w 26759"/>
                      <a:gd name="connsiteY5" fmla="*/ 21564 h 21788"/>
                      <a:gd name="connsiteX6" fmla="*/ 11900 w 26759"/>
                      <a:gd name="connsiteY6" fmla="*/ 12728 h 21788"/>
                      <a:gd name="connsiteX7" fmla="*/ 12642 w 26759"/>
                      <a:gd name="connsiteY7" fmla="*/ 12728 h 21788"/>
                      <a:gd name="connsiteX8" fmla="*/ 23483 w 26759"/>
                      <a:gd name="connsiteY8" fmla="*/ 15624 h 21788"/>
                      <a:gd name="connsiteX9" fmla="*/ 26304 w 26759"/>
                      <a:gd name="connsiteY9" fmla="*/ 13248 h 21788"/>
                      <a:gd name="connsiteX10" fmla="*/ 14350 w 26759"/>
                      <a:gd name="connsiteY10" fmla="*/ 8719 h 217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759" h="21788">
                        <a:moveTo>
                          <a:pt x="14424" y="8570"/>
                        </a:moveTo>
                        <a:cubicBezTo>
                          <a:pt x="15389" y="6640"/>
                          <a:pt x="16132" y="4635"/>
                          <a:pt x="16652" y="2482"/>
                        </a:cubicBezTo>
                        <a:cubicBezTo>
                          <a:pt x="17171" y="180"/>
                          <a:pt x="13682" y="-1083"/>
                          <a:pt x="13162" y="1219"/>
                        </a:cubicBezTo>
                        <a:cubicBezTo>
                          <a:pt x="11603" y="8273"/>
                          <a:pt x="7222" y="14436"/>
                          <a:pt x="985" y="18149"/>
                        </a:cubicBezTo>
                        <a:cubicBezTo>
                          <a:pt x="-1094" y="19337"/>
                          <a:pt x="465" y="22678"/>
                          <a:pt x="2470" y="21564"/>
                        </a:cubicBezTo>
                        <a:lnTo>
                          <a:pt x="2247" y="21564"/>
                        </a:lnTo>
                        <a:cubicBezTo>
                          <a:pt x="6182" y="19337"/>
                          <a:pt x="9375" y="16292"/>
                          <a:pt x="11900" y="12728"/>
                        </a:cubicBezTo>
                        <a:cubicBezTo>
                          <a:pt x="12122" y="12728"/>
                          <a:pt x="12345" y="12877"/>
                          <a:pt x="12642" y="12728"/>
                        </a:cubicBezTo>
                        <a:cubicBezTo>
                          <a:pt x="16503" y="11392"/>
                          <a:pt x="20810" y="12505"/>
                          <a:pt x="23483" y="15624"/>
                        </a:cubicBezTo>
                        <a:cubicBezTo>
                          <a:pt x="25042" y="17406"/>
                          <a:pt x="27864" y="15030"/>
                          <a:pt x="26304" y="13248"/>
                        </a:cubicBezTo>
                        <a:cubicBezTo>
                          <a:pt x="23260" y="9758"/>
                          <a:pt x="18805" y="8199"/>
                          <a:pt x="14350" y="871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01" name="图形 206">
              <a:extLst>
                <a:ext uri="{FF2B5EF4-FFF2-40B4-BE49-F238E27FC236}">
                  <a16:creationId xmlns:a16="http://schemas.microsoft.com/office/drawing/2014/main" id="{7EFF6519-051E-A882-94A6-161C140EB1BE}"/>
                </a:ext>
              </a:extLst>
            </p:cNvPr>
            <p:cNvGrpSpPr/>
            <p:nvPr/>
          </p:nvGrpSpPr>
          <p:grpSpPr>
            <a:xfrm>
              <a:off x="-5452014" y="4540586"/>
              <a:ext cx="283964" cy="339404"/>
              <a:chOff x="-5452014" y="4540586"/>
              <a:chExt cx="283964" cy="339404"/>
            </a:xfrm>
          </p:grpSpPr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95D9B712-0863-3EF2-0319-9895CDF6F98C}"/>
                  </a:ext>
                </a:extLst>
              </p:cNvPr>
              <p:cNvSpPr/>
              <p:nvPr/>
            </p:nvSpPr>
            <p:spPr>
              <a:xfrm>
                <a:off x="-5452014" y="4562936"/>
                <a:ext cx="283964" cy="317055"/>
              </a:xfrm>
              <a:custGeom>
                <a:avLst/>
                <a:gdLst>
                  <a:gd name="connsiteX0" fmla="*/ 9740 w 283964"/>
                  <a:gd name="connsiteY0" fmla="*/ 312674 h 317055"/>
                  <a:gd name="connsiteX1" fmla="*/ 755 w 283964"/>
                  <a:gd name="connsiteY1" fmla="*/ 291216 h 317055"/>
                  <a:gd name="connsiteX2" fmla="*/ 67730 w 283964"/>
                  <a:gd name="connsiteY2" fmla="*/ 21459 h 317055"/>
                  <a:gd name="connsiteX3" fmla="*/ 93124 w 283964"/>
                  <a:gd name="connsiteY3" fmla="*/ 0 h 317055"/>
                  <a:gd name="connsiteX4" fmla="*/ 268581 w 283964"/>
                  <a:gd name="connsiteY4" fmla="*/ 3638 h 317055"/>
                  <a:gd name="connsiteX5" fmla="*/ 274224 w 283964"/>
                  <a:gd name="connsiteY5" fmla="*/ 4381 h 317055"/>
                  <a:gd name="connsiteX6" fmla="*/ 283209 w 283964"/>
                  <a:gd name="connsiteY6" fmla="*/ 25840 h 317055"/>
                  <a:gd name="connsiteX7" fmla="*/ 216160 w 283964"/>
                  <a:gd name="connsiteY7" fmla="*/ 295596 h 317055"/>
                  <a:gd name="connsiteX8" fmla="*/ 190765 w 283964"/>
                  <a:gd name="connsiteY8" fmla="*/ 317055 h 317055"/>
                  <a:gd name="connsiteX9" fmla="*/ 15309 w 283964"/>
                  <a:gd name="connsiteY9" fmla="*/ 313417 h 317055"/>
                  <a:gd name="connsiteX10" fmla="*/ 9740 w 283964"/>
                  <a:gd name="connsiteY10" fmla="*/ 312674 h 31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3964" h="317055">
                    <a:moveTo>
                      <a:pt x="9740" y="312674"/>
                    </a:moveTo>
                    <a:cubicBezTo>
                      <a:pt x="2240" y="309778"/>
                      <a:pt x="-1769" y="300200"/>
                      <a:pt x="755" y="291216"/>
                    </a:cubicBezTo>
                    <a:lnTo>
                      <a:pt x="67730" y="21459"/>
                    </a:lnTo>
                    <a:cubicBezTo>
                      <a:pt x="71591" y="8762"/>
                      <a:pt x="81764" y="148"/>
                      <a:pt x="93124" y="0"/>
                    </a:cubicBezTo>
                    <a:lnTo>
                      <a:pt x="268581" y="3638"/>
                    </a:lnTo>
                    <a:cubicBezTo>
                      <a:pt x="270512" y="3416"/>
                      <a:pt x="272442" y="3638"/>
                      <a:pt x="274224" y="4381"/>
                    </a:cubicBezTo>
                    <a:cubicBezTo>
                      <a:pt x="281724" y="7277"/>
                      <a:pt x="285734" y="16855"/>
                      <a:pt x="283209" y="25840"/>
                    </a:cubicBezTo>
                    <a:lnTo>
                      <a:pt x="216160" y="295596"/>
                    </a:lnTo>
                    <a:cubicBezTo>
                      <a:pt x="212299" y="308293"/>
                      <a:pt x="202126" y="316907"/>
                      <a:pt x="190765" y="317055"/>
                    </a:cubicBezTo>
                    <a:lnTo>
                      <a:pt x="15309" y="313417"/>
                    </a:lnTo>
                    <a:cubicBezTo>
                      <a:pt x="13452" y="313565"/>
                      <a:pt x="11522" y="313343"/>
                      <a:pt x="9740" y="312674"/>
                    </a:cubicBez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232AAF03-F471-3D81-FF0F-AEA0DB56CAF2}"/>
                  </a:ext>
                </a:extLst>
              </p:cNvPr>
              <p:cNvSpPr/>
              <p:nvPr/>
            </p:nvSpPr>
            <p:spPr>
              <a:xfrm>
                <a:off x="-5257966" y="4686796"/>
                <a:ext cx="73156" cy="94941"/>
              </a:xfrm>
              <a:custGeom>
                <a:avLst/>
                <a:gdLst>
                  <a:gd name="connsiteX0" fmla="*/ 45649 w 73156"/>
                  <a:gd name="connsiteY0" fmla="*/ 21823 h 94941"/>
                  <a:gd name="connsiteX1" fmla="*/ 20626 w 73156"/>
                  <a:gd name="connsiteY1" fmla="*/ 23976 h 94941"/>
                  <a:gd name="connsiteX2" fmla="*/ 20181 w 73156"/>
                  <a:gd name="connsiteY2" fmla="*/ 15214 h 94941"/>
                  <a:gd name="connsiteX3" fmla="*/ 54411 w 73156"/>
                  <a:gd name="connsiteY3" fmla="*/ 809 h 94941"/>
                  <a:gd name="connsiteX4" fmla="*/ 72974 w 73156"/>
                  <a:gd name="connsiteY4" fmla="*/ 18184 h 94941"/>
                  <a:gd name="connsiteX5" fmla="*/ 65326 w 73156"/>
                  <a:gd name="connsiteY5" fmla="*/ 37638 h 94941"/>
                  <a:gd name="connsiteX6" fmla="*/ 66068 w 73156"/>
                  <a:gd name="connsiteY6" fmla="*/ 48256 h 94941"/>
                  <a:gd name="connsiteX7" fmla="*/ 56787 w 73156"/>
                  <a:gd name="connsiteY7" fmla="*/ 55979 h 94941"/>
                  <a:gd name="connsiteX8" fmla="*/ 60202 w 73156"/>
                  <a:gd name="connsiteY8" fmla="*/ 65186 h 94941"/>
                  <a:gd name="connsiteX9" fmla="*/ 45278 w 73156"/>
                  <a:gd name="connsiteY9" fmla="*/ 77809 h 94941"/>
                  <a:gd name="connsiteX10" fmla="*/ 44758 w 73156"/>
                  <a:gd name="connsiteY10" fmla="*/ 89689 h 94941"/>
                  <a:gd name="connsiteX11" fmla="*/ 24636 w 73156"/>
                  <a:gd name="connsiteY11" fmla="*/ 94292 h 94941"/>
                  <a:gd name="connsiteX12" fmla="*/ 11048 w 73156"/>
                  <a:gd name="connsiteY12" fmla="*/ 80927 h 94941"/>
                  <a:gd name="connsiteX13" fmla="*/ 26789 w 73156"/>
                  <a:gd name="connsiteY13" fmla="*/ 72462 h 94941"/>
                  <a:gd name="connsiteX14" fmla="*/ 4365 w 73156"/>
                  <a:gd name="connsiteY14" fmla="*/ 58429 h 94941"/>
                  <a:gd name="connsiteX15" fmla="*/ 33100 w 73156"/>
                  <a:gd name="connsiteY15" fmla="*/ 53677 h 94941"/>
                  <a:gd name="connsiteX16" fmla="*/ 652 w 73156"/>
                  <a:gd name="connsiteY16" fmla="*/ 38158 h 94941"/>
                  <a:gd name="connsiteX17" fmla="*/ 45203 w 73156"/>
                  <a:gd name="connsiteY17" fmla="*/ 32441 h 94941"/>
                  <a:gd name="connsiteX18" fmla="*/ 45649 w 73156"/>
                  <a:gd name="connsiteY18" fmla="*/ 21823 h 94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3156" h="94941">
                    <a:moveTo>
                      <a:pt x="45649" y="21823"/>
                    </a:moveTo>
                    <a:cubicBezTo>
                      <a:pt x="42159" y="21526"/>
                      <a:pt x="27532" y="28802"/>
                      <a:pt x="20626" y="23976"/>
                    </a:cubicBezTo>
                    <a:cubicBezTo>
                      <a:pt x="13721" y="19150"/>
                      <a:pt x="20181" y="15214"/>
                      <a:pt x="20181" y="15214"/>
                    </a:cubicBezTo>
                    <a:cubicBezTo>
                      <a:pt x="32803" y="12096"/>
                      <a:pt x="46688" y="-3720"/>
                      <a:pt x="54411" y="809"/>
                    </a:cubicBezTo>
                    <a:cubicBezTo>
                      <a:pt x="62133" y="5339"/>
                      <a:pt x="74830" y="11056"/>
                      <a:pt x="72974" y="18184"/>
                    </a:cubicBezTo>
                    <a:cubicBezTo>
                      <a:pt x="70895" y="24867"/>
                      <a:pt x="68296" y="31327"/>
                      <a:pt x="65326" y="37638"/>
                    </a:cubicBezTo>
                    <a:cubicBezTo>
                      <a:pt x="67331" y="40831"/>
                      <a:pt x="67627" y="44841"/>
                      <a:pt x="66068" y="48256"/>
                    </a:cubicBezTo>
                    <a:cubicBezTo>
                      <a:pt x="64509" y="52266"/>
                      <a:pt x="61019" y="55162"/>
                      <a:pt x="56787" y="55979"/>
                    </a:cubicBezTo>
                    <a:cubicBezTo>
                      <a:pt x="59163" y="58429"/>
                      <a:pt x="60425" y="61770"/>
                      <a:pt x="60202" y="65186"/>
                    </a:cubicBezTo>
                    <a:cubicBezTo>
                      <a:pt x="59608" y="70680"/>
                      <a:pt x="45278" y="77809"/>
                      <a:pt x="45278" y="77809"/>
                    </a:cubicBezTo>
                    <a:cubicBezTo>
                      <a:pt x="45278" y="77809"/>
                      <a:pt x="48099" y="86348"/>
                      <a:pt x="44758" y="89689"/>
                    </a:cubicBezTo>
                    <a:cubicBezTo>
                      <a:pt x="39115" y="94292"/>
                      <a:pt x="31690" y="96000"/>
                      <a:pt x="24636" y="94292"/>
                    </a:cubicBezTo>
                    <a:cubicBezTo>
                      <a:pt x="16245" y="92288"/>
                      <a:pt x="10454" y="89392"/>
                      <a:pt x="11048" y="80927"/>
                    </a:cubicBezTo>
                    <a:cubicBezTo>
                      <a:pt x="11642" y="72462"/>
                      <a:pt x="26789" y="72462"/>
                      <a:pt x="26789" y="72462"/>
                    </a:cubicBezTo>
                    <a:cubicBezTo>
                      <a:pt x="26789" y="72462"/>
                      <a:pt x="-1724" y="63849"/>
                      <a:pt x="4365" y="58429"/>
                    </a:cubicBezTo>
                    <a:cubicBezTo>
                      <a:pt x="10379" y="53008"/>
                      <a:pt x="33100" y="53677"/>
                      <a:pt x="33100" y="53677"/>
                    </a:cubicBezTo>
                    <a:cubicBezTo>
                      <a:pt x="33100" y="53677"/>
                      <a:pt x="-5436" y="46029"/>
                      <a:pt x="652" y="38158"/>
                    </a:cubicBezTo>
                    <a:cubicBezTo>
                      <a:pt x="6741" y="30213"/>
                      <a:pt x="45203" y="32441"/>
                      <a:pt x="45203" y="32441"/>
                    </a:cubicBezTo>
                    <a:cubicBezTo>
                      <a:pt x="45203" y="32441"/>
                      <a:pt x="49065" y="22120"/>
                      <a:pt x="45649" y="21823"/>
                    </a:cubicBezTo>
                    <a:close/>
                  </a:path>
                </a:pathLst>
              </a:custGeom>
              <a:solidFill>
                <a:srgbClr val="B97964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25094602-D141-1770-E11F-97FD76318152}"/>
                  </a:ext>
                </a:extLst>
              </p:cNvPr>
              <p:cNvSpPr/>
              <p:nvPr/>
            </p:nvSpPr>
            <p:spPr>
              <a:xfrm>
                <a:off x="-5323472" y="4554546"/>
                <a:ext cx="104992" cy="23315"/>
              </a:xfrm>
              <a:custGeom>
                <a:avLst/>
                <a:gdLst>
                  <a:gd name="connsiteX0" fmla="*/ 104992 w 104992"/>
                  <a:gd name="connsiteY0" fmla="*/ 1708 h 23315"/>
                  <a:gd name="connsiteX1" fmla="*/ 8316 w 104992"/>
                  <a:gd name="connsiteY1" fmla="*/ 0 h 23315"/>
                  <a:gd name="connsiteX2" fmla="*/ 0 w 104992"/>
                  <a:gd name="connsiteY2" fmla="*/ 21385 h 23315"/>
                  <a:gd name="connsiteX3" fmla="*/ 98309 w 104992"/>
                  <a:gd name="connsiteY3" fmla="*/ 23315 h 23315"/>
                  <a:gd name="connsiteX4" fmla="*/ 104992 w 104992"/>
                  <a:gd name="connsiteY4" fmla="*/ 1708 h 23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992" h="23315">
                    <a:moveTo>
                      <a:pt x="104992" y="1708"/>
                    </a:moveTo>
                    <a:lnTo>
                      <a:pt x="8316" y="0"/>
                    </a:lnTo>
                    <a:lnTo>
                      <a:pt x="0" y="21385"/>
                    </a:lnTo>
                    <a:lnTo>
                      <a:pt x="98309" y="23315"/>
                    </a:lnTo>
                    <a:lnTo>
                      <a:pt x="104992" y="1708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A7988D4E-11C3-3AE9-3CCA-BA5423720F9E}"/>
                  </a:ext>
                </a:extLst>
              </p:cNvPr>
              <p:cNvSpPr/>
              <p:nvPr/>
            </p:nvSpPr>
            <p:spPr>
              <a:xfrm>
                <a:off x="-5281817" y="4540586"/>
                <a:ext cx="46258" cy="19899"/>
              </a:xfrm>
              <a:custGeom>
                <a:avLst/>
                <a:gdLst>
                  <a:gd name="connsiteX0" fmla="*/ 0 w 46258"/>
                  <a:gd name="connsiteY0" fmla="*/ 17226 h 19899"/>
                  <a:gd name="connsiteX1" fmla="*/ 0 w 46258"/>
                  <a:gd name="connsiteY1" fmla="*/ 0 h 19899"/>
                  <a:gd name="connsiteX2" fmla="*/ 46259 w 46258"/>
                  <a:gd name="connsiteY2" fmla="*/ 0 h 19899"/>
                  <a:gd name="connsiteX3" fmla="*/ 35715 w 46258"/>
                  <a:gd name="connsiteY3" fmla="*/ 19900 h 19899"/>
                  <a:gd name="connsiteX4" fmla="*/ 0 w 46258"/>
                  <a:gd name="connsiteY4" fmla="*/ 17226 h 19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258" h="19899">
                    <a:moveTo>
                      <a:pt x="0" y="17226"/>
                    </a:moveTo>
                    <a:lnTo>
                      <a:pt x="0" y="0"/>
                    </a:lnTo>
                    <a:lnTo>
                      <a:pt x="46259" y="0"/>
                    </a:lnTo>
                    <a:lnTo>
                      <a:pt x="35715" y="19900"/>
                    </a:lnTo>
                    <a:lnTo>
                      <a:pt x="0" y="17226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2" name="图形 206">
              <a:extLst>
                <a:ext uri="{FF2B5EF4-FFF2-40B4-BE49-F238E27FC236}">
                  <a16:creationId xmlns:a16="http://schemas.microsoft.com/office/drawing/2014/main" id="{4D73EBAD-7872-455E-53B0-D7B0BCA62049}"/>
                </a:ext>
              </a:extLst>
            </p:cNvPr>
            <p:cNvGrpSpPr/>
            <p:nvPr/>
          </p:nvGrpSpPr>
          <p:grpSpPr>
            <a:xfrm>
              <a:off x="-5794494" y="4193621"/>
              <a:ext cx="228399" cy="432057"/>
              <a:chOff x="-5794494" y="4193621"/>
              <a:chExt cx="228399" cy="432057"/>
            </a:xfrm>
          </p:grpSpPr>
          <p:grpSp>
            <p:nvGrpSpPr>
              <p:cNvPr id="103" name="图形 206">
                <a:extLst>
                  <a:ext uri="{FF2B5EF4-FFF2-40B4-BE49-F238E27FC236}">
                    <a16:creationId xmlns:a16="http://schemas.microsoft.com/office/drawing/2014/main" id="{8784ABDD-82C5-4F36-2AB9-7E8A92FAE7B8}"/>
                  </a:ext>
                </a:extLst>
              </p:cNvPr>
              <p:cNvGrpSpPr/>
              <p:nvPr/>
            </p:nvGrpSpPr>
            <p:grpSpPr>
              <a:xfrm>
                <a:off x="-5792643" y="4208179"/>
                <a:ext cx="226549" cy="417499"/>
                <a:chOff x="-5792643" y="4208179"/>
                <a:chExt cx="226549" cy="417499"/>
              </a:xfrm>
            </p:grpSpPr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E6F922F1-470F-ABFB-5E35-3F9336F8529E}"/>
                    </a:ext>
                  </a:extLst>
                </p:cNvPr>
                <p:cNvSpPr/>
                <p:nvPr/>
              </p:nvSpPr>
              <p:spPr>
                <a:xfrm>
                  <a:off x="-5657932" y="4208179"/>
                  <a:ext cx="91838" cy="171003"/>
                </a:xfrm>
                <a:custGeom>
                  <a:avLst/>
                  <a:gdLst>
                    <a:gd name="connsiteX0" fmla="*/ 1218 w 91838"/>
                    <a:gd name="connsiteY0" fmla="*/ 39558 h 171003"/>
                    <a:gd name="connsiteX1" fmla="*/ 57427 w 91838"/>
                    <a:gd name="connsiteY1" fmla="*/ 166454 h 171003"/>
                    <a:gd name="connsiteX2" fmla="*/ 91806 w 91838"/>
                    <a:gd name="connsiteY2" fmla="*/ 100890 h 171003"/>
                    <a:gd name="connsiteX3" fmla="*/ 37231 w 91838"/>
                    <a:gd name="connsiteY3" fmla="*/ 4808 h 171003"/>
                    <a:gd name="connsiteX4" fmla="*/ 1144 w 91838"/>
                    <a:gd name="connsiteY4" fmla="*/ 39558 h 17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838" h="171003">
                      <a:moveTo>
                        <a:pt x="1218" y="39558"/>
                      </a:moveTo>
                      <a:cubicBezTo>
                        <a:pt x="1218" y="39558"/>
                        <a:pt x="54902" y="136308"/>
                        <a:pt x="57427" y="166454"/>
                      </a:cubicBezTo>
                      <a:cubicBezTo>
                        <a:pt x="77995" y="183978"/>
                        <a:pt x="92622" y="148486"/>
                        <a:pt x="91806" y="100890"/>
                      </a:cubicBezTo>
                      <a:cubicBezTo>
                        <a:pt x="91212" y="61982"/>
                        <a:pt x="70867" y="19956"/>
                        <a:pt x="37231" y="4808"/>
                      </a:cubicBezTo>
                      <a:cubicBezTo>
                        <a:pt x="-9994" y="-16428"/>
                        <a:pt x="1144" y="39558"/>
                        <a:pt x="1144" y="3955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0" name="图形 206">
                  <a:extLst>
                    <a:ext uri="{FF2B5EF4-FFF2-40B4-BE49-F238E27FC236}">
                      <a16:creationId xmlns:a16="http://schemas.microsoft.com/office/drawing/2014/main" id="{3A5A1823-2D96-6A17-9F4D-5A8E2606192F}"/>
                    </a:ext>
                  </a:extLst>
                </p:cNvPr>
                <p:cNvGrpSpPr/>
                <p:nvPr/>
              </p:nvGrpSpPr>
              <p:grpSpPr>
                <a:xfrm>
                  <a:off x="-5792643" y="4209129"/>
                  <a:ext cx="224559" cy="416550"/>
                  <a:chOff x="-5792643" y="4209129"/>
                  <a:chExt cx="224559" cy="416550"/>
                </a:xfrm>
              </p:grpSpPr>
              <p:grpSp>
                <p:nvGrpSpPr>
                  <p:cNvPr id="113" name="图形 206">
                    <a:extLst>
                      <a:ext uri="{FF2B5EF4-FFF2-40B4-BE49-F238E27FC236}">
                        <a16:creationId xmlns:a16="http://schemas.microsoft.com/office/drawing/2014/main" id="{D1A21940-2FAC-D8FB-38DD-61059C0E1BA8}"/>
                      </a:ext>
                    </a:extLst>
                  </p:cNvPr>
                  <p:cNvGrpSpPr/>
                  <p:nvPr/>
                </p:nvGrpSpPr>
                <p:grpSpPr>
                  <a:xfrm>
                    <a:off x="-5792643" y="4209129"/>
                    <a:ext cx="224559" cy="416550"/>
                    <a:chOff x="-5792643" y="4209129"/>
                    <a:chExt cx="224559" cy="416550"/>
                  </a:xfrm>
                </p:grpSpPr>
                <p:sp>
                  <p:nvSpPr>
                    <p:cNvPr id="116" name="任意多边形: 形状 115">
                      <a:extLst>
                        <a:ext uri="{FF2B5EF4-FFF2-40B4-BE49-F238E27FC236}">
                          <a16:creationId xmlns:a16="http://schemas.microsoft.com/office/drawing/2014/main" id="{6CACEF7A-38C3-FD86-2B8C-98AD5B5C07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772547" y="4383841"/>
                      <a:ext cx="145904" cy="241838"/>
                    </a:xfrm>
                    <a:custGeom>
                      <a:avLst/>
                      <a:gdLst>
                        <a:gd name="connsiteX0" fmla="*/ 105735 w 145904"/>
                        <a:gd name="connsiteY0" fmla="*/ 143603 h 241838"/>
                        <a:gd name="connsiteX1" fmla="*/ 100611 w 145904"/>
                        <a:gd name="connsiteY1" fmla="*/ 110709 h 241838"/>
                        <a:gd name="connsiteX2" fmla="*/ 108927 w 145904"/>
                        <a:gd name="connsiteY2" fmla="*/ 80043 h 241838"/>
                        <a:gd name="connsiteX3" fmla="*/ 95488 w 145904"/>
                        <a:gd name="connsiteY3" fmla="*/ 65490 h 241838"/>
                        <a:gd name="connsiteX4" fmla="*/ 25691 w 145904"/>
                        <a:gd name="connsiteY4" fmla="*/ 0 h 241838"/>
                        <a:gd name="connsiteX5" fmla="*/ 0 w 145904"/>
                        <a:gd name="connsiteY5" fmla="*/ 149098 h 241838"/>
                        <a:gd name="connsiteX6" fmla="*/ 145905 w 145904"/>
                        <a:gd name="connsiteY6" fmla="*/ 241838 h 241838"/>
                        <a:gd name="connsiteX7" fmla="*/ 132391 w 145904"/>
                        <a:gd name="connsiteY7" fmla="*/ 153033 h 241838"/>
                        <a:gd name="connsiteX8" fmla="*/ 105735 w 145904"/>
                        <a:gd name="connsiteY8" fmla="*/ 143603 h 241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45904" h="241838">
                          <a:moveTo>
                            <a:pt x="105735" y="143603"/>
                          </a:moveTo>
                          <a:cubicBezTo>
                            <a:pt x="96750" y="134619"/>
                            <a:pt x="98903" y="123778"/>
                            <a:pt x="100611" y="110709"/>
                          </a:cubicBezTo>
                          <a:cubicBezTo>
                            <a:pt x="101799" y="100686"/>
                            <a:pt x="105066" y="90216"/>
                            <a:pt x="108927" y="80043"/>
                          </a:cubicBezTo>
                          <a:lnTo>
                            <a:pt x="95488" y="65490"/>
                          </a:lnTo>
                          <a:lnTo>
                            <a:pt x="25691" y="0"/>
                          </a:lnTo>
                          <a:cubicBezTo>
                            <a:pt x="29032" y="45294"/>
                            <a:pt x="34601" y="123184"/>
                            <a:pt x="0" y="149098"/>
                          </a:cubicBezTo>
                          <a:lnTo>
                            <a:pt x="145905" y="241838"/>
                          </a:lnTo>
                          <a:lnTo>
                            <a:pt x="132391" y="153033"/>
                          </a:lnTo>
                          <a:cubicBezTo>
                            <a:pt x="132391" y="153033"/>
                            <a:pt x="118951" y="151028"/>
                            <a:pt x="105735" y="143603"/>
                          </a:cubicBezTo>
                          <a:close/>
                        </a:path>
                      </a:pathLst>
                    </a:custGeom>
                    <a:solidFill>
                      <a:srgbClr val="B97964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7" name="任意多边形: 形状 116">
                      <a:extLst>
                        <a:ext uri="{FF2B5EF4-FFF2-40B4-BE49-F238E27FC236}">
                          <a16:creationId xmlns:a16="http://schemas.microsoft.com/office/drawing/2014/main" id="{8C199E85-145F-3E10-65EA-4487E6912E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710785" y="4424308"/>
                      <a:ext cx="43898" cy="74177"/>
                    </a:xfrm>
                    <a:custGeom>
                      <a:avLst/>
                      <a:gdLst>
                        <a:gd name="connsiteX0" fmla="*/ 38404 w 43898"/>
                        <a:gd name="connsiteY0" fmla="*/ 74177 h 74177"/>
                        <a:gd name="connsiteX1" fmla="*/ 90 w 43898"/>
                        <a:gd name="connsiteY1" fmla="*/ 23612 h 74177"/>
                        <a:gd name="connsiteX2" fmla="*/ 4470 w 43898"/>
                        <a:gd name="connsiteY2" fmla="*/ 0 h 74177"/>
                        <a:gd name="connsiteX3" fmla="*/ 43898 w 43898"/>
                        <a:gd name="connsiteY3" fmla="*/ 48412 h 74177"/>
                        <a:gd name="connsiteX4" fmla="*/ 38329 w 43898"/>
                        <a:gd name="connsiteY4" fmla="*/ 74103 h 741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3898" h="74177">
                          <a:moveTo>
                            <a:pt x="38404" y="74177"/>
                          </a:moveTo>
                          <a:cubicBezTo>
                            <a:pt x="19469" y="63856"/>
                            <a:pt x="-1544" y="45516"/>
                            <a:pt x="90" y="23612"/>
                          </a:cubicBezTo>
                          <a:cubicBezTo>
                            <a:pt x="832" y="14405"/>
                            <a:pt x="2540" y="5643"/>
                            <a:pt x="4470" y="0"/>
                          </a:cubicBezTo>
                          <a:lnTo>
                            <a:pt x="43898" y="48412"/>
                          </a:lnTo>
                          <a:cubicBezTo>
                            <a:pt x="41077" y="56580"/>
                            <a:pt x="40186" y="61926"/>
                            <a:pt x="38329" y="7410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8" name="任意多边形: 形状 117">
                      <a:extLst>
                        <a:ext uri="{FF2B5EF4-FFF2-40B4-BE49-F238E27FC236}">
                          <a16:creationId xmlns:a16="http://schemas.microsoft.com/office/drawing/2014/main" id="{5A21BE3E-4744-3C00-2ABF-C2C17D7439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769434" y="4209129"/>
                      <a:ext cx="201349" cy="265139"/>
                    </a:xfrm>
                    <a:custGeom>
                      <a:avLst/>
                      <a:gdLst>
                        <a:gd name="connsiteX0" fmla="*/ 822 w 201349"/>
                        <a:gd name="connsiteY0" fmla="*/ 102465 h 265139"/>
                        <a:gd name="connsiteX1" fmla="*/ 49012 w 201349"/>
                        <a:gd name="connsiteY1" fmla="*/ 235747 h 265139"/>
                        <a:gd name="connsiteX2" fmla="*/ 198406 w 201349"/>
                        <a:gd name="connsiteY2" fmla="*/ 197953 h 265139"/>
                        <a:gd name="connsiteX3" fmla="*/ 123709 w 201349"/>
                        <a:gd name="connsiteY3" fmla="*/ 6829 h 265139"/>
                        <a:gd name="connsiteX4" fmla="*/ 822 w 201349"/>
                        <a:gd name="connsiteY4" fmla="*/ 102540 h 2651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1349" h="265139">
                          <a:moveTo>
                            <a:pt x="822" y="102465"/>
                          </a:moveTo>
                          <a:cubicBezTo>
                            <a:pt x="9658" y="171445"/>
                            <a:pt x="11960" y="200700"/>
                            <a:pt x="49012" y="235747"/>
                          </a:cubicBezTo>
                          <a:cubicBezTo>
                            <a:pt x="104701" y="288392"/>
                            <a:pt x="186675" y="267007"/>
                            <a:pt x="198406" y="197953"/>
                          </a:cubicBezTo>
                          <a:cubicBezTo>
                            <a:pt x="208950" y="135730"/>
                            <a:pt x="192763" y="33411"/>
                            <a:pt x="123709" y="6829"/>
                          </a:cubicBezTo>
                          <a:cubicBezTo>
                            <a:pt x="55769" y="-19382"/>
                            <a:pt x="-8014" y="33560"/>
                            <a:pt x="822" y="102540"/>
                          </a:cubicBezTo>
                          <a:close/>
                        </a:path>
                      </a:pathLst>
                    </a:custGeom>
                    <a:solidFill>
                      <a:srgbClr val="B97964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9" name="任意多边形: 形状 118">
                      <a:extLst>
                        <a:ext uri="{FF2B5EF4-FFF2-40B4-BE49-F238E27FC236}">
                          <a16:creationId xmlns:a16="http://schemas.microsoft.com/office/drawing/2014/main" id="{9B4055DA-D02E-385F-C0BD-86A4466805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674832" y="4324724"/>
                      <a:ext cx="16411" cy="23563"/>
                    </a:xfrm>
                    <a:custGeom>
                      <a:avLst/>
                      <a:gdLst>
                        <a:gd name="connsiteX0" fmla="*/ 1 w 16411"/>
                        <a:gd name="connsiteY0" fmla="*/ 11225 h 23563"/>
                        <a:gd name="connsiteX1" fmla="*/ 8317 w 16411"/>
                        <a:gd name="connsiteY1" fmla="*/ 23550 h 23563"/>
                        <a:gd name="connsiteX2" fmla="*/ 16411 w 16411"/>
                        <a:gd name="connsiteY2" fmla="*/ 12338 h 23563"/>
                        <a:gd name="connsiteX3" fmla="*/ 8095 w 16411"/>
                        <a:gd name="connsiteY3" fmla="*/ 13 h 23563"/>
                        <a:gd name="connsiteX4" fmla="*/ 1 w 16411"/>
                        <a:gd name="connsiteY4" fmla="*/ 11225 h 235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6411" h="23563">
                          <a:moveTo>
                            <a:pt x="1" y="11225"/>
                          </a:moveTo>
                          <a:cubicBezTo>
                            <a:pt x="1" y="17685"/>
                            <a:pt x="3788" y="23253"/>
                            <a:pt x="8317" y="23550"/>
                          </a:cubicBezTo>
                          <a:cubicBezTo>
                            <a:pt x="12847" y="23847"/>
                            <a:pt x="16485" y="18873"/>
                            <a:pt x="16411" y="12338"/>
                          </a:cubicBezTo>
                          <a:cubicBezTo>
                            <a:pt x="16411" y="5878"/>
                            <a:pt x="12624" y="310"/>
                            <a:pt x="8095" y="13"/>
                          </a:cubicBezTo>
                          <a:cubicBezTo>
                            <a:pt x="3565" y="-284"/>
                            <a:pt x="-73" y="4691"/>
                            <a:pt x="1" y="11225"/>
                          </a:cubicBez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0" name="任意多边形: 形状 119">
                      <a:extLst>
                        <a:ext uri="{FF2B5EF4-FFF2-40B4-BE49-F238E27FC236}">
                          <a16:creationId xmlns:a16="http://schemas.microsoft.com/office/drawing/2014/main" id="{1DBDA1F6-5D8A-E84F-A162-EC810178D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608988" y="4320528"/>
                      <a:ext cx="16297" cy="22822"/>
                    </a:xfrm>
                    <a:custGeom>
                      <a:avLst/>
                      <a:gdLst>
                        <a:gd name="connsiteX0" fmla="*/ 18 w 16297"/>
                        <a:gd name="connsiteY0" fmla="*/ 10372 h 22822"/>
                        <a:gd name="connsiteX1" fmla="*/ 7592 w 16297"/>
                        <a:gd name="connsiteY1" fmla="*/ 22772 h 22822"/>
                        <a:gd name="connsiteX2" fmla="*/ 16279 w 16297"/>
                        <a:gd name="connsiteY2" fmla="*/ 12451 h 22822"/>
                        <a:gd name="connsiteX3" fmla="*/ 8705 w 16297"/>
                        <a:gd name="connsiteY3" fmla="*/ 51 h 22822"/>
                        <a:gd name="connsiteX4" fmla="*/ 18 w 16297"/>
                        <a:gd name="connsiteY4" fmla="*/ 10372 h 228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6297" h="22822">
                          <a:moveTo>
                            <a:pt x="18" y="10372"/>
                          </a:moveTo>
                          <a:cubicBezTo>
                            <a:pt x="-279" y="16683"/>
                            <a:pt x="3137" y="22252"/>
                            <a:pt x="7592" y="22772"/>
                          </a:cubicBezTo>
                          <a:cubicBezTo>
                            <a:pt x="12121" y="23366"/>
                            <a:pt x="15982" y="18688"/>
                            <a:pt x="16279" y="12451"/>
                          </a:cubicBezTo>
                          <a:cubicBezTo>
                            <a:pt x="16576" y="6139"/>
                            <a:pt x="13161" y="571"/>
                            <a:pt x="8705" y="51"/>
                          </a:cubicBezTo>
                          <a:cubicBezTo>
                            <a:pt x="4176" y="-543"/>
                            <a:pt x="315" y="4135"/>
                            <a:pt x="18" y="10372"/>
                          </a:cubicBez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1" name="任意多边形: 形状 120">
                      <a:extLst>
                        <a:ext uri="{FF2B5EF4-FFF2-40B4-BE49-F238E27FC236}">
                          <a16:creationId xmlns:a16="http://schemas.microsoft.com/office/drawing/2014/main" id="{3C191FF4-B4DB-97A3-0D68-52B4F1267E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696672" y="4298088"/>
                      <a:ext cx="32281" cy="15585"/>
                    </a:xfrm>
                    <a:custGeom>
                      <a:avLst/>
                      <a:gdLst>
                        <a:gd name="connsiteX0" fmla="*/ 3427 w 32281"/>
                        <a:gd name="connsiteY0" fmla="*/ 15511 h 15585"/>
                        <a:gd name="connsiteX1" fmla="*/ 5877 w 32281"/>
                        <a:gd name="connsiteY1" fmla="*/ 14620 h 15585"/>
                        <a:gd name="connsiteX2" fmla="*/ 28375 w 32281"/>
                        <a:gd name="connsiteY2" fmla="*/ 7195 h 15585"/>
                        <a:gd name="connsiteX3" fmla="*/ 32236 w 32281"/>
                        <a:gd name="connsiteY3" fmla="*/ 4745 h 15585"/>
                        <a:gd name="connsiteX4" fmla="*/ 29489 w 32281"/>
                        <a:gd name="connsiteY4" fmla="*/ 586 h 15585"/>
                        <a:gd name="connsiteX5" fmla="*/ 902 w 32281"/>
                        <a:gd name="connsiteY5" fmla="*/ 9645 h 15585"/>
                        <a:gd name="connsiteX6" fmla="*/ 1051 w 32281"/>
                        <a:gd name="connsiteY6" fmla="*/ 14472 h 15585"/>
                        <a:gd name="connsiteX7" fmla="*/ 3352 w 32281"/>
                        <a:gd name="connsiteY7" fmla="*/ 15585 h 155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2281" h="15585">
                          <a:moveTo>
                            <a:pt x="3427" y="15511"/>
                          </a:moveTo>
                          <a:cubicBezTo>
                            <a:pt x="4318" y="15511"/>
                            <a:pt x="5209" y="15288"/>
                            <a:pt x="5877" y="14620"/>
                          </a:cubicBezTo>
                          <a:cubicBezTo>
                            <a:pt x="16049" y="4299"/>
                            <a:pt x="28227" y="7195"/>
                            <a:pt x="28375" y="7195"/>
                          </a:cubicBezTo>
                          <a:cubicBezTo>
                            <a:pt x="30157" y="7640"/>
                            <a:pt x="31939" y="6527"/>
                            <a:pt x="32236" y="4745"/>
                          </a:cubicBezTo>
                          <a:cubicBezTo>
                            <a:pt x="32533" y="2888"/>
                            <a:pt x="31345" y="1032"/>
                            <a:pt x="29489" y="586"/>
                          </a:cubicBezTo>
                          <a:cubicBezTo>
                            <a:pt x="28821" y="438"/>
                            <a:pt x="13599" y="-3200"/>
                            <a:pt x="902" y="9645"/>
                          </a:cubicBezTo>
                          <a:cubicBezTo>
                            <a:pt x="-360" y="10907"/>
                            <a:pt x="-286" y="13061"/>
                            <a:pt x="1051" y="14472"/>
                          </a:cubicBezTo>
                          <a:cubicBezTo>
                            <a:pt x="1719" y="15140"/>
                            <a:pt x="2536" y="15511"/>
                            <a:pt x="3352" y="15585"/>
                          </a:cubicBez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2" name="任意多边形: 形状 121">
                      <a:extLst>
                        <a:ext uri="{FF2B5EF4-FFF2-40B4-BE49-F238E27FC236}">
                          <a16:creationId xmlns:a16="http://schemas.microsoft.com/office/drawing/2014/main" id="{733289DB-EC95-F521-08B0-8033168B4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619033" y="4289449"/>
                      <a:ext cx="35256" cy="10187"/>
                    </a:xfrm>
                    <a:custGeom>
                      <a:avLst/>
                      <a:gdLst>
                        <a:gd name="connsiteX0" fmla="*/ 33082 w 35256"/>
                        <a:gd name="connsiteY0" fmla="*/ 10041 h 10187"/>
                        <a:gd name="connsiteX1" fmla="*/ 34938 w 35256"/>
                        <a:gd name="connsiteY1" fmla="*/ 8482 h 10187"/>
                        <a:gd name="connsiteX2" fmla="*/ 33230 w 35256"/>
                        <a:gd name="connsiteY2" fmla="*/ 4027 h 10187"/>
                        <a:gd name="connsiteX3" fmla="*/ 1599 w 35256"/>
                        <a:gd name="connsiteY3" fmla="*/ 3210 h 10187"/>
                        <a:gd name="connsiteX4" fmla="*/ 559 w 35256"/>
                        <a:gd name="connsiteY4" fmla="*/ 7665 h 10187"/>
                        <a:gd name="connsiteX5" fmla="*/ 5311 w 35256"/>
                        <a:gd name="connsiteY5" fmla="*/ 8928 h 10187"/>
                        <a:gd name="connsiteX6" fmla="*/ 30334 w 35256"/>
                        <a:gd name="connsiteY6" fmla="*/ 9819 h 10187"/>
                        <a:gd name="connsiteX7" fmla="*/ 33082 w 35256"/>
                        <a:gd name="connsiteY7" fmla="*/ 10041 h 101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5256" h="10187">
                          <a:moveTo>
                            <a:pt x="33082" y="10041"/>
                          </a:moveTo>
                          <a:cubicBezTo>
                            <a:pt x="33898" y="9744"/>
                            <a:pt x="34567" y="9225"/>
                            <a:pt x="34938" y="8482"/>
                          </a:cubicBezTo>
                          <a:cubicBezTo>
                            <a:pt x="35755" y="6849"/>
                            <a:pt x="34938" y="4844"/>
                            <a:pt x="33230" y="4027"/>
                          </a:cubicBezTo>
                          <a:cubicBezTo>
                            <a:pt x="15781" y="-4363"/>
                            <a:pt x="2193" y="2913"/>
                            <a:pt x="1599" y="3210"/>
                          </a:cubicBezTo>
                          <a:cubicBezTo>
                            <a:pt x="-35" y="4101"/>
                            <a:pt x="-480" y="6106"/>
                            <a:pt x="559" y="7665"/>
                          </a:cubicBezTo>
                          <a:cubicBezTo>
                            <a:pt x="1599" y="9225"/>
                            <a:pt x="3752" y="9819"/>
                            <a:pt x="5311" y="8928"/>
                          </a:cubicBezTo>
                          <a:cubicBezTo>
                            <a:pt x="5831" y="8631"/>
                            <a:pt x="16449" y="3136"/>
                            <a:pt x="30334" y="9819"/>
                          </a:cubicBezTo>
                          <a:cubicBezTo>
                            <a:pt x="31225" y="10264"/>
                            <a:pt x="32191" y="10264"/>
                            <a:pt x="33082" y="10041"/>
                          </a:cubicBez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" name="任意多边形: 形状 122">
                      <a:extLst>
                        <a:ext uri="{FF2B5EF4-FFF2-40B4-BE49-F238E27FC236}">
                          <a16:creationId xmlns:a16="http://schemas.microsoft.com/office/drawing/2014/main" id="{21AD90B1-BEAF-20D2-0A80-1DEB26C9B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792643" y="4326454"/>
                      <a:ext cx="62074" cy="67616"/>
                    </a:xfrm>
                    <a:custGeom>
                      <a:avLst/>
                      <a:gdLst>
                        <a:gd name="connsiteX0" fmla="*/ 5098 w 62074"/>
                        <a:gd name="connsiteY0" fmla="*/ 42314 h 67616"/>
                        <a:gd name="connsiteX1" fmla="*/ 39699 w 62074"/>
                        <a:gd name="connsiteY1" fmla="*/ 67263 h 67616"/>
                        <a:gd name="connsiteX2" fmla="*/ 59673 w 62074"/>
                        <a:gd name="connsiteY2" fmla="*/ 23306 h 67616"/>
                        <a:gd name="connsiteX3" fmla="*/ 17349 w 62074"/>
                        <a:gd name="connsiteY3" fmla="*/ 956 h 67616"/>
                        <a:gd name="connsiteX4" fmla="*/ 5098 w 62074"/>
                        <a:gd name="connsiteY4" fmla="*/ 42314 h 676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2074" h="67616">
                          <a:moveTo>
                            <a:pt x="5098" y="42314"/>
                          </a:moveTo>
                          <a:cubicBezTo>
                            <a:pt x="13785" y="56199"/>
                            <a:pt x="27373" y="64664"/>
                            <a:pt x="39699" y="67263"/>
                          </a:cubicBezTo>
                          <a:cubicBezTo>
                            <a:pt x="58188" y="71198"/>
                            <a:pt x="66578" y="41423"/>
                            <a:pt x="59673" y="23306"/>
                          </a:cubicBezTo>
                          <a:cubicBezTo>
                            <a:pt x="53436" y="6970"/>
                            <a:pt x="35021" y="-3277"/>
                            <a:pt x="17349" y="956"/>
                          </a:cubicBezTo>
                          <a:cubicBezTo>
                            <a:pt x="-100" y="5114"/>
                            <a:pt x="-4778" y="26499"/>
                            <a:pt x="5098" y="42314"/>
                          </a:cubicBezTo>
                          <a:close/>
                        </a:path>
                      </a:pathLst>
                    </a:custGeom>
                    <a:solidFill>
                      <a:srgbClr val="B97964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4" name="任意多边形: 形状 123">
                      <a:extLst>
                        <a:ext uri="{FF2B5EF4-FFF2-40B4-BE49-F238E27FC236}">
                          <a16:creationId xmlns:a16="http://schemas.microsoft.com/office/drawing/2014/main" id="{3A8F3842-5844-CFEA-DE82-199573214E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628647" y="4325479"/>
                      <a:ext cx="25718" cy="51299"/>
                    </a:xfrm>
                    <a:custGeom>
                      <a:avLst/>
                      <a:gdLst>
                        <a:gd name="connsiteX0" fmla="*/ 0 w 25718"/>
                        <a:gd name="connsiteY0" fmla="*/ 0 h 51299"/>
                        <a:gd name="connsiteX1" fmla="*/ 24577 w 25718"/>
                        <a:gd name="connsiteY1" fmla="*/ 41210 h 51299"/>
                        <a:gd name="connsiteX2" fmla="*/ 22350 w 25718"/>
                        <a:gd name="connsiteY2" fmla="*/ 49452 h 51299"/>
                        <a:gd name="connsiteX3" fmla="*/ 3787 w 25718"/>
                        <a:gd name="connsiteY3" fmla="*/ 50417 h 51299"/>
                        <a:gd name="connsiteX4" fmla="*/ 0 w 25718"/>
                        <a:gd name="connsiteY4" fmla="*/ 0 h 51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718" h="51299">
                          <a:moveTo>
                            <a:pt x="0" y="0"/>
                          </a:moveTo>
                          <a:cubicBezTo>
                            <a:pt x="0" y="0"/>
                            <a:pt x="11732" y="25543"/>
                            <a:pt x="24577" y="41210"/>
                          </a:cubicBezTo>
                          <a:cubicBezTo>
                            <a:pt x="26805" y="43957"/>
                            <a:pt x="25617" y="48115"/>
                            <a:pt x="22350" y="49452"/>
                          </a:cubicBezTo>
                          <a:cubicBezTo>
                            <a:pt x="13885" y="52942"/>
                            <a:pt x="3787" y="50417"/>
                            <a:pt x="3787" y="50417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15854"/>
                    </a:solidFill>
                    <a:ln w="741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4" name="任意多边形: 形状 113">
                    <a:extLst>
                      <a:ext uri="{FF2B5EF4-FFF2-40B4-BE49-F238E27FC236}">
                        <a16:creationId xmlns:a16="http://schemas.microsoft.com/office/drawing/2014/main" id="{E192ADD9-1778-B554-E48D-5F030AEA18AF}"/>
                      </a:ext>
                    </a:extLst>
                  </p:cNvPr>
                  <p:cNvSpPr/>
                  <p:nvPr/>
                </p:nvSpPr>
                <p:spPr>
                  <a:xfrm>
                    <a:off x="-5668074" y="4321544"/>
                    <a:ext cx="16038" cy="6091"/>
                  </a:xfrm>
                  <a:custGeom>
                    <a:avLst/>
                    <a:gdLst>
                      <a:gd name="connsiteX0" fmla="*/ 0 w 16038"/>
                      <a:gd name="connsiteY0" fmla="*/ 2970 h 6091"/>
                      <a:gd name="connsiteX1" fmla="*/ 16038 w 16038"/>
                      <a:gd name="connsiteY1" fmla="*/ 0 h 6091"/>
                      <a:gd name="connsiteX2" fmla="*/ 0 w 16038"/>
                      <a:gd name="connsiteY2" fmla="*/ 2970 h 6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038" h="6091">
                        <a:moveTo>
                          <a:pt x="0" y="2970"/>
                        </a:moveTo>
                        <a:lnTo>
                          <a:pt x="16038" y="0"/>
                        </a:lnTo>
                        <a:cubicBezTo>
                          <a:pt x="16038" y="0"/>
                          <a:pt x="6831" y="11435"/>
                          <a:pt x="0" y="297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任意多边形: 形状 114">
                    <a:extLst>
                      <a:ext uri="{FF2B5EF4-FFF2-40B4-BE49-F238E27FC236}">
                        <a16:creationId xmlns:a16="http://schemas.microsoft.com/office/drawing/2014/main" id="{92D13BE8-DB2E-6D15-0456-2091EA18433A}"/>
                      </a:ext>
                    </a:extLst>
                  </p:cNvPr>
                  <p:cNvSpPr/>
                  <p:nvPr/>
                </p:nvSpPr>
                <p:spPr>
                  <a:xfrm>
                    <a:off x="-5602584" y="4318499"/>
                    <a:ext cx="16186" cy="5348"/>
                  </a:xfrm>
                  <a:custGeom>
                    <a:avLst/>
                    <a:gdLst>
                      <a:gd name="connsiteX0" fmla="*/ 0 w 16186"/>
                      <a:gd name="connsiteY0" fmla="*/ 2079 h 5348"/>
                      <a:gd name="connsiteX1" fmla="*/ 16187 w 16186"/>
                      <a:gd name="connsiteY1" fmla="*/ 0 h 5348"/>
                      <a:gd name="connsiteX2" fmla="*/ 0 w 16186"/>
                      <a:gd name="connsiteY2" fmla="*/ 2079 h 5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186" h="5348">
                        <a:moveTo>
                          <a:pt x="0" y="2079"/>
                        </a:moveTo>
                        <a:lnTo>
                          <a:pt x="16187" y="0"/>
                        </a:lnTo>
                        <a:cubicBezTo>
                          <a:pt x="8316" y="8613"/>
                          <a:pt x="2005" y="4901"/>
                          <a:pt x="0" y="2079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AACBD05C-4E79-77E9-A75D-CD116C2E6AA6}"/>
                    </a:ext>
                  </a:extLst>
                </p:cNvPr>
                <p:cNvSpPr/>
                <p:nvPr/>
              </p:nvSpPr>
              <p:spPr>
                <a:xfrm>
                  <a:off x="-5789950" y="4255608"/>
                  <a:ext cx="71060" cy="111291"/>
                </a:xfrm>
                <a:custGeom>
                  <a:avLst/>
                  <a:gdLst>
                    <a:gd name="connsiteX0" fmla="*/ 2627 w 71060"/>
                    <a:gd name="connsiteY0" fmla="*/ 18192 h 111291"/>
                    <a:gd name="connsiteX1" fmla="*/ 11909 w 71060"/>
                    <a:gd name="connsiteY1" fmla="*/ 71134 h 111291"/>
                    <a:gd name="connsiteX2" fmla="*/ 46881 w 71060"/>
                    <a:gd name="connsiteY2" fmla="*/ 111230 h 111291"/>
                    <a:gd name="connsiteX3" fmla="*/ 70865 w 71060"/>
                    <a:gd name="connsiteY3" fmla="*/ 19677 h 111291"/>
                    <a:gd name="connsiteX4" fmla="*/ 2553 w 71060"/>
                    <a:gd name="connsiteY4" fmla="*/ 18192 h 111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060" h="111291">
                      <a:moveTo>
                        <a:pt x="2627" y="18192"/>
                      </a:moveTo>
                      <a:cubicBezTo>
                        <a:pt x="-6728" y="31780"/>
                        <a:pt x="11909" y="71134"/>
                        <a:pt x="11909" y="71134"/>
                      </a:cubicBezTo>
                      <a:cubicBezTo>
                        <a:pt x="11909" y="71134"/>
                        <a:pt x="45099" y="61258"/>
                        <a:pt x="46881" y="111230"/>
                      </a:cubicBezTo>
                      <a:cubicBezTo>
                        <a:pt x="59133" y="113234"/>
                        <a:pt x="72870" y="66604"/>
                        <a:pt x="70865" y="19677"/>
                      </a:cubicBezTo>
                      <a:cubicBezTo>
                        <a:pt x="68414" y="-6831"/>
                        <a:pt x="19186" y="-5791"/>
                        <a:pt x="2553" y="1819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C470EC9F-3AB8-6202-BCD9-55743770CAF4}"/>
                    </a:ext>
                  </a:extLst>
                </p:cNvPr>
                <p:cNvSpPr/>
                <p:nvPr/>
              </p:nvSpPr>
              <p:spPr>
                <a:xfrm>
                  <a:off x="-5778525" y="4342051"/>
                  <a:ext cx="23247" cy="34587"/>
                </a:xfrm>
                <a:custGeom>
                  <a:avLst/>
                  <a:gdLst>
                    <a:gd name="connsiteX0" fmla="*/ 21423 w 23247"/>
                    <a:gd name="connsiteY0" fmla="*/ 34588 h 34587"/>
                    <a:gd name="connsiteX1" fmla="*/ 20977 w 23247"/>
                    <a:gd name="connsiteY1" fmla="*/ 34588 h 34587"/>
                    <a:gd name="connsiteX2" fmla="*/ 2191 w 23247"/>
                    <a:gd name="connsiteY2" fmla="*/ 21445 h 34587"/>
                    <a:gd name="connsiteX3" fmla="*/ 781 w 23247"/>
                    <a:gd name="connsiteY3" fmla="*/ 8303 h 34587"/>
                    <a:gd name="connsiteX4" fmla="*/ 17042 w 23247"/>
                    <a:gd name="connsiteY4" fmla="*/ 803 h 34587"/>
                    <a:gd name="connsiteX5" fmla="*/ 18081 w 23247"/>
                    <a:gd name="connsiteY5" fmla="*/ 3179 h 34587"/>
                    <a:gd name="connsiteX6" fmla="*/ 15705 w 23247"/>
                    <a:gd name="connsiteY6" fmla="*/ 4219 h 34587"/>
                    <a:gd name="connsiteX7" fmla="*/ 4196 w 23247"/>
                    <a:gd name="connsiteY7" fmla="*/ 9639 h 34587"/>
                    <a:gd name="connsiteX8" fmla="*/ 5458 w 23247"/>
                    <a:gd name="connsiteY8" fmla="*/ 19663 h 34587"/>
                    <a:gd name="connsiteX9" fmla="*/ 21794 w 23247"/>
                    <a:gd name="connsiteY9" fmla="*/ 30875 h 34587"/>
                    <a:gd name="connsiteX10" fmla="*/ 23205 w 23247"/>
                    <a:gd name="connsiteY10" fmla="*/ 33103 h 34587"/>
                    <a:gd name="connsiteX11" fmla="*/ 21423 w 23247"/>
                    <a:gd name="connsiteY11" fmla="*/ 34514 h 34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247" h="34587">
                      <a:moveTo>
                        <a:pt x="21423" y="34588"/>
                      </a:moveTo>
                      <a:cubicBezTo>
                        <a:pt x="21423" y="34588"/>
                        <a:pt x="21126" y="34588"/>
                        <a:pt x="20977" y="34588"/>
                      </a:cubicBezTo>
                      <a:cubicBezTo>
                        <a:pt x="9691" y="31915"/>
                        <a:pt x="4567" y="25975"/>
                        <a:pt x="2191" y="21445"/>
                      </a:cubicBezTo>
                      <a:cubicBezTo>
                        <a:pt x="-110" y="16990"/>
                        <a:pt x="-630" y="12015"/>
                        <a:pt x="781" y="8303"/>
                      </a:cubicBezTo>
                      <a:cubicBezTo>
                        <a:pt x="3082" y="2511"/>
                        <a:pt x="10136" y="-1870"/>
                        <a:pt x="17042" y="803"/>
                      </a:cubicBezTo>
                      <a:cubicBezTo>
                        <a:pt x="18007" y="1174"/>
                        <a:pt x="18453" y="2214"/>
                        <a:pt x="18081" y="3179"/>
                      </a:cubicBezTo>
                      <a:cubicBezTo>
                        <a:pt x="17710" y="4145"/>
                        <a:pt x="16671" y="4590"/>
                        <a:pt x="15705" y="4219"/>
                      </a:cubicBezTo>
                      <a:cubicBezTo>
                        <a:pt x="10953" y="2362"/>
                        <a:pt x="5830" y="5630"/>
                        <a:pt x="4196" y="9639"/>
                      </a:cubicBezTo>
                      <a:cubicBezTo>
                        <a:pt x="3379" y="11644"/>
                        <a:pt x="3231" y="15431"/>
                        <a:pt x="5458" y="19663"/>
                      </a:cubicBezTo>
                      <a:cubicBezTo>
                        <a:pt x="7463" y="23524"/>
                        <a:pt x="11918" y="28573"/>
                        <a:pt x="21794" y="30875"/>
                      </a:cubicBezTo>
                      <a:cubicBezTo>
                        <a:pt x="22759" y="31098"/>
                        <a:pt x="23427" y="32138"/>
                        <a:pt x="23205" y="33103"/>
                      </a:cubicBezTo>
                      <a:cubicBezTo>
                        <a:pt x="22982" y="33994"/>
                        <a:pt x="22239" y="34514"/>
                        <a:pt x="21423" y="3451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" name="图形 206">
                <a:extLst>
                  <a:ext uri="{FF2B5EF4-FFF2-40B4-BE49-F238E27FC236}">
                    <a16:creationId xmlns:a16="http://schemas.microsoft.com/office/drawing/2014/main" id="{700BD4AA-0E31-22AC-492D-B1EC9AD07A64}"/>
                  </a:ext>
                </a:extLst>
              </p:cNvPr>
              <p:cNvGrpSpPr/>
              <p:nvPr/>
            </p:nvGrpSpPr>
            <p:grpSpPr>
              <a:xfrm>
                <a:off x="-5664448" y="4378866"/>
                <a:ext cx="45973" cy="42175"/>
                <a:chOff x="-5664448" y="4378866"/>
                <a:chExt cx="45973" cy="42175"/>
              </a:xfrm>
            </p:grpSpPr>
            <p:sp>
              <p:nvSpPr>
                <p:cNvPr id="106" name="任意多边形: 形状 105">
                  <a:extLst>
                    <a:ext uri="{FF2B5EF4-FFF2-40B4-BE49-F238E27FC236}">
                      <a16:creationId xmlns:a16="http://schemas.microsoft.com/office/drawing/2014/main" id="{7EE2C3ED-4F53-EF3A-6421-24DD39A702F9}"/>
                    </a:ext>
                  </a:extLst>
                </p:cNvPr>
                <p:cNvSpPr/>
                <p:nvPr/>
              </p:nvSpPr>
              <p:spPr>
                <a:xfrm>
                  <a:off x="-5664448" y="4378940"/>
                  <a:ext cx="45973" cy="42100"/>
                </a:xfrm>
                <a:custGeom>
                  <a:avLst/>
                  <a:gdLst>
                    <a:gd name="connsiteX0" fmla="*/ 45973 w 45973"/>
                    <a:gd name="connsiteY0" fmla="*/ 19602 h 42100"/>
                    <a:gd name="connsiteX1" fmla="*/ 34390 w 45973"/>
                    <a:gd name="connsiteY1" fmla="*/ 42101 h 42100"/>
                    <a:gd name="connsiteX2" fmla="*/ 30084 w 45973"/>
                    <a:gd name="connsiteY2" fmla="*/ 41061 h 42100"/>
                    <a:gd name="connsiteX3" fmla="*/ 828 w 45973"/>
                    <a:gd name="connsiteY3" fmla="*/ 19008 h 42100"/>
                    <a:gd name="connsiteX4" fmla="*/ 680 w 45973"/>
                    <a:gd name="connsiteY4" fmla="*/ 6683 h 42100"/>
                    <a:gd name="connsiteX5" fmla="*/ 2982 w 45973"/>
                    <a:gd name="connsiteY5" fmla="*/ 0 h 42100"/>
                    <a:gd name="connsiteX6" fmla="*/ 39291 w 45973"/>
                    <a:gd name="connsiteY6" fmla="*/ 17820 h 42100"/>
                    <a:gd name="connsiteX7" fmla="*/ 45899 w 45973"/>
                    <a:gd name="connsiteY7" fmla="*/ 19602 h 4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973" h="42100">
                      <a:moveTo>
                        <a:pt x="45973" y="19602"/>
                      </a:moveTo>
                      <a:cubicBezTo>
                        <a:pt x="40776" y="27250"/>
                        <a:pt x="34390" y="42101"/>
                        <a:pt x="34390" y="42101"/>
                      </a:cubicBezTo>
                      <a:cubicBezTo>
                        <a:pt x="32905" y="41804"/>
                        <a:pt x="31494" y="41433"/>
                        <a:pt x="30084" y="41061"/>
                      </a:cubicBezTo>
                      <a:cubicBezTo>
                        <a:pt x="10555" y="36012"/>
                        <a:pt x="3130" y="27250"/>
                        <a:pt x="828" y="19008"/>
                      </a:cubicBezTo>
                      <a:cubicBezTo>
                        <a:pt x="-434" y="14479"/>
                        <a:pt x="-63" y="10098"/>
                        <a:pt x="680" y="6683"/>
                      </a:cubicBezTo>
                      <a:cubicBezTo>
                        <a:pt x="1497" y="2673"/>
                        <a:pt x="2982" y="0"/>
                        <a:pt x="2982" y="0"/>
                      </a:cubicBezTo>
                      <a:cubicBezTo>
                        <a:pt x="11743" y="8836"/>
                        <a:pt x="29638" y="14925"/>
                        <a:pt x="39291" y="17820"/>
                      </a:cubicBezTo>
                      <a:cubicBezTo>
                        <a:pt x="43300" y="19083"/>
                        <a:pt x="45899" y="19602"/>
                        <a:pt x="45899" y="1960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: 形状 106">
                  <a:extLst>
                    <a:ext uri="{FF2B5EF4-FFF2-40B4-BE49-F238E27FC236}">
                      <a16:creationId xmlns:a16="http://schemas.microsoft.com/office/drawing/2014/main" id="{DB250327-3AD9-02F8-D534-D31E7266260E}"/>
                    </a:ext>
                  </a:extLst>
                </p:cNvPr>
                <p:cNvSpPr/>
                <p:nvPr/>
              </p:nvSpPr>
              <p:spPr>
                <a:xfrm>
                  <a:off x="-5663694" y="4378866"/>
                  <a:ext cx="38610" cy="24354"/>
                </a:xfrm>
                <a:custGeom>
                  <a:avLst/>
                  <a:gdLst>
                    <a:gd name="connsiteX0" fmla="*/ 38611 w 38610"/>
                    <a:gd name="connsiteY0" fmla="*/ 17820 h 24354"/>
                    <a:gd name="connsiteX1" fmla="*/ 35047 w 38610"/>
                    <a:gd name="connsiteY1" fmla="*/ 24355 h 24354"/>
                    <a:gd name="connsiteX2" fmla="*/ 0 w 38610"/>
                    <a:gd name="connsiteY2" fmla="*/ 6683 h 24354"/>
                    <a:gd name="connsiteX3" fmla="*/ 2302 w 38610"/>
                    <a:gd name="connsiteY3" fmla="*/ 0 h 24354"/>
                    <a:gd name="connsiteX4" fmla="*/ 38611 w 38610"/>
                    <a:gd name="connsiteY4" fmla="*/ 17820 h 24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10" h="24354">
                      <a:moveTo>
                        <a:pt x="38611" y="17820"/>
                      </a:moveTo>
                      <a:lnTo>
                        <a:pt x="35047" y="24355"/>
                      </a:lnTo>
                      <a:cubicBezTo>
                        <a:pt x="16632" y="19602"/>
                        <a:pt x="4307" y="13737"/>
                        <a:pt x="0" y="6683"/>
                      </a:cubicBezTo>
                      <a:cubicBezTo>
                        <a:pt x="817" y="2673"/>
                        <a:pt x="2302" y="0"/>
                        <a:pt x="2302" y="0"/>
                      </a:cubicBezTo>
                      <a:cubicBezTo>
                        <a:pt x="11064" y="8836"/>
                        <a:pt x="28958" y="14925"/>
                        <a:pt x="38611" y="178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4A48D21B-47E6-5AA0-6621-20E3C9A20A03}"/>
                    </a:ext>
                  </a:extLst>
                </p:cNvPr>
                <p:cNvSpPr/>
                <p:nvPr/>
              </p:nvSpPr>
              <p:spPr>
                <a:xfrm>
                  <a:off x="-5663619" y="4397875"/>
                  <a:ext cx="29329" cy="22052"/>
                </a:xfrm>
                <a:custGeom>
                  <a:avLst/>
                  <a:gdLst>
                    <a:gd name="connsiteX0" fmla="*/ 29255 w 29329"/>
                    <a:gd name="connsiteY0" fmla="*/ 22053 h 22052"/>
                    <a:gd name="connsiteX1" fmla="*/ 0 w 29329"/>
                    <a:gd name="connsiteY1" fmla="*/ 0 h 22052"/>
                    <a:gd name="connsiteX2" fmla="*/ 20642 w 29329"/>
                    <a:gd name="connsiteY2" fmla="*/ 9876 h 22052"/>
                    <a:gd name="connsiteX3" fmla="*/ 29329 w 29329"/>
                    <a:gd name="connsiteY3" fmla="*/ 22053 h 22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329" h="22052">
                      <a:moveTo>
                        <a:pt x="29255" y="22053"/>
                      </a:moveTo>
                      <a:cubicBezTo>
                        <a:pt x="9727" y="17004"/>
                        <a:pt x="2302" y="8242"/>
                        <a:pt x="0" y="0"/>
                      </a:cubicBezTo>
                      <a:cubicBezTo>
                        <a:pt x="6608" y="2005"/>
                        <a:pt x="14331" y="5049"/>
                        <a:pt x="20642" y="9876"/>
                      </a:cubicBezTo>
                      <a:cubicBezTo>
                        <a:pt x="25468" y="13514"/>
                        <a:pt x="27919" y="17895"/>
                        <a:pt x="29329" y="22053"/>
                      </a:cubicBezTo>
                      <a:close/>
                    </a:path>
                  </a:pathLst>
                </a:custGeom>
                <a:solidFill>
                  <a:srgbClr val="DC5753"/>
                </a:solidFill>
                <a:ln w="7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D171ED35-CC64-FAA2-5868-3FDF7DE71FD9}"/>
                  </a:ext>
                </a:extLst>
              </p:cNvPr>
              <p:cNvSpPr/>
              <p:nvPr/>
            </p:nvSpPr>
            <p:spPr>
              <a:xfrm>
                <a:off x="-5794494" y="4193621"/>
                <a:ext cx="202824" cy="132641"/>
              </a:xfrm>
              <a:custGeom>
                <a:avLst/>
                <a:gdLst>
                  <a:gd name="connsiteX0" fmla="*/ 202824 w 202824"/>
                  <a:gd name="connsiteY0" fmla="*/ 41716 h 132641"/>
                  <a:gd name="connsiteX1" fmla="*/ 59964 w 202824"/>
                  <a:gd name="connsiteY1" fmla="*/ 12386 h 132641"/>
                  <a:gd name="connsiteX2" fmla="*/ 24917 w 202824"/>
                  <a:gd name="connsiteY2" fmla="*/ 132452 h 132641"/>
                  <a:gd name="connsiteX3" fmla="*/ 122484 w 202824"/>
                  <a:gd name="connsiteY3" fmla="*/ 92059 h 132641"/>
                  <a:gd name="connsiteX4" fmla="*/ 202824 w 202824"/>
                  <a:gd name="connsiteY4" fmla="*/ 41790 h 13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824" h="132641">
                    <a:moveTo>
                      <a:pt x="202824" y="41716"/>
                    </a:moveTo>
                    <a:cubicBezTo>
                      <a:pt x="188197" y="11273"/>
                      <a:pt x="128573" y="-17017"/>
                      <a:pt x="59964" y="12386"/>
                    </a:cubicBezTo>
                    <a:cubicBezTo>
                      <a:pt x="-1962" y="38820"/>
                      <a:pt x="-19857" y="129036"/>
                      <a:pt x="24917" y="132452"/>
                    </a:cubicBezTo>
                    <a:cubicBezTo>
                      <a:pt x="69691" y="135867"/>
                      <a:pt x="122484" y="92059"/>
                      <a:pt x="122484" y="92059"/>
                    </a:cubicBezTo>
                    <a:lnTo>
                      <a:pt x="202824" y="41790"/>
                    </a:lnTo>
                    <a:close/>
                  </a:path>
                </a:pathLst>
              </a:custGeom>
              <a:solidFill>
                <a:srgbClr val="263238"/>
              </a:solidFill>
              <a:ln w="7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39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>
            <a:extLst>
              <a:ext uri="{FF2B5EF4-FFF2-40B4-BE49-F238E27FC236}">
                <a16:creationId xmlns:a16="http://schemas.microsoft.com/office/drawing/2014/main" id="{C1282DB8-3269-63DC-3D9E-07ABBB779EFB}"/>
              </a:ext>
            </a:extLst>
          </p:cNvPr>
          <p:cNvSpPr/>
          <p:nvPr/>
        </p:nvSpPr>
        <p:spPr>
          <a:xfrm>
            <a:off x="515009" y="3831697"/>
            <a:ext cx="11167404" cy="114300"/>
          </a:xfrm>
          <a:prstGeom prst="rect">
            <a:avLst/>
          </a:prstGeom>
          <a:gradFill flip="none" rotWithShape="1">
            <a:gsLst>
              <a:gs pos="70153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11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1EA44D-F00F-743C-8F9D-AB7A3226D6EC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C2B1FF-DFE0-D380-ECB1-1F767BF19171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Market Analysis</a:t>
            </a:r>
            <a:endParaRPr lang="en-US" altLang="zh-CN" sz="1200" spc="3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4256B8B3-D9A1-F527-CD59-5480645E6EDC}"/>
              </a:ext>
            </a:extLst>
          </p:cNvPr>
          <p:cNvGrpSpPr/>
          <p:nvPr/>
        </p:nvGrpSpPr>
        <p:grpSpPr>
          <a:xfrm>
            <a:off x="515009" y="1785115"/>
            <a:ext cx="11429745" cy="338554"/>
            <a:chOff x="515009" y="1785115"/>
            <a:chExt cx="11429745" cy="33855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36C06B-76CA-1DFC-1A48-192E5616A318}"/>
                </a:ext>
              </a:extLst>
            </p:cNvPr>
            <p:cNvSpPr/>
            <p:nvPr/>
          </p:nvSpPr>
          <p:spPr>
            <a:xfrm>
              <a:off x="515009" y="1785115"/>
              <a:ext cx="11167404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2B0AF9D-687E-46F2-36BB-7A11C3B4BAE8}"/>
                </a:ext>
              </a:extLst>
            </p:cNvPr>
            <p:cNvSpPr txBox="1"/>
            <p:nvPr/>
          </p:nvSpPr>
          <p:spPr>
            <a:xfrm>
              <a:off x="1107658" y="18312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15195F-D4FE-34DE-9F6F-1FB9F584714B}"/>
                </a:ext>
              </a:extLst>
            </p:cNvPr>
            <p:cNvSpPr txBox="1"/>
            <p:nvPr/>
          </p:nvSpPr>
          <p:spPr>
            <a:xfrm>
              <a:off x="3773881" y="18312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AAB725A-36F4-0E99-3E2E-94F50A208463}"/>
                </a:ext>
              </a:extLst>
            </p:cNvPr>
            <p:cNvSpPr txBox="1"/>
            <p:nvPr/>
          </p:nvSpPr>
          <p:spPr>
            <a:xfrm>
              <a:off x="6440104" y="18312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BB453A5-FA06-2DC0-72A5-CC64802AB591}"/>
                </a:ext>
              </a:extLst>
            </p:cNvPr>
            <p:cNvSpPr txBox="1"/>
            <p:nvPr/>
          </p:nvSpPr>
          <p:spPr>
            <a:xfrm>
              <a:off x="9106327" y="18312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Market Analysis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69C4E5D-9C0F-CA77-0027-DAEB38F0636C}"/>
                </a:ext>
              </a:extLst>
            </p:cNvPr>
            <p:cNvSpPr/>
            <p:nvPr/>
          </p:nvSpPr>
          <p:spPr>
            <a:xfrm>
              <a:off x="3166963" y="19315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CA54BB0-CBF2-7357-C57F-8B66DBDC6DAD}"/>
                </a:ext>
              </a:extLst>
            </p:cNvPr>
            <p:cNvSpPr/>
            <p:nvPr/>
          </p:nvSpPr>
          <p:spPr>
            <a:xfrm>
              <a:off x="5844616" y="19315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C9C5E9C-9A6A-7CC6-7112-045A5046C28B}"/>
                </a:ext>
              </a:extLst>
            </p:cNvPr>
            <p:cNvSpPr/>
            <p:nvPr/>
          </p:nvSpPr>
          <p:spPr>
            <a:xfrm>
              <a:off x="8522269" y="19315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6430ABFF-4E55-E874-793C-4A1CA66CA53E}"/>
              </a:ext>
            </a:extLst>
          </p:cNvPr>
          <p:cNvSpPr txBox="1"/>
          <p:nvPr/>
        </p:nvSpPr>
        <p:spPr>
          <a:xfrm>
            <a:off x="1380783" y="2990740"/>
            <a:ext cx="4621978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pPr algn="l"/>
            <a:r>
              <a:rPr lang="zh-CN" altLang="en-US"/>
              <a:t>请在此处点击编辑添加修改文本，简洁明了阐述你的观点，画面美观即可，请在此处点击编辑添加修改文本。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34CB4B-2443-3D4F-5E73-FA470B6B8235}"/>
              </a:ext>
            </a:extLst>
          </p:cNvPr>
          <p:cNvSpPr txBox="1"/>
          <p:nvPr/>
        </p:nvSpPr>
        <p:spPr>
          <a:xfrm>
            <a:off x="1380783" y="2552062"/>
            <a:ext cx="4621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edium" panose="00020600040101010101" pitchFamily="18" charset="-122"/>
              </a:rPr>
              <a:t>在此输入标题</a:t>
            </a:r>
            <a:endParaRPr lang="zh-CN" altLang="en-US" sz="2000" dirty="0">
              <a:solidFill>
                <a:schemeClr val="accent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Medium" panose="00020600040101010101" pitchFamily="18" charset="-122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852DCD78-3A75-A6DE-23A9-EE24BEB9B08F}"/>
              </a:ext>
            </a:extLst>
          </p:cNvPr>
          <p:cNvGrpSpPr/>
          <p:nvPr/>
        </p:nvGrpSpPr>
        <p:grpSpPr>
          <a:xfrm>
            <a:off x="6686428" y="3162086"/>
            <a:ext cx="1824056" cy="1453522"/>
            <a:chOff x="6686428" y="3162086"/>
            <a:chExt cx="1824056" cy="1453522"/>
          </a:xfrm>
        </p:grpSpPr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7B6FF174-B67B-B276-659E-0110843B2243}"/>
                </a:ext>
              </a:extLst>
            </p:cNvPr>
            <p:cNvSpPr/>
            <p:nvPr/>
          </p:nvSpPr>
          <p:spPr>
            <a:xfrm>
              <a:off x="6871696" y="3162086"/>
              <a:ext cx="1453522" cy="1453522"/>
            </a:xfrm>
            <a:custGeom>
              <a:avLst/>
              <a:gdLst>
                <a:gd name="connsiteX0" fmla="*/ 2039464 w 4078930"/>
                <a:gd name="connsiteY0" fmla="*/ 293582 h 4078930"/>
                <a:gd name="connsiteX1" fmla="*/ 293582 w 4078930"/>
                <a:gd name="connsiteY1" fmla="*/ 2039464 h 4078930"/>
                <a:gd name="connsiteX2" fmla="*/ 2039464 w 4078930"/>
                <a:gd name="connsiteY2" fmla="*/ 3785346 h 4078930"/>
                <a:gd name="connsiteX3" fmla="*/ 3785346 w 4078930"/>
                <a:gd name="connsiteY3" fmla="*/ 2039464 h 4078930"/>
                <a:gd name="connsiteX4" fmla="*/ 2039464 w 4078930"/>
                <a:gd name="connsiteY4" fmla="*/ 293582 h 4078930"/>
                <a:gd name="connsiteX5" fmla="*/ 2039465 w 4078930"/>
                <a:gd name="connsiteY5" fmla="*/ 0 h 4078930"/>
                <a:gd name="connsiteX6" fmla="*/ 4078930 w 4078930"/>
                <a:gd name="connsiteY6" fmla="*/ 2039465 h 4078930"/>
                <a:gd name="connsiteX7" fmla="*/ 2039465 w 4078930"/>
                <a:gd name="connsiteY7" fmla="*/ 4078930 h 4078930"/>
                <a:gd name="connsiteX8" fmla="*/ 0 w 4078930"/>
                <a:gd name="connsiteY8" fmla="*/ 2039465 h 4078930"/>
                <a:gd name="connsiteX9" fmla="*/ 2039465 w 4078930"/>
                <a:gd name="connsiteY9" fmla="*/ 0 h 407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8930" h="4078930">
                  <a:moveTo>
                    <a:pt x="2039464" y="293582"/>
                  </a:moveTo>
                  <a:cubicBezTo>
                    <a:pt x="1075240" y="293582"/>
                    <a:pt x="293582" y="1075240"/>
                    <a:pt x="293582" y="2039464"/>
                  </a:cubicBezTo>
                  <a:cubicBezTo>
                    <a:pt x="293582" y="3003688"/>
                    <a:pt x="1075240" y="3785346"/>
                    <a:pt x="2039464" y="3785346"/>
                  </a:cubicBezTo>
                  <a:cubicBezTo>
                    <a:pt x="3003688" y="3785346"/>
                    <a:pt x="3785346" y="3003688"/>
                    <a:pt x="3785346" y="2039464"/>
                  </a:cubicBezTo>
                  <a:cubicBezTo>
                    <a:pt x="3785346" y="1075240"/>
                    <a:pt x="3003688" y="293582"/>
                    <a:pt x="2039464" y="293582"/>
                  </a:cubicBezTo>
                  <a:close/>
                  <a:moveTo>
                    <a:pt x="2039465" y="0"/>
                  </a:moveTo>
                  <a:cubicBezTo>
                    <a:pt x="3165830" y="0"/>
                    <a:pt x="4078930" y="913100"/>
                    <a:pt x="4078930" y="2039465"/>
                  </a:cubicBezTo>
                  <a:cubicBezTo>
                    <a:pt x="4078930" y="3165830"/>
                    <a:pt x="3165830" y="4078930"/>
                    <a:pt x="2039465" y="4078930"/>
                  </a:cubicBezTo>
                  <a:cubicBezTo>
                    <a:pt x="913100" y="4078930"/>
                    <a:pt x="0" y="3165830"/>
                    <a:pt x="0" y="2039465"/>
                  </a:cubicBezTo>
                  <a:cubicBezTo>
                    <a:pt x="0" y="913100"/>
                    <a:pt x="913100" y="0"/>
                    <a:pt x="2039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63500" dist="38100" dir="12600000">
                <a:schemeClr val="tx2"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129AEDCA-E97D-D9C7-0648-ACD29280D8B6}"/>
                </a:ext>
              </a:extLst>
            </p:cNvPr>
            <p:cNvSpPr/>
            <p:nvPr/>
          </p:nvSpPr>
          <p:spPr>
            <a:xfrm>
              <a:off x="6936329" y="3226720"/>
              <a:ext cx="1324254" cy="1324254"/>
            </a:xfrm>
            <a:prstGeom prst="arc">
              <a:avLst>
                <a:gd name="adj1" fmla="val 16200000"/>
                <a:gd name="adj2" fmla="val 6700355"/>
              </a:avLst>
            </a:prstGeom>
            <a:ln w="1651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BB70FDEB-68EB-832D-B03E-682BA30CCE7D}"/>
                </a:ext>
              </a:extLst>
            </p:cNvPr>
            <p:cNvGrpSpPr/>
            <p:nvPr/>
          </p:nvGrpSpPr>
          <p:grpSpPr>
            <a:xfrm>
              <a:off x="7112807" y="3403197"/>
              <a:ext cx="971300" cy="971300"/>
              <a:chOff x="6873399" y="3896393"/>
              <a:chExt cx="971300" cy="971300"/>
            </a:xfrm>
          </p:grpSpPr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E1D6F86F-7D4F-3E0A-C139-19596EA365C7}"/>
                  </a:ext>
                </a:extLst>
              </p:cNvPr>
              <p:cNvSpPr/>
              <p:nvPr/>
            </p:nvSpPr>
            <p:spPr>
              <a:xfrm>
                <a:off x="6873399" y="3896393"/>
                <a:ext cx="971300" cy="9713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50800" dir="2700004" rotWithShape="0">
                  <a:schemeClr val="bg1">
                    <a:lumMod val="80000"/>
                    <a:alpha val="80000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DE669530-A634-6876-2B9E-BFF9B27BF329}"/>
                  </a:ext>
                </a:extLst>
              </p:cNvPr>
              <p:cNvSpPr/>
              <p:nvPr/>
            </p:nvSpPr>
            <p:spPr>
              <a:xfrm>
                <a:off x="6873399" y="3896393"/>
                <a:ext cx="971300" cy="9713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38BCB45-6ABE-FDFE-5DE1-388D41F68E3B}"/>
                </a:ext>
              </a:extLst>
            </p:cNvPr>
            <p:cNvSpPr txBox="1"/>
            <p:nvPr/>
          </p:nvSpPr>
          <p:spPr>
            <a:xfrm>
              <a:off x="6686428" y="3596460"/>
              <a:ext cx="1824056" cy="584775"/>
            </a:xfrm>
            <a:prstGeom prst="rect">
              <a:avLst/>
            </a:prstGeom>
            <a:noFill/>
            <a:effectLst>
              <a:innerShdw blurRad="63500" dist="38100" dir="13500000">
                <a:schemeClr val="accent1">
                  <a:lumMod val="25000"/>
                  <a:alpha val="70000"/>
                </a:schemeClr>
              </a:inn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accent2"/>
                  </a:solidFill>
                  <a:effectLst>
                    <a:innerShdw blurRad="76200" dist="50800" dir="13800000">
                      <a:srgbClr val="066BBE"/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阿里巴巴普惠体 Heavy" panose="00020600040101010101" pitchFamily="18" charset="-122"/>
                  <a:sym typeface="思源黑体 CN Bold" panose="020B0800000000000000" pitchFamily="34" charset="-122"/>
                </a:rPr>
                <a:t>56%</a:t>
              </a:r>
              <a:endParaRPr lang="en-US" altLang="zh-CN" sz="3200" dirty="0">
                <a:solidFill>
                  <a:schemeClr val="accent2"/>
                </a:solidFill>
                <a:effectLst>
                  <a:innerShdw blurRad="76200" dist="50800" dir="13800000">
                    <a:srgbClr val="066BBE"/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Heavy" panose="00020600040101010101" pitchFamily="18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FD5EB068-4AD8-77DF-5853-A545E2B33780}"/>
              </a:ext>
            </a:extLst>
          </p:cNvPr>
          <p:cNvGrpSpPr/>
          <p:nvPr/>
        </p:nvGrpSpPr>
        <p:grpSpPr>
          <a:xfrm>
            <a:off x="9162780" y="3162086"/>
            <a:ext cx="1824056" cy="1453522"/>
            <a:chOff x="9162780" y="3162086"/>
            <a:chExt cx="1824056" cy="1453522"/>
          </a:xfrm>
        </p:grpSpPr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F9AD6752-9652-F1AC-980C-8EAB0BD08FB5}"/>
                </a:ext>
              </a:extLst>
            </p:cNvPr>
            <p:cNvSpPr/>
            <p:nvPr/>
          </p:nvSpPr>
          <p:spPr>
            <a:xfrm>
              <a:off x="9298368" y="3162086"/>
              <a:ext cx="1453522" cy="1453522"/>
            </a:xfrm>
            <a:custGeom>
              <a:avLst/>
              <a:gdLst>
                <a:gd name="connsiteX0" fmla="*/ 2039464 w 4078930"/>
                <a:gd name="connsiteY0" fmla="*/ 293582 h 4078930"/>
                <a:gd name="connsiteX1" fmla="*/ 293582 w 4078930"/>
                <a:gd name="connsiteY1" fmla="*/ 2039464 h 4078930"/>
                <a:gd name="connsiteX2" fmla="*/ 2039464 w 4078930"/>
                <a:gd name="connsiteY2" fmla="*/ 3785346 h 4078930"/>
                <a:gd name="connsiteX3" fmla="*/ 3785346 w 4078930"/>
                <a:gd name="connsiteY3" fmla="*/ 2039464 h 4078930"/>
                <a:gd name="connsiteX4" fmla="*/ 2039464 w 4078930"/>
                <a:gd name="connsiteY4" fmla="*/ 293582 h 4078930"/>
                <a:gd name="connsiteX5" fmla="*/ 2039465 w 4078930"/>
                <a:gd name="connsiteY5" fmla="*/ 0 h 4078930"/>
                <a:gd name="connsiteX6" fmla="*/ 4078930 w 4078930"/>
                <a:gd name="connsiteY6" fmla="*/ 2039465 h 4078930"/>
                <a:gd name="connsiteX7" fmla="*/ 2039465 w 4078930"/>
                <a:gd name="connsiteY7" fmla="*/ 4078930 h 4078930"/>
                <a:gd name="connsiteX8" fmla="*/ 0 w 4078930"/>
                <a:gd name="connsiteY8" fmla="*/ 2039465 h 4078930"/>
                <a:gd name="connsiteX9" fmla="*/ 2039465 w 4078930"/>
                <a:gd name="connsiteY9" fmla="*/ 0 h 407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8930" h="4078930">
                  <a:moveTo>
                    <a:pt x="2039464" y="293582"/>
                  </a:moveTo>
                  <a:cubicBezTo>
                    <a:pt x="1075240" y="293582"/>
                    <a:pt x="293582" y="1075240"/>
                    <a:pt x="293582" y="2039464"/>
                  </a:cubicBezTo>
                  <a:cubicBezTo>
                    <a:pt x="293582" y="3003688"/>
                    <a:pt x="1075240" y="3785346"/>
                    <a:pt x="2039464" y="3785346"/>
                  </a:cubicBezTo>
                  <a:cubicBezTo>
                    <a:pt x="3003688" y="3785346"/>
                    <a:pt x="3785346" y="3003688"/>
                    <a:pt x="3785346" y="2039464"/>
                  </a:cubicBezTo>
                  <a:cubicBezTo>
                    <a:pt x="3785346" y="1075240"/>
                    <a:pt x="3003688" y="293582"/>
                    <a:pt x="2039464" y="293582"/>
                  </a:cubicBezTo>
                  <a:close/>
                  <a:moveTo>
                    <a:pt x="2039465" y="0"/>
                  </a:moveTo>
                  <a:cubicBezTo>
                    <a:pt x="3165830" y="0"/>
                    <a:pt x="4078930" y="913100"/>
                    <a:pt x="4078930" y="2039465"/>
                  </a:cubicBezTo>
                  <a:cubicBezTo>
                    <a:pt x="4078930" y="3165830"/>
                    <a:pt x="3165830" y="4078930"/>
                    <a:pt x="2039465" y="4078930"/>
                  </a:cubicBezTo>
                  <a:cubicBezTo>
                    <a:pt x="913100" y="4078930"/>
                    <a:pt x="0" y="3165830"/>
                    <a:pt x="0" y="2039465"/>
                  </a:cubicBezTo>
                  <a:cubicBezTo>
                    <a:pt x="0" y="913100"/>
                    <a:pt x="913100" y="0"/>
                    <a:pt x="2039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63500" dist="38100" dir="12600000">
                <a:schemeClr val="tx2"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C069F592-2FA6-6C35-620C-852970602124}"/>
                </a:ext>
              </a:extLst>
            </p:cNvPr>
            <p:cNvSpPr/>
            <p:nvPr/>
          </p:nvSpPr>
          <p:spPr>
            <a:xfrm>
              <a:off x="9363001" y="3226720"/>
              <a:ext cx="1324254" cy="1324254"/>
            </a:xfrm>
            <a:prstGeom prst="arc">
              <a:avLst>
                <a:gd name="adj1" fmla="val 16200000"/>
                <a:gd name="adj2" fmla="val 12886069"/>
              </a:avLst>
            </a:prstGeom>
            <a:ln w="165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56CB855-357E-32C0-B3B3-4C370EB2A482}"/>
                </a:ext>
              </a:extLst>
            </p:cNvPr>
            <p:cNvGrpSpPr/>
            <p:nvPr/>
          </p:nvGrpSpPr>
          <p:grpSpPr>
            <a:xfrm>
              <a:off x="9539479" y="3403197"/>
              <a:ext cx="971300" cy="971300"/>
              <a:chOff x="9349751" y="3896393"/>
              <a:chExt cx="971300" cy="971300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D27DB036-7B8B-3F3C-CEDC-D9C43C6C714B}"/>
                  </a:ext>
                </a:extLst>
              </p:cNvPr>
              <p:cNvSpPr/>
              <p:nvPr/>
            </p:nvSpPr>
            <p:spPr>
              <a:xfrm>
                <a:off x="9349751" y="3896393"/>
                <a:ext cx="971300" cy="9713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ED71FE11-39EF-A488-8538-722397237391}"/>
                  </a:ext>
                </a:extLst>
              </p:cNvPr>
              <p:cNvSpPr/>
              <p:nvPr/>
            </p:nvSpPr>
            <p:spPr>
              <a:xfrm>
                <a:off x="9349751" y="3896393"/>
                <a:ext cx="971300" cy="9713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63500" dir="13500008" rotWithShape="0">
                  <a:schemeClr val="bg1">
                    <a:lumMod val="6107"/>
                    <a:lumOff val="93893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6C0654F-67ED-6F2D-6049-0EF83BCE291B}"/>
                </a:ext>
              </a:extLst>
            </p:cNvPr>
            <p:cNvSpPr txBox="1"/>
            <p:nvPr/>
          </p:nvSpPr>
          <p:spPr>
            <a:xfrm>
              <a:off x="9162780" y="3596460"/>
              <a:ext cx="1824056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accent3"/>
                  </a:solidFill>
                  <a:effectLst>
                    <a:innerShdw blurRad="76200" dist="50800" dir="13800000">
                      <a:schemeClr val="accent3">
                        <a:lumMod val="50000"/>
                      </a:schemeClr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阿里巴巴普惠体 Heavy" panose="00020600040101010101" pitchFamily="18" charset="-122"/>
                  <a:sym typeface="思源黑体 CN Bold" panose="020B0800000000000000" pitchFamily="34" charset="-122"/>
                </a:rPr>
                <a:t>80%</a:t>
              </a:r>
              <a:endParaRPr lang="en-US" altLang="zh-CN" sz="3200" dirty="0">
                <a:solidFill>
                  <a:schemeClr val="accent3"/>
                </a:solidFill>
                <a:effectLst>
                  <a:innerShdw blurRad="76200" dist="50800" dir="13800000">
                    <a:schemeClr val="accent3">
                      <a:lumMod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Heavy" panose="00020600040101010101" pitchFamily="18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EE1D0BB-AC28-B9F7-5503-F8CFEF88B29A}"/>
              </a:ext>
            </a:extLst>
          </p:cNvPr>
          <p:cNvGrpSpPr/>
          <p:nvPr/>
        </p:nvGrpSpPr>
        <p:grpSpPr>
          <a:xfrm>
            <a:off x="1059154" y="2654293"/>
            <a:ext cx="195648" cy="195648"/>
            <a:chOff x="1336962" y="3100383"/>
            <a:chExt cx="230582" cy="230582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9B0A7E7A-3345-9AB4-3FAD-70B334111B87}"/>
                </a:ext>
              </a:extLst>
            </p:cNvPr>
            <p:cNvGrpSpPr/>
            <p:nvPr/>
          </p:nvGrpSpPr>
          <p:grpSpPr>
            <a:xfrm>
              <a:off x="1336962" y="3100383"/>
              <a:ext cx="230582" cy="230582"/>
              <a:chOff x="1271793" y="3111543"/>
              <a:chExt cx="139304" cy="139304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53979119-D06A-2EA7-2396-7FF9F2ED0D5B}"/>
                  </a:ext>
                </a:extLst>
              </p:cNvPr>
              <p:cNvSpPr/>
              <p:nvPr/>
            </p:nvSpPr>
            <p:spPr>
              <a:xfrm>
                <a:off x="1271793" y="3111543"/>
                <a:ext cx="139304" cy="13930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8100" dist="38100" dir="13500008" rotWithShape="0">
                  <a:schemeClr val="accent1">
                    <a:lumMod val="6107"/>
                    <a:lumOff val="93893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A7C6DA93-4BB2-C602-00FE-7DF8C97009EB}"/>
                  </a:ext>
                </a:extLst>
              </p:cNvPr>
              <p:cNvSpPr/>
              <p:nvPr/>
            </p:nvSpPr>
            <p:spPr>
              <a:xfrm>
                <a:off x="1271793" y="3111543"/>
                <a:ext cx="139304" cy="13930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2A8AC0C9-D17B-D6EA-0C57-5C76F1BA42ED}"/>
                </a:ext>
              </a:extLst>
            </p:cNvPr>
            <p:cNvSpPr/>
            <p:nvPr/>
          </p:nvSpPr>
          <p:spPr>
            <a:xfrm>
              <a:off x="1370162" y="3133585"/>
              <a:ext cx="164182" cy="1641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71C72571-EE9D-C432-5125-F09F4C236C0E}"/>
              </a:ext>
            </a:extLst>
          </p:cNvPr>
          <p:cNvSpPr txBox="1"/>
          <p:nvPr/>
        </p:nvSpPr>
        <p:spPr>
          <a:xfrm>
            <a:off x="1380783" y="3986646"/>
            <a:ext cx="4621978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A9D5B29-391F-B03A-6B0B-7F66664A3FCD}"/>
              </a:ext>
            </a:extLst>
          </p:cNvPr>
          <p:cNvGrpSpPr/>
          <p:nvPr/>
        </p:nvGrpSpPr>
        <p:grpSpPr>
          <a:xfrm>
            <a:off x="1487488" y="5338802"/>
            <a:ext cx="541337" cy="541337"/>
            <a:chOff x="1487488" y="5342017"/>
            <a:chExt cx="541337" cy="541337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8B7A49BF-7D14-D510-8F66-63F9BBE4CAAF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33E3FB53-74A0-F77C-8A99-6BDDFAF0A181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C68E8E3B-5597-B3B0-C451-875B01DC403E}"/>
              </a:ext>
            </a:extLst>
          </p:cNvPr>
          <p:cNvSpPr txBox="1"/>
          <p:nvPr/>
        </p:nvSpPr>
        <p:spPr>
          <a:xfrm>
            <a:off x="6871696" y="5275746"/>
            <a:ext cx="4012204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pPr algn="l"/>
            <a:r>
              <a:rPr lang="zh-CN" altLang="en-US"/>
              <a:t>请在此处点击编辑添加修改文本，简洁明了阐述你的观点，请在此处点击编辑添加修改文本。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AE85286-1EE0-43F8-74C6-C7B276514EC1}"/>
              </a:ext>
            </a:extLst>
          </p:cNvPr>
          <p:cNvSpPr txBox="1"/>
          <p:nvPr/>
        </p:nvSpPr>
        <p:spPr>
          <a:xfrm>
            <a:off x="6521901" y="4696316"/>
            <a:ext cx="2153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gradFill flip="none" rotWithShape="1">
                  <a:gsLst>
                    <a:gs pos="70153">
                      <a:schemeClr val="accent1"/>
                    </a:gs>
                    <a:gs pos="95000">
                      <a:schemeClr val="accent1">
                        <a:lumMod val="0"/>
                        <a:lumOff val="100000"/>
                      </a:schemeClr>
                    </a:gs>
                  </a:gsLst>
                  <a:lin ang="2700000" scaled="1"/>
                  <a:tileRect/>
                </a:gradFill>
                <a:effectLst>
                  <a:innerShdw blurRad="63500" dist="38100" dir="13500000">
                    <a:schemeClr val="accent2"/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edium" panose="00020600040101010101" pitchFamily="18" charset="-122"/>
              </a:rPr>
              <a:t>输入标题</a:t>
            </a:r>
            <a:endParaRPr lang="zh-CN" altLang="en-US" sz="2000" dirty="0">
              <a:gradFill flip="none" rotWithShape="1">
                <a:gsLst>
                  <a:gs pos="70153">
                    <a:schemeClr val="accent1"/>
                  </a:gs>
                  <a:gs pos="95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  <a:effectLst>
                <a:innerShdw blurRad="63500" dist="38100" dir="13500000">
                  <a:schemeClr val="accent2"/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99768C7-85D0-270D-459B-992C04A5878F}"/>
              </a:ext>
            </a:extLst>
          </p:cNvPr>
          <p:cNvSpPr txBox="1"/>
          <p:nvPr/>
        </p:nvSpPr>
        <p:spPr>
          <a:xfrm>
            <a:off x="8998253" y="4696316"/>
            <a:ext cx="2153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gradFill flip="none" rotWithShape="1">
                  <a:gsLst>
                    <a:gs pos="70153">
                      <a:schemeClr val="accent1"/>
                    </a:gs>
                    <a:gs pos="95000">
                      <a:schemeClr val="accent1">
                        <a:lumMod val="0"/>
                        <a:lumOff val="100000"/>
                      </a:schemeClr>
                    </a:gs>
                  </a:gsLst>
                  <a:lin ang="2700000" scaled="1"/>
                  <a:tileRect/>
                </a:gradFill>
                <a:effectLst>
                  <a:innerShdw blurRad="63500" dist="38100" dir="13500000">
                    <a:schemeClr val="accent2"/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edium" panose="00020600040101010101" pitchFamily="18" charset="-122"/>
              </a:rPr>
              <a:t>输入标题</a:t>
            </a:r>
            <a:endParaRPr lang="zh-CN" altLang="en-US" sz="2000" dirty="0">
              <a:gradFill flip="none" rotWithShape="1">
                <a:gsLst>
                  <a:gs pos="70153">
                    <a:schemeClr val="accent1"/>
                  </a:gs>
                  <a:gs pos="95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  <a:effectLst>
                <a:innerShdw blurRad="63500" dist="38100" dir="13500000">
                  <a:schemeClr val="accent2"/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01" name="箭头: V 形 100">
            <a:extLst>
              <a:ext uri="{FF2B5EF4-FFF2-40B4-BE49-F238E27FC236}">
                <a16:creationId xmlns:a16="http://schemas.microsoft.com/office/drawing/2014/main" id="{3432504F-60AA-34F2-3776-49200BF1B41F}"/>
              </a:ext>
            </a:extLst>
          </p:cNvPr>
          <p:cNvSpPr/>
          <p:nvPr/>
        </p:nvSpPr>
        <p:spPr>
          <a:xfrm>
            <a:off x="5472110" y="5462567"/>
            <a:ext cx="262131" cy="297020"/>
          </a:xfrm>
          <a:prstGeom prst="chevron">
            <a:avLst/>
          </a:prstGeom>
          <a:gradFill flip="none" rotWithShape="1">
            <a:gsLst>
              <a:gs pos="85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85D7185F-4867-7A9E-5DE5-1E5CF319456D}"/>
              </a:ext>
            </a:extLst>
          </p:cNvPr>
          <p:cNvGrpSpPr/>
          <p:nvPr/>
        </p:nvGrpSpPr>
        <p:grpSpPr>
          <a:xfrm>
            <a:off x="2313423" y="5338802"/>
            <a:ext cx="541337" cy="541337"/>
            <a:chOff x="1487488" y="5342017"/>
            <a:chExt cx="541337" cy="541337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24185841-5486-F04F-17EF-153A7C73CB77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DD8F0382-337F-A45F-BED6-7BEC673FDA73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A535FF9-3E2C-1BD1-ECD2-D97627C99EB4}"/>
              </a:ext>
            </a:extLst>
          </p:cNvPr>
          <p:cNvGrpSpPr/>
          <p:nvPr/>
        </p:nvGrpSpPr>
        <p:grpSpPr>
          <a:xfrm>
            <a:off x="3139358" y="5338802"/>
            <a:ext cx="541337" cy="541337"/>
            <a:chOff x="1487488" y="5342017"/>
            <a:chExt cx="541337" cy="541337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0021666B-4E3B-C79E-39C3-BA3EDC4ACB58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B3A700FA-CB3E-DF50-F413-15E1DCD482BF}"/>
                </a:ext>
              </a:extLst>
            </p:cNvPr>
            <p:cNvSpPr/>
            <p:nvPr/>
          </p:nvSpPr>
          <p:spPr>
            <a:xfrm>
              <a:off x="1487488" y="5342017"/>
              <a:ext cx="541337" cy="541337"/>
            </a:xfrm>
            <a:prstGeom prst="roundRect">
              <a:avLst>
                <a:gd name="adj" fmla="val 118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2" name="箭头: V 形 111">
            <a:extLst>
              <a:ext uri="{FF2B5EF4-FFF2-40B4-BE49-F238E27FC236}">
                <a16:creationId xmlns:a16="http://schemas.microsoft.com/office/drawing/2014/main" id="{A0CC888F-DF0C-0B8B-46B3-D0B3CA01519A}"/>
              </a:ext>
            </a:extLst>
          </p:cNvPr>
          <p:cNvSpPr/>
          <p:nvPr/>
        </p:nvSpPr>
        <p:spPr>
          <a:xfrm>
            <a:off x="5194392" y="5462567"/>
            <a:ext cx="262131" cy="297020"/>
          </a:xfrm>
          <a:prstGeom prst="chevron">
            <a:avLst/>
          </a:prstGeom>
          <a:gradFill flip="none" rotWithShape="1">
            <a:gsLst>
              <a:gs pos="85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3" name="箭头: V 形 112">
            <a:extLst>
              <a:ext uri="{FF2B5EF4-FFF2-40B4-BE49-F238E27FC236}">
                <a16:creationId xmlns:a16="http://schemas.microsoft.com/office/drawing/2014/main" id="{B860E4DB-4A9A-89F6-07B7-144D3E44379E}"/>
              </a:ext>
            </a:extLst>
          </p:cNvPr>
          <p:cNvSpPr/>
          <p:nvPr/>
        </p:nvSpPr>
        <p:spPr>
          <a:xfrm>
            <a:off x="4916674" y="5462567"/>
            <a:ext cx="262131" cy="297020"/>
          </a:xfrm>
          <a:prstGeom prst="chevron">
            <a:avLst/>
          </a:prstGeom>
          <a:gradFill flip="none" rotWithShape="1">
            <a:gsLst>
              <a:gs pos="8500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4" name="user-review_81204">
            <a:extLst>
              <a:ext uri="{FF2B5EF4-FFF2-40B4-BE49-F238E27FC236}">
                <a16:creationId xmlns:a16="http://schemas.microsoft.com/office/drawing/2014/main" id="{17453D11-F205-89E9-273D-E93B004AC87F}"/>
              </a:ext>
            </a:extLst>
          </p:cNvPr>
          <p:cNvSpPr/>
          <p:nvPr/>
        </p:nvSpPr>
        <p:spPr>
          <a:xfrm>
            <a:off x="1609557" y="5479257"/>
            <a:ext cx="297198" cy="260428"/>
          </a:xfrm>
          <a:custGeom>
            <a:avLst/>
            <a:gdLst>
              <a:gd name="connsiteX0" fmla="*/ 247905 w 608386"/>
              <a:gd name="connsiteY0" fmla="*/ 265321 h 533121"/>
              <a:gd name="connsiteX1" fmla="*/ 253536 w 608386"/>
              <a:gd name="connsiteY1" fmla="*/ 266141 h 533121"/>
              <a:gd name="connsiteX2" fmla="*/ 304215 w 608386"/>
              <a:gd name="connsiteY2" fmla="*/ 318857 h 533121"/>
              <a:gd name="connsiteX3" fmla="*/ 354776 w 608386"/>
              <a:gd name="connsiteY3" fmla="*/ 266141 h 533121"/>
              <a:gd name="connsiteX4" fmla="*/ 360524 w 608386"/>
              <a:gd name="connsiteY4" fmla="*/ 265321 h 533121"/>
              <a:gd name="connsiteX5" fmla="*/ 433961 w 608386"/>
              <a:gd name="connsiteY5" fmla="*/ 402264 h 533121"/>
              <a:gd name="connsiteX6" fmla="*/ 429269 w 608386"/>
              <a:gd name="connsiteY6" fmla="*/ 406950 h 533121"/>
              <a:gd name="connsiteX7" fmla="*/ 179044 w 608386"/>
              <a:gd name="connsiteY7" fmla="*/ 406950 h 533121"/>
              <a:gd name="connsiteX8" fmla="*/ 174351 w 608386"/>
              <a:gd name="connsiteY8" fmla="*/ 402264 h 533121"/>
              <a:gd name="connsiteX9" fmla="*/ 247905 w 608386"/>
              <a:gd name="connsiteY9" fmla="*/ 265321 h 533121"/>
              <a:gd name="connsiteX10" fmla="*/ 60896 w 608386"/>
              <a:gd name="connsiteY10" fmla="*/ 263812 h 533121"/>
              <a:gd name="connsiteX11" fmla="*/ 158742 w 608386"/>
              <a:gd name="connsiteY11" fmla="*/ 313363 h 533121"/>
              <a:gd name="connsiteX12" fmla="*/ 162614 w 608386"/>
              <a:gd name="connsiteY12" fmla="*/ 317815 h 533121"/>
              <a:gd name="connsiteX13" fmla="*/ 162262 w 608386"/>
              <a:gd name="connsiteY13" fmla="*/ 323789 h 533121"/>
              <a:gd name="connsiteX14" fmla="*/ 155105 w 608386"/>
              <a:gd name="connsiteY14" fmla="*/ 337729 h 533121"/>
              <a:gd name="connsiteX15" fmla="*/ 144664 w 608386"/>
              <a:gd name="connsiteY15" fmla="*/ 341243 h 533121"/>
              <a:gd name="connsiteX16" fmla="*/ 84713 w 608386"/>
              <a:gd name="connsiteY16" fmla="*/ 310903 h 533121"/>
              <a:gd name="connsiteX17" fmla="*/ 242157 w 608386"/>
              <a:gd name="connsiteY17" fmla="*/ 490599 h 533121"/>
              <a:gd name="connsiteX18" fmla="*/ 313723 w 608386"/>
              <a:gd name="connsiteY18" fmla="*/ 501961 h 533121"/>
              <a:gd name="connsiteX19" fmla="*/ 419429 w 608386"/>
              <a:gd name="connsiteY19" fmla="*/ 476307 h 533121"/>
              <a:gd name="connsiteX20" fmla="*/ 534639 w 608386"/>
              <a:gd name="connsiteY20" fmla="*/ 340891 h 533121"/>
              <a:gd name="connsiteX21" fmla="*/ 544494 w 608386"/>
              <a:gd name="connsiteY21" fmla="*/ 335854 h 533121"/>
              <a:gd name="connsiteX22" fmla="*/ 559393 w 608386"/>
              <a:gd name="connsiteY22" fmla="*/ 340657 h 533121"/>
              <a:gd name="connsiteX23" fmla="*/ 563969 w 608386"/>
              <a:gd name="connsiteY23" fmla="*/ 344523 h 533121"/>
              <a:gd name="connsiteX24" fmla="*/ 564438 w 608386"/>
              <a:gd name="connsiteY24" fmla="*/ 350497 h 533121"/>
              <a:gd name="connsiteX25" fmla="*/ 433743 w 608386"/>
              <a:gd name="connsiteY25" fmla="*/ 504070 h 533121"/>
              <a:gd name="connsiteX26" fmla="*/ 313723 w 608386"/>
              <a:gd name="connsiteY26" fmla="*/ 533121 h 533121"/>
              <a:gd name="connsiteX27" fmla="*/ 232537 w 608386"/>
              <a:gd name="connsiteY27" fmla="*/ 520353 h 533121"/>
              <a:gd name="connsiteX28" fmla="*/ 55734 w 608386"/>
              <a:gd name="connsiteY28" fmla="*/ 325897 h 533121"/>
              <a:gd name="connsiteX29" fmla="*/ 28750 w 608386"/>
              <a:gd name="connsiteY29" fmla="*/ 379080 h 533121"/>
              <a:gd name="connsiteX30" fmla="*/ 24175 w 608386"/>
              <a:gd name="connsiteY30" fmla="*/ 383062 h 533121"/>
              <a:gd name="connsiteX31" fmla="*/ 21828 w 608386"/>
              <a:gd name="connsiteY31" fmla="*/ 383414 h 533121"/>
              <a:gd name="connsiteX32" fmla="*/ 18309 w 608386"/>
              <a:gd name="connsiteY32" fmla="*/ 382594 h 533121"/>
              <a:gd name="connsiteX33" fmla="*/ 4348 w 608386"/>
              <a:gd name="connsiteY33" fmla="*/ 375565 h 533121"/>
              <a:gd name="connsiteX34" fmla="*/ 359 w 608386"/>
              <a:gd name="connsiteY34" fmla="*/ 370997 h 533121"/>
              <a:gd name="connsiteX35" fmla="*/ 828 w 608386"/>
              <a:gd name="connsiteY35" fmla="*/ 365023 h 533121"/>
              <a:gd name="connsiteX36" fmla="*/ 50337 w 608386"/>
              <a:gd name="connsiteY36" fmla="*/ 267327 h 533121"/>
              <a:gd name="connsiteX37" fmla="*/ 60896 w 608386"/>
              <a:gd name="connsiteY37" fmla="*/ 263812 h 533121"/>
              <a:gd name="connsiteX38" fmla="*/ 304156 w 608386"/>
              <a:gd name="connsiteY38" fmla="*/ 95051 h 533121"/>
              <a:gd name="connsiteX39" fmla="*/ 393880 w 608386"/>
              <a:gd name="connsiteY39" fmla="*/ 184599 h 533121"/>
              <a:gd name="connsiteX40" fmla="*/ 304156 w 608386"/>
              <a:gd name="connsiteY40" fmla="*/ 274147 h 533121"/>
              <a:gd name="connsiteX41" fmla="*/ 214432 w 608386"/>
              <a:gd name="connsiteY41" fmla="*/ 184599 h 533121"/>
              <a:gd name="connsiteX42" fmla="*/ 304156 w 608386"/>
              <a:gd name="connsiteY42" fmla="*/ 95051 h 533121"/>
              <a:gd name="connsiteX43" fmla="*/ 294730 w 608386"/>
              <a:gd name="connsiteY43" fmla="*/ 0 h 533121"/>
              <a:gd name="connsiteX44" fmla="*/ 375916 w 608386"/>
              <a:gd name="connsiteY44" fmla="*/ 12885 h 533121"/>
              <a:gd name="connsiteX45" fmla="*/ 552719 w 608386"/>
              <a:gd name="connsiteY45" fmla="*/ 207220 h 533121"/>
              <a:gd name="connsiteX46" fmla="*/ 579703 w 608386"/>
              <a:gd name="connsiteY46" fmla="*/ 154039 h 533121"/>
              <a:gd name="connsiteX47" fmla="*/ 584161 w 608386"/>
              <a:gd name="connsiteY47" fmla="*/ 150173 h 533121"/>
              <a:gd name="connsiteX48" fmla="*/ 590144 w 608386"/>
              <a:gd name="connsiteY48" fmla="*/ 150642 h 533121"/>
              <a:gd name="connsiteX49" fmla="*/ 604106 w 608386"/>
              <a:gd name="connsiteY49" fmla="*/ 157670 h 533121"/>
              <a:gd name="connsiteX50" fmla="*/ 607977 w 608386"/>
              <a:gd name="connsiteY50" fmla="*/ 162238 h 533121"/>
              <a:gd name="connsiteX51" fmla="*/ 607508 w 608386"/>
              <a:gd name="connsiteY51" fmla="*/ 168213 h 533121"/>
              <a:gd name="connsiteX52" fmla="*/ 557998 w 608386"/>
              <a:gd name="connsiteY52" fmla="*/ 265907 h 533121"/>
              <a:gd name="connsiteX53" fmla="*/ 551077 w 608386"/>
              <a:gd name="connsiteY53" fmla="*/ 270124 h 533121"/>
              <a:gd name="connsiteX54" fmla="*/ 547557 w 608386"/>
              <a:gd name="connsiteY54" fmla="*/ 269304 h 533121"/>
              <a:gd name="connsiteX55" fmla="*/ 449711 w 608386"/>
              <a:gd name="connsiteY55" fmla="*/ 219871 h 533121"/>
              <a:gd name="connsiteX56" fmla="*/ 445722 w 608386"/>
              <a:gd name="connsiteY56" fmla="*/ 215303 h 533121"/>
              <a:gd name="connsiteX57" fmla="*/ 446192 w 608386"/>
              <a:gd name="connsiteY57" fmla="*/ 209329 h 533121"/>
              <a:gd name="connsiteX58" fmla="*/ 453231 w 608386"/>
              <a:gd name="connsiteY58" fmla="*/ 195506 h 533121"/>
              <a:gd name="connsiteX59" fmla="*/ 463790 w 608386"/>
              <a:gd name="connsiteY59" fmla="*/ 191992 h 533121"/>
              <a:gd name="connsiteX60" fmla="*/ 523741 w 608386"/>
              <a:gd name="connsiteY60" fmla="*/ 222331 h 533121"/>
              <a:gd name="connsiteX61" fmla="*/ 366296 w 608386"/>
              <a:gd name="connsiteY61" fmla="*/ 42639 h 533121"/>
              <a:gd name="connsiteX62" fmla="*/ 294730 w 608386"/>
              <a:gd name="connsiteY62" fmla="*/ 31276 h 533121"/>
              <a:gd name="connsiteX63" fmla="*/ 188907 w 608386"/>
              <a:gd name="connsiteY63" fmla="*/ 56930 h 533121"/>
              <a:gd name="connsiteX64" fmla="*/ 73697 w 608386"/>
              <a:gd name="connsiteY64" fmla="*/ 192343 h 533121"/>
              <a:gd name="connsiteX65" fmla="*/ 63842 w 608386"/>
              <a:gd name="connsiteY65" fmla="*/ 197380 h 533121"/>
              <a:gd name="connsiteX66" fmla="*/ 48943 w 608386"/>
              <a:gd name="connsiteY66" fmla="*/ 192578 h 533121"/>
              <a:gd name="connsiteX67" fmla="*/ 44484 w 608386"/>
              <a:gd name="connsiteY67" fmla="*/ 188712 h 533121"/>
              <a:gd name="connsiteX68" fmla="*/ 43898 w 608386"/>
              <a:gd name="connsiteY68" fmla="*/ 182738 h 533121"/>
              <a:gd name="connsiteX69" fmla="*/ 174711 w 608386"/>
              <a:gd name="connsiteY69" fmla="*/ 29168 h 533121"/>
              <a:gd name="connsiteX70" fmla="*/ 294730 w 608386"/>
              <a:gd name="connsiteY70" fmla="*/ 0 h 53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608386" h="533121">
                <a:moveTo>
                  <a:pt x="247905" y="265321"/>
                </a:moveTo>
                <a:cubicBezTo>
                  <a:pt x="249782" y="264267"/>
                  <a:pt x="252129" y="264618"/>
                  <a:pt x="253536" y="266141"/>
                </a:cubicBezTo>
                <a:lnTo>
                  <a:pt x="304215" y="318857"/>
                </a:lnTo>
                <a:lnTo>
                  <a:pt x="354776" y="266141"/>
                </a:lnTo>
                <a:cubicBezTo>
                  <a:pt x="356301" y="264618"/>
                  <a:pt x="358647" y="264267"/>
                  <a:pt x="360524" y="265321"/>
                </a:cubicBezTo>
                <a:cubicBezTo>
                  <a:pt x="405103" y="290508"/>
                  <a:pt x="433961" y="344277"/>
                  <a:pt x="433961" y="402264"/>
                </a:cubicBezTo>
                <a:cubicBezTo>
                  <a:pt x="433961" y="404841"/>
                  <a:pt x="431967" y="406950"/>
                  <a:pt x="429269" y="406950"/>
                </a:cubicBezTo>
                <a:lnTo>
                  <a:pt x="179044" y="406950"/>
                </a:lnTo>
                <a:cubicBezTo>
                  <a:pt x="176463" y="406950"/>
                  <a:pt x="174351" y="404841"/>
                  <a:pt x="174351" y="402264"/>
                </a:cubicBezTo>
                <a:cubicBezTo>
                  <a:pt x="174351" y="344277"/>
                  <a:pt x="203210" y="290508"/>
                  <a:pt x="247905" y="265321"/>
                </a:cubicBezTo>
                <a:close/>
                <a:moveTo>
                  <a:pt x="60896" y="263812"/>
                </a:moveTo>
                <a:lnTo>
                  <a:pt x="158742" y="313363"/>
                </a:lnTo>
                <a:cubicBezTo>
                  <a:pt x="160619" y="314300"/>
                  <a:pt x="162027" y="315823"/>
                  <a:pt x="162614" y="317815"/>
                </a:cubicBezTo>
                <a:cubicBezTo>
                  <a:pt x="163318" y="319806"/>
                  <a:pt x="163083" y="321915"/>
                  <a:pt x="162262" y="323789"/>
                </a:cubicBezTo>
                <a:lnTo>
                  <a:pt x="155105" y="337729"/>
                </a:lnTo>
                <a:cubicBezTo>
                  <a:pt x="153228" y="341594"/>
                  <a:pt x="148535" y="343117"/>
                  <a:pt x="144664" y="341243"/>
                </a:cubicBezTo>
                <a:lnTo>
                  <a:pt x="84713" y="310903"/>
                </a:lnTo>
                <a:cubicBezTo>
                  <a:pt x="99730" y="394777"/>
                  <a:pt x="159798" y="464125"/>
                  <a:pt x="242157" y="490599"/>
                </a:cubicBezTo>
                <a:cubicBezTo>
                  <a:pt x="265504" y="498096"/>
                  <a:pt x="289555" y="501961"/>
                  <a:pt x="313723" y="501961"/>
                </a:cubicBezTo>
                <a:cubicBezTo>
                  <a:pt x="350562" y="501961"/>
                  <a:pt x="386228" y="493293"/>
                  <a:pt x="419429" y="476307"/>
                </a:cubicBezTo>
                <a:cubicBezTo>
                  <a:pt x="474688" y="447959"/>
                  <a:pt x="515633" y="399931"/>
                  <a:pt x="534639" y="340891"/>
                </a:cubicBezTo>
                <a:cubicBezTo>
                  <a:pt x="536047" y="336792"/>
                  <a:pt x="540387" y="334566"/>
                  <a:pt x="544494" y="335854"/>
                </a:cubicBezTo>
                <a:lnTo>
                  <a:pt x="559393" y="340657"/>
                </a:lnTo>
                <a:cubicBezTo>
                  <a:pt x="561388" y="341243"/>
                  <a:pt x="563030" y="342649"/>
                  <a:pt x="563969" y="344523"/>
                </a:cubicBezTo>
                <a:cubicBezTo>
                  <a:pt x="564908" y="346397"/>
                  <a:pt x="565142" y="348506"/>
                  <a:pt x="564438" y="350497"/>
                </a:cubicBezTo>
                <a:cubicBezTo>
                  <a:pt x="542851" y="417385"/>
                  <a:pt x="496392" y="471973"/>
                  <a:pt x="433743" y="504070"/>
                </a:cubicBezTo>
                <a:cubicBezTo>
                  <a:pt x="396552" y="523047"/>
                  <a:pt x="355020" y="533121"/>
                  <a:pt x="313723" y="533121"/>
                </a:cubicBezTo>
                <a:cubicBezTo>
                  <a:pt x="286270" y="533121"/>
                  <a:pt x="258934" y="528904"/>
                  <a:pt x="232537" y="520353"/>
                </a:cubicBezTo>
                <a:cubicBezTo>
                  <a:pt x="142200" y="491301"/>
                  <a:pt x="75562" y="416799"/>
                  <a:pt x="55734" y="325897"/>
                </a:cubicBezTo>
                <a:lnTo>
                  <a:pt x="28750" y="379080"/>
                </a:lnTo>
                <a:cubicBezTo>
                  <a:pt x="27812" y="380954"/>
                  <a:pt x="26169" y="382360"/>
                  <a:pt x="24175" y="383062"/>
                </a:cubicBezTo>
                <a:cubicBezTo>
                  <a:pt x="23471" y="383297"/>
                  <a:pt x="22650" y="383414"/>
                  <a:pt x="21828" y="383414"/>
                </a:cubicBezTo>
                <a:cubicBezTo>
                  <a:pt x="20538" y="383414"/>
                  <a:pt x="19365" y="383180"/>
                  <a:pt x="18309" y="382594"/>
                </a:cubicBezTo>
                <a:lnTo>
                  <a:pt x="4348" y="375565"/>
                </a:lnTo>
                <a:cubicBezTo>
                  <a:pt x="2471" y="374628"/>
                  <a:pt x="1063" y="372988"/>
                  <a:pt x="359" y="370997"/>
                </a:cubicBezTo>
                <a:cubicBezTo>
                  <a:pt x="-228" y="369006"/>
                  <a:pt x="-111" y="366897"/>
                  <a:pt x="828" y="365023"/>
                </a:cubicBezTo>
                <a:lnTo>
                  <a:pt x="50337" y="267327"/>
                </a:lnTo>
                <a:cubicBezTo>
                  <a:pt x="52332" y="263461"/>
                  <a:pt x="57025" y="261938"/>
                  <a:pt x="60896" y="263812"/>
                </a:cubicBezTo>
                <a:close/>
                <a:moveTo>
                  <a:pt x="304156" y="95051"/>
                </a:moveTo>
                <a:cubicBezTo>
                  <a:pt x="353709" y="95051"/>
                  <a:pt x="393880" y="135143"/>
                  <a:pt x="393880" y="184599"/>
                </a:cubicBezTo>
                <a:cubicBezTo>
                  <a:pt x="393880" y="234055"/>
                  <a:pt x="353709" y="274147"/>
                  <a:pt x="304156" y="274147"/>
                </a:cubicBezTo>
                <a:cubicBezTo>
                  <a:pt x="254603" y="274147"/>
                  <a:pt x="214432" y="234055"/>
                  <a:pt x="214432" y="184599"/>
                </a:cubicBezTo>
                <a:cubicBezTo>
                  <a:pt x="214432" y="135143"/>
                  <a:pt x="254603" y="95051"/>
                  <a:pt x="304156" y="95051"/>
                </a:cubicBezTo>
                <a:close/>
                <a:moveTo>
                  <a:pt x="294730" y="0"/>
                </a:moveTo>
                <a:cubicBezTo>
                  <a:pt x="322066" y="0"/>
                  <a:pt x="349402" y="4334"/>
                  <a:pt x="375916" y="12885"/>
                </a:cubicBezTo>
                <a:cubicBezTo>
                  <a:pt x="466253" y="41936"/>
                  <a:pt x="532892" y="116320"/>
                  <a:pt x="552719" y="207220"/>
                </a:cubicBezTo>
                <a:lnTo>
                  <a:pt x="579703" y="154039"/>
                </a:lnTo>
                <a:cubicBezTo>
                  <a:pt x="580641" y="152164"/>
                  <a:pt x="582167" y="150759"/>
                  <a:pt x="584161" y="150173"/>
                </a:cubicBezTo>
                <a:cubicBezTo>
                  <a:pt x="586156" y="149470"/>
                  <a:pt x="588267" y="149704"/>
                  <a:pt x="590144" y="150642"/>
                </a:cubicBezTo>
                <a:lnTo>
                  <a:pt x="604106" y="157670"/>
                </a:lnTo>
                <a:cubicBezTo>
                  <a:pt x="605983" y="158607"/>
                  <a:pt x="607391" y="160247"/>
                  <a:pt x="607977" y="162238"/>
                </a:cubicBezTo>
                <a:cubicBezTo>
                  <a:pt x="608681" y="164230"/>
                  <a:pt x="608447" y="166338"/>
                  <a:pt x="607508" y="168213"/>
                </a:cubicBezTo>
                <a:lnTo>
                  <a:pt x="557998" y="265907"/>
                </a:lnTo>
                <a:cubicBezTo>
                  <a:pt x="556708" y="268601"/>
                  <a:pt x="553892" y="270124"/>
                  <a:pt x="551077" y="270124"/>
                </a:cubicBezTo>
                <a:cubicBezTo>
                  <a:pt x="549903" y="270124"/>
                  <a:pt x="548613" y="269890"/>
                  <a:pt x="547557" y="269304"/>
                </a:cubicBezTo>
                <a:lnTo>
                  <a:pt x="449711" y="219871"/>
                </a:lnTo>
                <a:cubicBezTo>
                  <a:pt x="447834" y="218934"/>
                  <a:pt x="446426" y="217294"/>
                  <a:pt x="445722" y="215303"/>
                </a:cubicBezTo>
                <a:cubicBezTo>
                  <a:pt x="445136" y="213428"/>
                  <a:pt x="445253" y="211203"/>
                  <a:pt x="446192" y="209329"/>
                </a:cubicBezTo>
                <a:lnTo>
                  <a:pt x="453231" y="195506"/>
                </a:lnTo>
                <a:cubicBezTo>
                  <a:pt x="455225" y="191640"/>
                  <a:pt x="459918" y="190118"/>
                  <a:pt x="463790" y="191992"/>
                </a:cubicBezTo>
                <a:lnTo>
                  <a:pt x="523741" y="222331"/>
                </a:lnTo>
                <a:cubicBezTo>
                  <a:pt x="508606" y="138342"/>
                  <a:pt x="448655" y="69112"/>
                  <a:pt x="366296" y="42639"/>
                </a:cubicBezTo>
                <a:cubicBezTo>
                  <a:pt x="342949" y="35025"/>
                  <a:pt x="318898" y="31276"/>
                  <a:pt x="294730" y="31276"/>
                </a:cubicBezTo>
                <a:cubicBezTo>
                  <a:pt x="257774" y="31276"/>
                  <a:pt x="222226" y="39945"/>
                  <a:pt x="188907" y="56930"/>
                </a:cubicBezTo>
                <a:cubicBezTo>
                  <a:pt x="133648" y="85161"/>
                  <a:pt x="92821" y="133305"/>
                  <a:pt x="73697" y="192343"/>
                </a:cubicBezTo>
                <a:cubicBezTo>
                  <a:pt x="72407" y="196443"/>
                  <a:pt x="67949" y="198669"/>
                  <a:pt x="63842" y="197380"/>
                </a:cubicBezTo>
                <a:lnTo>
                  <a:pt x="48943" y="192578"/>
                </a:lnTo>
                <a:cubicBezTo>
                  <a:pt x="47065" y="191875"/>
                  <a:pt x="45423" y="190469"/>
                  <a:pt x="44484" y="188712"/>
                </a:cubicBezTo>
                <a:cubicBezTo>
                  <a:pt x="43546" y="186838"/>
                  <a:pt x="43311" y="184729"/>
                  <a:pt x="43898" y="182738"/>
                </a:cubicBezTo>
                <a:cubicBezTo>
                  <a:pt x="65602" y="115734"/>
                  <a:pt x="111944" y="61264"/>
                  <a:pt x="174711" y="29168"/>
                </a:cubicBezTo>
                <a:cubicBezTo>
                  <a:pt x="211901" y="10074"/>
                  <a:pt x="253433" y="0"/>
                  <a:pt x="2947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speech-bubble_158915">
            <a:extLst>
              <a:ext uri="{FF2B5EF4-FFF2-40B4-BE49-F238E27FC236}">
                <a16:creationId xmlns:a16="http://schemas.microsoft.com/office/drawing/2014/main" id="{F38F91C7-FCB9-51E3-112A-EC91185C32F3}"/>
              </a:ext>
            </a:extLst>
          </p:cNvPr>
          <p:cNvSpPr/>
          <p:nvPr/>
        </p:nvSpPr>
        <p:spPr>
          <a:xfrm>
            <a:off x="2416806" y="5477826"/>
            <a:ext cx="334570" cy="263288"/>
          </a:xfrm>
          <a:custGeom>
            <a:avLst/>
            <a:gdLst>
              <a:gd name="T0" fmla="*/ 1079 w 6521"/>
              <a:gd name="T1" fmla="*/ 4285 h 5140"/>
              <a:gd name="T2" fmla="*/ 1079 w 6521"/>
              <a:gd name="T3" fmla="*/ 5036 h 5140"/>
              <a:gd name="T4" fmla="*/ 1212 w 6521"/>
              <a:gd name="T5" fmla="*/ 5090 h 5140"/>
              <a:gd name="T6" fmla="*/ 1936 w 6521"/>
              <a:gd name="T7" fmla="*/ 4366 h 5140"/>
              <a:gd name="T8" fmla="*/ 3004 w 6521"/>
              <a:gd name="T9" fmla="*/ 4366 h 5140"/>
              <a:gd name="T10" fmla="*/ 4548 w 6521"/>
              <a:gd name="T11" fmla="*/ 3104 h 5140"/>
              <a:gd name="T12" fmla="*/ 4588 w 6521"/>
              <a:gd name="T13" fmla="*/ 3104 h 5140"/>
              <a:gd name="T14" fmla="*/ 5192 w 6521"/>
              <a:gd name="T15" fmla="*/ 3708 h 5140"/>
              <a:gd name="T16" fmla="*/ 5344 w 6521"/>
              <a:gd name="T17" fmla="*/ 3770 h 5140"/>
              <a:gd name="T18" fmla="*/ 5427 w 6521"/>
              <a:gd name="T19" fmla="*/ 3754 h 5140"/>
              <a:gd name="T20" fmla="*/ 5560 w 6521"/>
              <a:gd name="T21" fmla="*/ 3554 h 5140"/>
              <a:gd name="T22" fmla="*/ 5560 w 6521"/>
              <a:gd name="T23" fmla="*/ 2986 h 5140"/>
              <a:gd name="T24" fmla="*/ 6521 w 6521"/>
              <a:gd name="T25" fmla="*/ 1552 h 5140"/>
              <a:gd name="T26" fmla="*/ 4969 w 6521"/>
              <a:gd name="T27" fmla="*/ 0 h 5140"/>
              <a:gd name="T28" fmla="*/ 3695 w 6521"/>
              <a:gd name="T29" fmla="*/ 0 h 5140"/>
              <a:gd name="T30" fmla="*/ 2180 w 6521"/>
              <a:gd name="T31" fmla="*/ 1216 h 5140"/>
              <a:gd name="T32" fmla="*/ 1575 w 6521"/>
              <a:gd name="T33" fmla="*/ 1216 h 5140"/>
              <a:gd name="T34" fmla="*/ 0 w 6521"/>
              <a:gd name="T35" fmla="*/ 2790 h 5140"/>
              <a:gd name="T36" fmla="*/ 1079 w 6521"/>
              <a:gd name="T37" fmla="*/ 4285 h 5140"/>
              <a:gd name="T38" fmla="*/ 3127 w 6521"/>
              <a:gd name="T39" fmla="*/ 2990 h 5140"/>
              <a:gd name="T40" fmla="*/ 2737 w 6521"/>
              <a:gd name="T41" fmla="*/ 2990 h 5140"/>
              <a:gd name="T42" fmla="*/ 2737 w 6521"/>
              <a:gd name="T43" fmla="*/ 2601 h 5140"/>
              <a:gd name="T44" fmla="*/ 3127 w 6521"/>
              <a:gd name="T45" fmla="*/ 2601 h 5140"/>
              <a:gd name="T46" fmla="*/ 3127 w 6521"/>
              <a:gd name="T47" fmla="*/ 2990 h 5140"/>
              <a:gd name="T48" fmla="*/ 3697 w 6521"/>
              <a:gd name="T49" fmla="*/ 293 h 5140"/>
              <a:gd name="T50" fmla="*/ 4972 w 6521"/>
              <a:gd name="T51" fmla="*/ 293 h 5140"/>
              <a:gd name="T52" fmla="*/ 6231 w 6521"/>
              <a:gd name="T53" fmla="*/ 1552 h 5140"/>
              <a:gd name="T54" fmla="*/ 5369 w 6521"/>
              <a:gd name="T55" fmla="*/ 2746 h 5140"/>
              <a:gd name="T56" fmla="*/ 5269 w 6521"/>
              <a:gd name="T57" fmla="*/ 2780 h 5140"/>
              <a:gd name="T58" fmla="*/ 5269 w 6521"/>
              <a:gd name="T59" fmla="*/ 3370 h 5140"/>
              <a:gd name="T60" fmla="*/ 4711 w 6521"/>
              <a:gd name="T61" fmla="*/ 2812 h 5140"/>
              <a:gd name="T62" fmla="*/ 4579 w 6521"/>
              <a:gd name="T63" fmla="*/ 2812 h 5140"/>
              <a:gd name="T64" fmla="*/ 4580 w 6521"/>
              <a:gd name="T65" fmla="*/ 2792 h 5140"/>
              <a:gd name="T66" fmla="*/ 3005 w 6521"/>
              <a:gd name="T67" fmla="*/ 1217 h 5140"/>
              <a:gd name="T68" fmla="*/ 2484 w 6521"/>
              <a:gd name="T69" fmla="*/ 1217 h 5140"/>
              <a:gd name="T70" fmla="*/ 3697 w 6521"/>
              <a:gd name="T71" fmla="*/ 293 h 5140"/>
              <a:gd name="T72" fmla="*/ 2092 w 6521"/>
              <a:gd name="T73" fmla="*/ 2601 h 5140"/>
              <a:gd name="T74" fmla="*/ 2481 w 6521"/>
              <a:gd name="T75" fmla="*/ 2601 h 5140"/>
              <a:gd name="T76" fmla="*/ 2481 w 6521"/>
              <a:gd name="T77" fmla="*/ 2990 h 5140"/>
              <a:gd name="T78" fmla="*/ 2092 w 6521"/>
              <a:gd name="T79" fmla="*/ 2990 h 5140"/>
              <a:gd name="T80" fmla="*/ 2092 w 6521"/>
              <a:gd name="T81" fmla="*/ 2601 h 5140"/>
              <a:gd name="T82" fmla="*/ 1445 w 6521"/>
              <a:gd name="T83" fmla="*/ 2601 h 5140"/>
              <a:gd name="T84" fmla="*/ 1835 w 6521"/>
              <a:gd name="T85" fmla="*/ 2601 h 5140"/>
              <a:gd name="T86" fmla="*/ 1835 w 6521"/>
              <a:gd name="T87" fmla="*/ 2990 h 5140"/>
              <a:gd name="T88" fmla="*/ 1445 w 6521"/>
              <a:gd name="T89" fmla="*/ 2990 h 5140"/>
              <a:gd name="T90" fmla="*/ 1445 w 6521"/>
              <a:gd name="T91" fmla="*/ 2601 h 5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521" h="5140">
                <a:moveTo>
                  <a:pt x="1079" y="4285"/>
                </a:moveTo>
                <a:lnTo>
                  <a:pt x="1079" y="5036"/>
                </a:lnTo>
                <a:cubicBezTo>
                  <a:pt x="1079" y="5105"/>
                  <a:pt x="1163" y="5140"/>
                  <a:pt x="1212" y="5090"/>
                </a:cubicBezTo>
                <a:lnTo>
                  <a:pt x="1936" y="4366"/>
                </a:lnTo>
                <a:lnTo>
                  <a:pt x="3004" y="4366"/>
                </a:lnTo>
                <a:cubicBezTo>
                  <a:pt x="3767" y="4366"/>
                  <a:pt x="4403" y="3824"/>
                  <a:pt x="4548" y="3104"/>
                </a:cubicBezTo>
                <a:lnTo>
                  <a:pt x="4588" y="3104"/>
                </a:lnTo>
                <a:lnTo>
                  <a:pt x="5192" y="3708"/>
                </a:lnTo>
                <a:cubicBezTo>
                  <a:pt x="5233" y="3749"/>
                  <a:pt x="5288" y="3772"/>
                  <a:pt x="5344" y="3770"/>
                </a:cubicBezTo>
                <a:cubicBezTo>
                  <a:pt x="5372" y="3770"/>
                  <a:pt x="5400" y="3765"/>
                  <a:pt x="5427" y="3754"/>
                </a:cubicBezTo>
                <a:cubicBezTo>
                  <a:pt x="5508" y="3721"/>
                  <a:pt x="5560" y="3642"/>
                  <a:pt x="5560" y="3554"/>
                </a:cubicBezTo>
                <a:lnTo>
                  <a:pt x="5560" y="2986"/>
                </a:lnTo>
                <a:cubicBezTo>
                  <a:pt x="6140" y="2749"/>
                  <a:pt x="6521" y="2185"/>
                  <a:pt x="6521" y="1552"/>
                </a:cubicBezTo>
                <a:cubicBezTo>
                  <a:pt x="6521" y="696"/>
                  <a:pt x="5825" y="0"/>
                  <a:pt x="4969" y="0"/>
                </a:cubicBezTo>
                <a:lnTo>
                  <a:pt x="3695" y="0"/>
                </a:lnTo>
                <a:cubicBezTo>
                  <a:pt x="2955" y="0"/>
                  <a:pt x="2335" y="521"/>
                  <a:pt x="2180" y="1216"/>
                </a:cubicBezTo>
                <a:lnTo>
                  <a:pt x="1575" y="1216"/>
                </a:lnTo>
                <a:cubicBezTo>
                  <a:pt x="704" y="1216"/>
                  <a:pt x="0" y="1921"/>
                  <a:pt x="0" y="2790"/>
                </a:cubicBezTo>
                <a:cubicBezTo>
                  <a:pt x="1" y="3488"/>
                  <a:pt x="453" y="4077"/>
                  <a:pt x="1079" y="4285"/>
                </a:cubicBezTo>
                <a:close/>
                <a:moveTo>
                  <a:pt x="3127" y="2990"/>
                </a:moveTo>
                <a:lnTo>
                  <a:pt x="2737" y="2990"/>
                </a:lnTo>
                <a:lnTo>
                  <a:pt x="2737" y="2601"/>
                </a:lnTo>
                <a:lnTo>
                  <a:pt x="3127" y="2601"/>
                </a:lnTo>
                <a:lnTo>
                  <a:pt x="3127" y="2990"/>
                </a:lnTo>
                <a:close/>
                <a:moveTo>
                  <a:pt x="3697" y="293"/>
                </a:moveTo>
                <a:lnTo>
                  <a:pt x="4972" y="293"/>
                </a:lnTo>
                <a:cubicBezTo>
                  <a:pt x="5667" y="293"/>
                  <a:pt x="6231" y="858"/>
                  <a:pt x="6231" y="1552"/>
                </a:cubicBezTo>
                <a:cubicBezTo>
                  <a:pt x="6231" y="2094"/>
                  <a:pt x="5884" y="2574"/>
                  <a:pt x="5369" y="2746"/>
                </a:cubicBezTo>
                <a:lnTo>
                  <a:pt x="5269" y="2780"/>
                </a:lnTo>
                <a:lnTo>
                  <a:pt x="5269" y="3370"/>
                </a:lnTo>
                <a:lnTo>
                  <a:pt x="4711" y="2812"/>
                </a:lnTo>
                <a:lnTo>
                  <a:pt x="4579" y="2812"/>
                </a:lnTo>
                <a:cubicBezTo>
                  <a:pt x="4579" y="2805"/>
                  <a:pt x="4580" y="2798"/>
                  <a:pt x="4580" y="2792"/>
                </a:cubicBezTo>
                <a:cubicBezTo>
                  <a:pt x="4580" y="1921"/>
                  <a:pt x="3875" y="1217"/>
                  <a:pt x="3005" y="1217"/>
                </a:cubicBezTo>
                <a:lnTo>
                  <a:pt x="2484" y="1217"/>
                </a:lnTo>
                <a:cubicBezTo>
                  <a:pt x="2632" y="685"/>
                  <a:pt x="3119" y="293"/>
                  <a:pt x="3697" y="293"/>
                </a:cubicBezTo>
                <a:close/>
                <a:moveTo>
                  <a:pt x="2092" y="2601"/>
                </a:moveTo>
                <a:lnTo>
                  <a:pt x="2481" y="2601"/>
                </a:lnTo>
                <a:lnTo>
                  <a:pt x="2481" y="2990"/>
                </a:lnTo>
                <a:lnTo>
                  <a:pt x="2092" y="2990"/>
                </a:lnTo>
                <a:lnTo>
                  <a:pt x="2092" y="2601"/>
                </a:lnTo>
                <a:close/>
                <a:moveTo>
                  <a:pt x="1445" y="2601"/>
                </a:moveTo>
                <a:lnTo>
                  <a:pt x="1835" y="2601"/>
                </a:lnTo>
                <a:lnTo>
                  <a:pt x="1835" y="2990"/>
                </a:lnTo>
                <a:lnTo>
                  <a:pt x="1445" y="2990"/>
                </a:lnTo>
                <a:lnTo>
                  <a:pt x="1445" y="26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95BAE23-4948-BD7B-DF25-9CE4E4D0E8A5}"/>
              </a:ext>
            </a:extLst>
          </p:cNvPr>
          <p:cNvSpPr/>
          <p:nvPr/>
        </p:nvSpPr>
        <p:spPr>
          <a:xfrm>
            <a:off x="3280582" y="5480009"/>
            <a:ext cx="258888" cy="258922"/>
          </a:xfrm>
          <a:custGeom>
            <a:avLst/>
            <a:gdLst>
              <a:gd name="connsiteX0" fmla="*/ 81113 w 298474"/>
              <a:gd name="connsiteY0" fmla="*/ 211169 h 298513"/>
              <a:gd name="connsiteX1" fmla="*/ 73970 w 298474"/>
              <a:gd name="connsiteY1" fmla="*/ 218313 h 298513"/>
              <a:gd name="connsiteX2" fmla="*/ 81113 w 298474"/>
              <a:gd name="connsiteY2" fmla="*/ 225457 h 298513"/>
              <a:gd name="connsiteX3" fmla="*/ 88257 w 298474"/>
              <a:gd name="connsiteY3" fmla="*/ 218503 h 298513"/>
              <a:gd name="connsiteX4" fmla="*/ 88257 w 298474"/>
              <a:gd name="connsiteY4" fmla="*/ 218313 h 298513"/>
              <a:gd name="connsiteX5" fmla="*/ 81113 w 298474"/>
              <a:gd name="connsiteY5" fmla="*/ 211360 h 298513"/>
              <a:gd name="connsiteX6" fmla="*/ 186078 w 298474"/>
              <a:gd name="connsiteY6" fmla="*/ 178974 h 298513"/>
              <a:gd name="connsiteX7" fmla="*/ 178935 w 298474"/>
              <a:gd name="connsiteY7" fmla="*/ 185927 h 298513"/>
              <a:gd name="connsiteX8" fmla="*/ 178935 w 298474"/>
              <a:gd name="connsiteY8" fmla="*/ 186118 h 298513"/>
              <a:gd name="connsiteX9" fmla="*/ 186078 w 298474"/>
              <a:gd name="connsiteY9" fmla="*/ 193262 h 298513"/>
              <a:gd name="connsiteX10" fmla="*/ 193222 w 298474"/>
              <a:gd name="connsiteY10" fmla="*/ 186118 h 298513"/>
              <a:gd name="connsiteX11" fmla="*/ 186078 w 298474"/>
              <a:gd name="connsiteY11" fmla="*/ 178974 h 298513"/>
              <a:gd name="connsiteX12" fmla="*/ 132548 w 298474"/>
              <a:gd name="connsiteY12" fmla="*/ 125444 h 298513"/>
              <a:gd name="connsiteX13" fmla="*/ 125405 w 298474"/>
              <a:gd name="connsiteY13" fmla="*/ 132588 h 298513"/>
              <a:gd name="connsiteX14" fmla="*/ 132548 w 298474"/>
              <a:gd name="connsiteY14" fmla="*/ 139732 h 298513"/>
              <a:gd name="connsiteX15" fmla="*/ 139692 w 298474"/>
              <a:gd name="connsiteY15" fmla="*/ 132588 h 298513"/>
              <a:gd name="connsiteX16" fmla="*/ 132548 w 298474"/>
              <a:gd name="connsiteY16" fmla="*/ 125444 h 298513"/>
              <a:gd name="connsiteX17" fmla="*/ 237513 w 298474"/>
              <a:gd name="connsiteY17" fmla="*/ 92963 h 298513"/>
              <a:gd name="connsiteX18" fmla="*/ 230370 w 298474"/>
              <a:gd name="connsiteY18" fmla="*/ 100107 h 298513"/>
              <a:gd name="connsiteX19" fmla="*/ 237323 w 298474"/>
              <a:gd name="connsiteY19" fmla="*/ 107251 h 298513"/>
              <a:gd name="connsiteX20" fmla="*/ 237513 w 298474"/>
              <a:gd name="connsiteY20" fmla="*/ 107251 h 298513"/>
              <a:gd name="connsiteX21" fmla="*/ 244657 w 298474"/>
              <a:gd name="connsiteY21" fmla="*/ 100107 h 298513"/>
              <a:gd name="connsiteX22" fmla="*/ 237513 w 298474"/>
              <a:gd name="connsiteY22" fmla="*/ 92963 h 298513"/>
              <a:gd name="connsiteX23" fmla="*/ 237513 w 298474"/>
              <a:gd name="connsiteY23" fmla="*/ 73913 h 298513"/>
              <a:gd name="connsiteX24" fmla="*/ 263707 w 298474"/>
              <a:gd name="connsiteY24" fmla="*/ 100107 h 298513"/>
              <a:gd name="connsiteX25" fmla="*/ 237513 w 298474"/>
              <a:gd name="connsiteY25" fmla="*/ 126301 h 298513"/>
              <a:gd name="connsiteX26" fmla="*/ 233952 w 298474"/>
              <a:gd name="connsiteY26" fmla="*/ 124826 h 298513"/>
              <a:gd name="connsiteX27" fmla="*/ 206076 w 298474"/>
              <a:gd name="connsiteY27" fmla="*/ 171158 h 298513"/>
              <a:gd name="connsiteX28" fmla="*/ 212272 w 298474"/>
              <a:gd name="connsiteY28" fmla="*/ 186118 h 298513"/>
              <a:gd name="connsiteX29" fmla="*/ 186078 w 298474"/>
              <a:gd name="connsiteY29" fmla="*/ 212312 h 298513"/>
              <a:gd name="connsiteX30" fmla="*/ 159885 w 298474"/>
              <a:gd name="connsiteY30" fmla="*/ 186118 h 298513"/>
              <a:gd name="connsiteX31" fmla="*/ 163598 w 298474"/>
              <a:gd name="connsiteY31" fmla="*/ 177151 h 298513"/>
              <a:gd name="connsiteX32" fmla="*/ 141565 w 298474"/>
              <a:gd name="connsiteY32" fmla="*/ 155048 h 298513"/>
              <a:gd name="connsiteX33" fmla="*/ 132548 w 298474"/>
              <a:gd name="connsiteY33" fmla="*/ 158782 h 298513"/>
              <a:gd name="connsiteX34" fmla="*/ 128947 w 298474"/>
              <a:gd name="connsiteY34" fmla="*/ 157291 h 298513"/>
              <a:gd name="connsiteX35" fmla="*/ 101192 w 298474"/>
              <a:gd name="connsiteY35" fmla="*/ 203549 h 298513"/>
              <a:gd name="connsiteX36" fmla="*/ 107307 w 298474"/>
              <a:gd name="connsiteY36" fmla="*/ 218313 h 298513"/>
              <a:gd name="connsiteX37" fmla="*/ 81113 w 298474"/>
              <a:gd name="connsiteY37" fmla="*/ 244507 h 298513"/>
              <a:gd name="connsiteX38" fmla="*/ 54920 w 298474"/>
              <a:gd name="connsiteY38" fmla="*/ 218313 h 298513"/>
              <a:gd name="connsiteX39" fmla="*/ 81113 w 298474"/>
              <a:gd name="connsiteY39" fmla="*/ 192119 h 298513"/>
              <a:gd name="connsiteX40" fmla="*/ 84898 w 298474"/>
              <a:gd name="connsiteY40" fmla="*/ 193687 h 298513"/>
              <a:gd name="connsiteX41" fmla="*/ 112563 w 298474"/>
              <a:gd name="connsiteY41" fmla="*/ 147578 h 298513"/>
              <a:gd name="connsiteX42" fmla="*/ 106355 w 298474"/>
              <a:gd name="connsiteY42" fmla="*/ 132588 h 298513"/>
              <a:gd name="connsiteX43" fmla="*/ 132548 w 298474"/>
              <a:gd name="connsiteY43" fmla="*/ 106394 h 298513"/>
              <a:gd name="connsiteX44" fmla="*/ 158742 w 298474"/>
              <a:gd name="connsiteY44" fmla="*/ 132588 h 298513"/>
              <a:gd name="connsiteX45" fmla="*/ 155008 w 298474"/>
              <a:gd name="connsiteY45" fmla="*/ 141605 h 298513"/>
              <a:gd name="connsiteX46" fmla="*/ 177110 w 298474"/>
              <a:gd name="connsiteY46" fmla="*/ 163638 h 298513"/>
              <a:gd name="connsiteX47" fmla="*/ 186078 w 298474"/>
              <a:gd name="connsiteY47" fmla="*/ 159924 h 298513"/>
              <a:gd name="connsiteX48" fmla="*/ 189703 w 298474"/>
              <a:gd name="connsiteY48" fmla="*/ 161425 h 298513"/>
              <a:gd name="connsiteX49" fmla="*/ 217548 w 298474"/>
              <a:gd name="connsiteY49" fmla="*/ 115145 h 298513"/>
              <a:gd name="connsiteX50" fmla="*/ 211320 w 298474"/>
              <a:gd name="connsiteY50" fmla="*/ 100107 h 298513"/>
              <a:gd name="connsiteX51" fmla="*/ 237513 w 298474"/>
              <a:gd name="connsiteY51" fmla="*/ 73913 h 298513"/>
              <a:gd name="connsiteX52" fmla="*/ 33870 w 298474"/>
              <a:gd name="connsiteY52" fmla="*/ 0 h 298513"/>
              <a:gd name="connsiteX53" fmla="*/ 36406 w 298474"/>
              <a:gd name="connsiteY53" fmla="*/ 2536 h 298513"/>
              <a:gd name="connsiteX54" fmla="*/ 39813 w 298474"/>
              <a:gd name="connsiteY54" fmla="*/ 2133 h 298513"/>
              <a:gd name="connsiteX55" fmla="*/ 41394 w 298474"/>
              <a:gd name="connsiteY55" fmla="*/ 3715 h 298513"/>
              <a:gd name="connsiteX56" fmla="*/ 65778 w 298474"/>
              <a:gd name="connsiteY56" fmla="*/ 34766 h 298513"/>
              <a:gd name="connsiteX57" fmla="*/ 64225 w 298474"/>
              <a:gd name="connsiteY57" fmla="*/ 48149 h 298513"/>
              <a:gd name="connsiteX58" fmla="*/ 64159 w 298474"/>
              <a:gd name="connsiteY58" fmla="*/ 48196 h 298513"/>
              <a:gd name="connsiteX59" fmla="*/ 58253 w 298474"/>
              <a:gd name="connsiteY59" fmla="*/ 50197 h 298513"/>
              <a:gd name="connsiteX60" fmla="*/ 50824 w 298474"/>
              <a:gd name="connsiteY60" fmla="*/ 46577 h 298513"/>
              <a:gd name="connsiteX61" fmla="*/ 43395 w 298474"/>
              <a:gd name="connsiteY61" fmla="*/ 37103 h 298513"/>
              <a:gd name="connsiteX62" fmla="*/ 43395 w 298474"/>
              <a:gd name="connsiteY62" fmla="*/ 255080 h 298513"/>
              <a:gd name="connsiteX63" fmla="*/ 261373 w 298474"/>
              <a:gd name="connsiteY63" fmla="*/ 255080 h 298513"/>
              <a:gd name="connsiteX64" fmla="*/ 251897 w 298474"/>
              <a:gd name="connsiteY64" fmla="*/ 247649 h 298513"/>
              <a:gd name="connsiteX65" fmla="*/ 250277 w 298474"/>
              <a:gd name="connsiteY65" fmla="*/ 234314 h 298513"/>
              <a:gd name="connsiteX66" fmla="*/ 263641 w 298474"/>
              <a:gd name="connsiteY66" fmla="*/ 232647 h 298513"/>
              <a:gd name="connsiteX67" fmla="*/ 263707 w 298474"/>
              <a:gd name="connsiteY67" fmla="*/ 232695 h 298513"/>
              <a:gd name="connsiteX68" fmla="*/ 294759 w 298474"/>
              <a:gd name="connsiteY68" fmla="*/ 257079 h 298513"/>
              <a:gd name="connsiteX69" fmla="*/ 298474 w 298474"/>
              <a:gd name="connsiteY69" fmla="*/ 264604 h 298513"/>
              <a:gd name="connsiteX70" fmla="*/ 298474 w 298474"/>
              <a:gd name="connsiteY70" fmla="*/ 264605 h 298513"/>
              <a:gd name="connsiteX71" fmla="*/ 298474 w 298474"/>
              <a:gd name="connsiteY71" fmla="*/ 264605 h 298513"/>
              <a:gd name="connsiteX72" fmla="*/ 298473 w 298474"/>
              <a:gd name="connsiteY72" fmla="*/ 264606 h 298513"/>
              <a:gd name="connsiteX73" fmla="*/ 294759 w 298474"/>
              <a:gd name="connsiteY73" fmla="*/ 272033 h 298513"/>
              <a:gd name="connsiteX74" fmla="*/ 263707 w 298474"/>
              <a:gd name="connsiteY74" fmla="*/ 296417 h 298513"/>
              <a:gd name="connsiteX75" fmla="*/ 257802 w 298474"/>
              <a:gd name="connsiteY75" fmla="*/ 298513 h 298513"/>
              <a:gd name="connsiteX76" fmla="*/ 250277 w 298474"/>
              <a:gd name="connsiteY76" fmla="*/ 294798 h 298513"/>
              <a:gd name="connsiteX77" fmla="*/ 251897 w 298474"/>
              <a:gd name="connsiteY77" fmla="*/ 281463 h 298513"/>
              <a:gd name="connsiteX78" fmla="*/ 261302 w 298474"/>
              <a:gd name="connsiteY78" fmla="*/ 274130 h 298513"/>
              <a:gd name="connsiteX79" fmla="*/ 33870 w 298474"/>
              <a:gd name="connsiteY79" fmla="*/ 274130 h 298513"/>
              <a:gd name="connsiteX80" fmla="*/ 24345 w 298474"/>
              <a:gd name="connsiteY80" fmla="*/ 264605 h 298513"/>
              <a:gd name="connsiteX81" fmla="*/ 24345 w 298474"/>
              <a:gd name="connsiteY81" fmla="*/ 37170 h 298513"/>
              <a:gd name="connsiteX82" fmla="*/ 17010 w 298474"/>
              <a:gd name="connsiteY82" fmla="*/ 46577 h 298513"/>
              <a:gd name="connsiteX83" fmla="*/ 3675 w 298474"/>
              <a:gd name="connsiteY83" fmla="*/ 48196 h 298513"/>
              <a:gd name="connsiteX84" fmla="*/ 2008 w 298474"/>
              <a:gd name="connsiteY84" fmla="*/ 34833 h 298513"/>
              <a:gd name="connsiteX85" fmla="*/ 2055 w 298474"/>
              <a:gd name="connsiteY85" fmla="*/ 34766 h 298513"/>
              <a:gd name="connsiteX86" fmla="*/ 26439 w 298474"/>
              <a:gd name="connsiteY86" fmla="*/ 3715 h 298513"/>
              <a:gd name="connsiteX87" fmla="*/ 30653 w 298474"/>
              <a:gd name="connsiteY87" fmla="*/ 3216 h 29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98474" h="298513">
                <a:moveTo>
                  <a:pt x="81113" y="211169"/>
                </a:moveTo>
                <a:cubicBezTo>
                  <a:pt x="77189" y="211217"/>
                  <a:pt x="74017" y="214389"/>
                  <a:pt x="73970" y="218313"/>
                </a:cubicBezTo>
                <a:cubicBezTo>
                  <a:pt x="73970" y="222256"/>
                  <a:pt x="77170" y="225457"/>
                  <a:pt x="81113" y="225457"/>
                </a:cubicBezTo>
                <a:cubicBezTo>
                  <a:pt x="85009" y="225514"/>
                  <a:pt x="88200" y="222399"/>
                  <a:pt x="88257" y="218503"/>
                </a:cubicBezTo>
                <a:cubicBezTo>
                  <a:pt x="88257" y="218437"/>
                  <a:pt x="88257" y="218380"/>
                  <a:pt x="88257" y="218313"/>
                </a:cubicBezTo>
                <a:cubicBezTo>
                  <a:pt x="88152" y="214446"/>
                  <a:pt x="84990" y="211360"/>
                  <a:pt x="81113" y="211360"/>
                </a:cubicBezTo>
                <a:close/>
                <a:moveTo>
                  <a:pt x="186078" y="178974"/>
                </a:moveTo>
                <a:cubicBezTo>
                  <a:pt x="182183" y="178917"/>
                  <a:pt x="178992" y="182032"/>
                  <a:pt x="178935" y="185927"/>
                </a:cubicBezTo>
                <a:cubicBezTo>
                  <a:pt x="178935" y="185994"/>
                  <a:pt x="178935" y="186051"/>
                  <a:pt x="178935" y="186118"/>
                </a:cubicBezTo>
                <a:cubicBezTo>
                  <a:pt x="178935" y="190061"/>
                  <a:pt x="182135" y="193262"/>
                  <a:pt x="186078" y="193262"/>
                </a:cubicBezTo>
                <a:cubicBezTo>
                  <a:pt x="190003" y="193214"/>
                  <a:pt x="193175" y="190042"/>
                  <a:pt x="193222" y="186118"/>
                </a:cubicBezTo>
                <a:cubicBezTo>
                  <a:pt x="193222" y="182175"/>
                  <a:pt x="190022" y="178974"/>
                  <a:pt x="186078" y="178974"/>
                </a:cubicBezTo>
                <a:close/>
                <a:moveTo>
                  <a:pt x="132548" y="125444"/>
                </a:moveTo>
                <a:cubicBezTo>
                  <a:pt x="128624" y="125492"/>
                  <a:pt x="125452" y="128664"/>
                  <a:pt x="125405" y="132588"/>
                </a:cubicBezTo>
                <a:cubicBezTo>
                  <a:pt x="125452" y="136512"/>
                  <a:pt x="128624" y="139684"/>
                  <a:pt x="132548" y="139732"/>
                </a:cubicBezTo>
                <a:cubicBezTo>
                  <a:pt x="136473" y="139684"/>
                  <a:pt x="139645" y="136512"/>
                  <a:pt x="139692" y="132588"/>
                </a:cubicBezTo>
                <a:cubicBezTo>
                  <a:pt x="139645" y="128664"/>
                  <a:pt x="136473" y="125492"/>
                  <a:pt x="132548" y="125444"/>
                </a:cubicBezTo>
                <a:close/>
                <a:moveTo>
                  <a:pt x="237513" y="92963"/>
                </a:moveTo>
                <a:cubicBezTo>
                  <a:pt x="233570" y="92963"/>
                  <a:pt x="230370" y="96164"/>
                  <a:pt x="230370" y="100107"/>
                </a:cubicBezTo>
                <a:cubicBezTo>
                  <a:pt x="230313" y="104003"/>
                  <a:pt x="233427" y="107194"/>
                  <a:pt x="237323" y="107251"/>
                </a:cubicBezTo>
                <a:cubicBezTo>
                  <a:pt x="237390" y="107251"/>
                  <a:pt x="237447" y="107251"/>
                  <a:pt x="237513" y="107251"/>
                </a:cubicBezTo>
                <a:cubicBezTo>
                  <a:pt x="241457" y="107251"/>
                  <a:pt x="244657" y="104050"/>
                  <a:pt x="244657" y="100107"/>
                </a:cubicBezTo>
                <a:cubicBezTo>
                  <a:pt x="244610" y="96183"/>
                  <a:pt x="241438" y="93011"/>
                  <a:pt x="237513" y="92963"/>
                </a:cubicBezTo>
                <a:close/>
                <a:moveTo>
                  <a:pt x="237513" y="73913"/>
                </a:moveTo>
                <a:cubicBezTo>
                  <a:pt x="251954" y="73961"/>
                  <a:pt x="263650" y="85658"/>
                  <a:pt x="263707" y="100107"/>
                </a:cubicBezTo>
                <a:cubicBezTo>
                  <a:pt x="263707" y="114576"/>
                  <a:pt x="251982" y="126301"/>
                  <a:pt x="237513" y="126301"/>
                </a:cubicBezTo>
                <a:lnTo>
                  <a:pt x="233952" y="124826"/>
                </a:lnTo>
                <a:lnTo>
                  <a:pt x="206076" y="171158"/>
                </a:lnTo>
                <a:lnTo>
                  <a:pt x="212272" y="186118"/>
                </a:lnTo>
                <a:cubicBezTo>
                  <a:pt x="212225" y="200567"/>
                  <a:pt x="200528" y="212264"/>
                  <a:pt x="186078" y="212312"/>
                </a:cubicBezTo>
                <a:cubicBezTo>
                  <a:pt x="171610" y="212312"/>
                  <a:pt x="159885" y="200586"/>
                  <a:pt x="159885" y="186118"/>
                </a:cubicBezTo>
                <a:lnTo>
                  <a:pt x="163598" y="177151"/>
                </a:lnTo>
                <a:lnTo>
                  <a:pt x="141565" y="155048"/>
                </a:lnTo>
                <a:lnTo>
                  <a:pt x="132548" y="158782"/>
                </a:lnTo>
                <a:lnTo>
                  <a:pt x="128947" y="157291"/>
                </a:lnTo>
                <a:lnTo>
                  <a:pt x="101192" y="203549"/>
                </a:lnTo>
                <a:lnTo>
                  <a:pt x="107307" y="218313"/>
                </a:lnTo>
                <a:cubicBezTo>
                  <a:pt x="107307" y="232781"/>
                  <a:pt x="95582" y="244507"/>
                  <a:pt x="81113" y="244507"/>
                </a:cubicBezTo>
                <a:cubicBezTo>
                  <a:pt x="66645" y="244507"/>
                  <a:pt x="54920" y="232781"/>
                  <a:pt x="54920" y="218313"/>
                </a:cubicBezTo>
                <a:cubicBezTo>
                  <a:pt x="54920" y="203845"/>
                  <a:pt x="66645" y="192119"/>
                  <a:pt x="81113" y="192119"/>
                </a:cubicBezTo>
                <a:lnTo>
                  <a:pt x="84898" y="193687"/>
                </a:lnTo>
                <a:lnTo>
                  <a:pt x="112563" y="147578"/>
                </a:lnTo>
                <a:lnTo>
                  <a:pt x="106355" y="132588"/>
                </a:lnTo>
                <a:cubicBezTo>
                  <a:pt x="106355" y="118120"/>
                  <a:pt x="118080" y="106394"/>
                  <a:pt x="132548" y="106394"/>
                </a:cubicBezTo>
                <a:cubicBezTo>
                  <a:pt x="147017" y="106394"/>
                  <a:pt x="158742" y="118120"/>
                  <a:pt x="158742" y="132588"/>
                </a:cubicBezTo>
                <a:lnTo>
                  <a:pt x="155008" y="141605"/>
                </a:lnTo>
                <a:lnTo>
                  <a:pt x="177110" y="163638"/>
                </a:lnTo>
                <a:lnTo>
                  <a:pt x="186078" y="159924"/>
                </a:lnTo>
                <a:lnTo>
                  <a:pt x="189703" y="161425"/>
                </a:lnTo>
                <a:lnTo>
                  <a:pt x="217548" y="115145"/>
                </a:lnTo>
                <a:lnTo>
                  <a:pt x="211320" y="100107"/>
                </a:lnTo>
                <a:cubicBezTo>
                  <a:pt x="211320" y="85639"/>
                  <a:pt x="223045" y="73913"/>
                  <a:pt x="237513" y="73913"/>
                </a:cubicBezTo>
                <a:close/>
                <a:moveTo>
                  <a:pt x="33870" y="0"/>
                </a:moveTo>
                <a:lnTo>
                  <a:pt x="36406" y="2536"/>
                </a:lnTo>
                <a:lnTo>
                  <a:pt x="39813" y="2133"/>
                </a:lnTo>
                <a:cubicBezTo>
                  <a:pt x="40403" y="2600"/>
                  <a:pt x="40936" y="3134"/>
                  <a:pt x="41394" y="3715"/>
                </a:cubicBezTo>
                <a:lnTo>
                  <a:pt x="65778" y="34766"/>
                </a:lnTo>
                <a:cubicBezTo>
                  <a:pt x="69045" y="38890"/>
                  <a:pt x="68350" y="44882"/>
                  <a:pt x="64225" y="48149"/>
                </a:cubicBezTo>
                <a:cubicBezTo>
                  <a:pt x="64197" y="48168"/>
                  <a:pt x="64177" y="48177"/>
                  <a:pt x="64159" y="48196"/>
                </a:cubicBezTo>
                <a:cubicBezTo>
                  <a:pt x="62473" y="49511"/>
                  <a:pt x="60387" y="50216"/>
                  <a:pt x="58253" y="50197"/>
                </a:cubicBezTo>
                <a:cubicBezTo>
                  <a:pt x="55357" y="50187"/>
                  <a:pt x="52624" y="48854"/>
                  <a:pt x="50824" y="46577"/>
                </a:cubicBezTo>
                <a:lnTo>
                  <a:pt x="43395" y="37103"/>
                </a:lnTo>
                <a:lnTo>
                  <a:pt x="43395" y="255080"/>
                </a:lnTo>
                <a:lnTo>
                  <a:pt x="261373" y="255080"/>
                </a:lnTo>
                <a:lnTo>
                  <a:pt x="251897" y="247649"/>
                </a:lnTo>
                <a:cubicBezTo>
                  <a:pt x="247782" y="244411"/>
                  <a:pt x="247058" y="238448"/>
                  <a:pt x="250277" y="234314"/>
                </a:cubicBezTo>
                <a:cubicBezTo>
                  <a:pt x="253506" y="230161"/>
                  <a:pt x="259488" y="229418"/>
                  <a:pt x="263641" y="232647"/>
                </a:cubicBezTo>
                <a:cubicBezTo>
                  <a:pt x="263669" y="232667"/>
                  <a:pt x="263689" y="232676"/>
                  <a:pt x="263707" y="232695"/>
                </a:cubicBezTo>
                <a:lnTo>
                  <a:pt x="294759" y="257079"/>
                </a:lnTo>
                <a:cubicBezTo>
                  <a:pt x="297093" y="258879"/>
                  <a:pt x="298464" y="261661"/>
                  <a:pt x="298474" y="264604"/>
                </a:cubicBezTo>
                <a:lnTo>
                  <a:pt x="298474" y="264605"/>
                </a:lnTo>
                <a:lnTo>
                  <a:pt x="298474" y="264605"/>
                </a:lnTo>
                <a:lnTo>
                  <a:pt x="298473" y="264606"/>
                </a:lnTo>
                <a:lnTo>
                  <a:pt x="294759" y="272033"/>
                </a:lnTo>
                <a:lnTo>
                  <a:pt x="263707" y="296417"/>
                </a:lnTo>
                <a:cubicBezTo>
                  <a:pt x="262031" y="297760"/>
                  <a:pt x="259955" y="298503"/>
                  <a:pt x="257802" y="298513"/>
                </a:cubicBezTo>
                <a:cubicBezTo>
                  <a:pt x="254849" y="298503"/>
                  <a:pt x="252078" y="297132"/>
                  <a:pt x="250277" y="294798"/>
                </a:cubicBezTo>
                <a:cubicBezTo>
                  <a:pt x="247058" y="290664"/>
                  <a:pt x="247782" y="284702"/>
                  <a:pt x="251897" y="281463"/>
                </a:cubicBezTo>
                <a:lnTo>
                  <a:pt x="261302" y="274130"/>
                </a:lnTo>
                <a:lnTo>
                  <a:pt x="33870" y="274130"/>
                </a:lnTo>
                <a:cubicBezTo>
                  <a:pt x="28612" y="274130"/>
                  <a:pt x="24345" y="269863"/>
                  <a:pt x="24345" y="264605"/>
                </a:cubicBezTo>
                <a:lnTo>
                  <a:pt x="24345" y="37170"/>
                </a:lnTo>
                <a:lnTo>
                  <a:pt x="17010" y="46577"/>
                </a:lnTo>
                <a:cubicBezTo>
                  <a:pt x="13771" y="50692"/>
                  <a:pt x="7809" y="51416"/>
                  <a:pt x="3675" y="48196"/>
                </a:cubicBezTo>
                <a:cubicBezTo>
                  <a:pt x="-478" y="44967"/>
                  <a:pt x="-1221" y="38986"/>
                  <a:pt x="2008" y="34833"/>
                </a:cubicBezTo>
                <a:cubicBezTo>
                  <a:pt x="2017" y="34804"/>
                  <a:pt x="2037" y="34785"/>
                  <a:pt x="2055" y="34766"/>
                </a:cubicBezTo>
                <a:lnTo>
                  <a:pt x="26439" y="3715"/>
                </a:lnTo>
                <a:lnTo>
                  <a:pt x="30653" y="3216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45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DA5824A-B06E-5512-4E95-E53BFEBB9AEA}"/>
              </a:ext>
            </a:extLst>
          </p:cNvPr>
          <p:cNvGrpSpPr/>
          <p:nvPr/>
        </p:nvGrpSpPr>
        <p:grpSpPr>
          <a:xfrm>
            <a:off x="515008" y="2242315"/>
            <a:ext cx="11429746" cy="338554"/>
            <a:chOff x="515008" y="2242315"/>
            <a:chExt cx="11429746" cy="33855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7F90DCE-15C8-D0BF-F120-5069F85AA41B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A769BD-2340-37E2-764D-1D8290380C4B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BD3A55-DC5C-975E-50B6-77E6898B904D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C94F2C7-8553-B9FC-7198-39C04C1F46AD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6B5B0D3-4C56-2645-CC6E-6AC414A54A80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2861C15-B022-BA6E-7210-8F77790E977E}"/>
                </a:ext>
              </a:extLst>
            </p:cNvPr>
            <p:cNvSpPr/>
            <p:nvPr/>
          </p:nvSpPr>
          <p:spPr>
            <a:xfrm>
              <a:off x="33193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A80C44C-9E05-9573-B1AE-75C0EF6163C9}"/>
                </a:ext>
              </a:extLst>
            </p:cNvPr>
            <p:cNvSpPr/>
            <p:nvPr/>
          </p:nvSpPr>
          <p:spPr>
            <a:xfrm>
              <a:off x="59970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3D9DDED-4138-11F9-588F-B36E4CC3C23B}"/>
                </a:ext>
              </a:extLst>
            </p:cNvPr>
            <p:cNvSpPr/>
            <p:nvPr/>
          </p:nvSpPr>
          <p:spPr>
            <a:xfrm>
              <a:off x="86746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4475AF7-3106-46F1-98FA-9BA47E040FA2}"/>
              </a:ext>
            </a:extLst>
          </p:cNvPr>
          <p:cNvSpPr/>
          <p:nvPr/>
        </p:nvSpPr>
        <p:spPr>
          <a:xfrm>
            <a:off x="1205605" y="2457210"/>
            <a:ext cx="9799886" cy="3248292"/>
          </a:xfrm>
          <a:custGeom>
            <a:avLst/>
            <a:gdLst>
              <a:gd name="connsiteX0" fmla="*/ 998702 w 9799886"/>
              <a:gd name="connsiteY0" fmla="*/ 0 h 3248292"/>
              <a:gd name="connsiteX1" fmla="*/ 1288373 w 9799886"/>
              <a:gd name="connsiteY1" fmla="*/ 414531 h 3248292"/>
              <a:gd name="connsiteX2" fmla="*/ 9617874 w 9799886"/>
              <a:gd name="connsiteY2" fmla="*/ 414531 h 3248292"/>
              <a:gd name="connsiteX3" fmla="*/ 9799886 w 9799886"/>
              <a:gd name="connsiteY3" fmla="*/ 596543 h 3248292"/>
              <a:gd name="connsiteX4" fmla="*/ 9799886 w 9799886"/>
              <a:gd name="connsiteY4" fmla="*/ 3066280 h 3248292"/>
              <a:gd name="connsiteX5" fmla="*/ 9617874 w 9799886"/>
              <a:gd name="connsiteY5" fmla="*/ 3248292 h 3248292"/>
              <a:gd name="connsiteX6" fmla="*/ 182012 w 9799886"/>
              <a:gd name="connsiteY6" fmla="*/ 3248292 h 3248292"/>
              <a:gd name="connsiteX7" fmla="*/ 0 w 9799886"/>
              <a:gd name="connsiteY7" fmla="*/ 3066280 h 3248292"/>
              <a:gd name="connsiteX8" fmla="*/ 0 w 9799886"/>
              <a:gd name="connsiteY8" fmla="*/ 596543 h 3248292"/>
              <a:gd name="connsiteX9" fmla="*/ 182012 w 9799886"/>
              <a:gd name="connsiteY9" fmla="*/ 414531 h 3248292"/>
              <a:gd name="connsiteX10" fmla="*/ 709031 w 9799886"/>
              <a:gd name="connsiteY10" fmla="*/ 414531 h 3248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99886" h="3248292">
                <a:moveTo>
                  <a:pt x="998702" y="0"/>
                </a:moveTo>
                <a:lnTo>
                  <a:pt x="1288373" y="414531"/>
                </a:lnTo>
                <a:lnTo>
                  <a:pt x="9617874" y="414531"/>
                </a:lnTo>
                <a:cubicBezTo>
                  <a:pt x="9718396" y="414531"/>
                  <a:pt x="9799886" y="496021"/>
                  <a:pt x="9799886" y="596543"/>
                </a:cubicBezTo>
                <a:lnTo>
                  <a:pt x="9799886" y="3066280"/>
                </a:lnTo>
                <a:cubicBezTo>
                  <a:pt x="9799886" y="3166802"/>
                  <a:pt x="9718396" y="3248292"/>
                  <a:pt x="9617874" y="3248292"/>
                </a:cubicBezTo>
                <a:lnTo>
                  <a:pt x="182012" y="3248292"/>
                </a:lnTo>
                <a:cubicBezTo>
                  <a:pt x="81490" y="3248292"/>
                  <a:pt x="0" y="3166802"/>
                  <a:pt x="0" y="3066280"/>
                </a:cubicBezTo>
                <a:lnTo>
                  <a:pt x="0" y="596543"/>
                </a:lnTo>
                <a:cubicBezTo>
                  <a:pt x="0" y="496021"/>
                  <a:pt x="81490" y="414531"/>
                  <a:pt x="182012" y="414531"/>
                </a:cubicBezTo>
                <a:lnTo>
                  <a:pt x="709031" y="414531"/>
                </a:lnTo>
                <a:close/>
              </a:path>
            </a:pathLst>
          </a:custGeom>
          <a:gradFill flip="none" rotWithShape="1">
            <a:gsLst>
              <a:gs pos="95000">
                <a:schemeClr val="bg1">
                  <a:lumMod val="100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path path="shape">
              <a:fillToRect r="16573" b="50000"/>
            </a:path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22D180-CCB6-7D21-D557-B381B0582665}"/>
              </a:ext>
            </a:extLst>
          </p:cNvPr>
          <p:cNvSpPr txBox="1"/>
          <p:nvPr/>
        </p:nvSpPr>
        <p:spPr>
          <a:xfrm>
            <a:off x="4813323" y="3409366"/>
            <a:ext cx="4796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300">
                <a:solidFill>
                  <a:schemeClr val="tx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Product Planning</a:t>
            </a:r>
            <a:endParaRPr lang="en-US" altLang="zh-CN" sz="2000" spc="300" dirty="0">
              <a:solidFill>
                <a:schemeClr val="tx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3B4A61-85D3-3AE6-3D99-06FFB3B6903E}"/>
              </a:ext>
            </a:extLst>
          </p:cNvPr>
          <p:cNvSpPr txBox="1"/>
          <p:nvPr/>
        </p:nvSpPr>
        <p:spPr>
          <a:xfrm>
            <a:off x="1027776" y="1023624"/>
            <a:ext cx="7582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PART</a:t>
            </a:r>
            <a:r>
              <a:rPr lang="zh-CN" altLang="en-US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THREE</a:t>
            </a:r>
            <a:endParaRPr lang="zh-CN" altLang="en-US" sz="8000" dirty="0">
              <a:solidFill>
                <a:schemeClr val="bg1"/>
              </a:solidFill>
              <a:effectLst>
                <a:innerShdw blurRad="76200" dist="63500" dir="13500000">
                  <a:schemeClr val="tx2">
                    <a:alpha val="3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DB1A5C-A43C-F88F-BBAD-1DD6E576381D}"/>
              </a:ext>
            </a:extLst>
          </p:cNvPr>
          <p:cNvSpPr txBox="1"/>
          <p:nvPr/>
        </p:nvSpPr>
        <p:spPr>
          <a:xfrm>
            <a:off x="1836226" y="3366632"/>
            <a:ext cx="3223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</a:t>
            </a:r>
            <a:endParaRPr lang="en-US" altLang="zh-CN" sz="600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规划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67F9A1-93CD-5371-87C9-5BD6230FD222}"/>
              </a:ext>
            </a:extLst>
          </p:cNvPr>
          <p:cNvCxnSpPr>
            <a:cxnSpLocks/>
          </p:cNvCxnSpPr>
          <p:nvPr/>
        </p:nvCxnSpPr>
        <p:spPr>
          <a:xfrm>
            <a:off x="4147061" y="3422503"/>
            <a:ext cx="0" cy="1827251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EFE7D7A-7370-16B9-EA26-D94C3E1978B5}"/>
              </a:ext>
            </a:extLst>
          </p:cNvPr>
          <p:cNvSpPr txBox="1"/>
          <p:nvPr/>
        </p:nvSpPr>
        <p:spPr>
          <a:xfrm>
            <a:off x="4813323" y="4236901"/>
            <a:ext cx="5864202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Lorem ipsum dolor sit amet, consectetuer adipiscing elit. Maecenas porttitor congue massa. Fusce posuere, magna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sed pulvinar</a:t>
            </a:r>
            <a:endParaRPr lang="en-US" altLang="zh-CN" sz="14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EA1E81F-B9FC-910E-21A6-D9892E412D22}"/>
              </a:ext>
            </a:extLst>
          </p:cNvPr>
          <p:cNvGrpSpPr/>
          <p:nvPr/>
        </p:nvGrpSpPr>
        <p:grpSpPr>
          <a:xfrm>
            <a:off x="8783888" y="3478373"/>
            <a:ext cx="1033212" cy="262095"/>
            <a:chOff x="8783888" y="3478373"/>
            <a:chExt cx="1033212" cy="26209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1609FCC-2F2A-11DE-A4E4-0A9C1433DC1B}"/>
                </a:ext>
              </a:extLst>
            </p:cNvPr>
            <p:cNvSpPr/>
            <p:nvPr/>
          </p:nvSpPr>
          <p:spPr>
            <a:xfrm>
              <a:off x="8783888" y="3478373"/>
              <a:ext cx="1033212" cy="2620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5000">
                  <a:schemeClr val="accent1">
                    <a:lumMod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path path="shape">
                <a:fillToRect r="8069" b="50000"/>
              </a:path>
              <a:tileRect/>
            </a:gradFill>
            <a:ln w="31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12B8928-6B8E-10E2-0F16-AD76FD978EA0}"/>
                </a:ext>
              </a:extLst>
            </p:cNvPr>
            <p:cNvGrpSpPr/>
            <p:nvPr/>
          </p:nvGrpSpPr>
          <p:grpSpPr>
            <a:xfrm>
              <a:off x="9580067" y="3511195"/>
              <a:ext cx="196342" cy="196451"/>
              <a:chOff x="1167942" y="4571507"/>
              <a:chExt cx="349708" cy="349902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098F8C63-140B-E00C-6C2A-430432275F5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3E9A75CE-CD45-EA39-2B1F-AFCFF9FE43B3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762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</p:grp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CF57552-5805-5229-B4F8-5DAC6175A121}"/>
              </a:ext>
            </a:extLst>
          </p:cNvPr>
          <p:cNvSpPr txBox="1"/>
          <p:nvPr/>
        </p:nvSpPr>
        <p:spPr>
          <a:xfrm>
            <a:off x="9576194" y="8569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3459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9D70A1F-4331-1464-4C4C-45D0789A1978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F257D8F-7998-4908-5652-4A9797C1517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A12CDD-8B8F-91E6-3729-137DC5EB7BC2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D2B6B66-028D-6F97-68C2-816E9C689A01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5ECF6B4-FD03-E4F5-6AE6-BAFE0DD35404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9872028-348B-A035-EC8E-656C7340FEF1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61141C-4CBB-45A7-5BD7-B5BC9EB54185}"/>
                </a:ext>
              </a:extLst>
            </p:cNvPr>
            <p:cNvSpPr/>
            <p:nvPr/>
          </p:nvSpPr>
          <p:spPr>
            <a:xfrm>
              <a:off x="33193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1C94F12-9DC3-0EFC-6483-7F5C6FBF5059}"/>
                </a:ext>
              </a:extLst>
            </p:cNvPr>
            <p:cNvSpPr/>
            <p:nvPr/>
          </p:nvSpPr>
          <p:spPr>
            <a:xfrm>
              <a:off x="59970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42DFA50-27CE-31A2-90F0-B368D3C8E320}"/>
                </a:ext>
              </a:extLst>
            </p:cNvPr>
            <p:cNvSpPr/>
            <p:nvPr/>
          </p:nvSpPr>
          <p:spPr>
            <a:xfrm>
              <a:off x="86746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0EE5A94-508C-8D1E-0774-81EFE64D4A27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产品规划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7D24CC-905D-BBF6-D213-0835C139F209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Product Planning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E9B8D438-C387-A5A9-D9C1-25085D6219F1}"/>
              </a:ext>
            </a:extLst>
          </p:cNvPr>
          <p:cNvSpPr/>
          <p:nvPr/>
        </p:nvSpPr>
        <p:spPr>
          <a:xfrm rot="21188811">
            <a:off x="396814" y="3548351"/>
            <a:ext cx="11415060" cy="1612664"/>
          </a:xfrm>
          <a:custGeom>
            <a:avLst/>
            <a:gdLst>
              <a:gd name="connsiteX0" fmla="*/ 0 w 10811435"/>
              <a:gd name="connsiteY0" fmla="*/ 462579 h 462579"/>
              <a:gd name="connsiteX1" fmla="*/ 5109882 w 10811435"/>
              <a:gd name="connsiteY1" fmla="*/ 161365 h 462579"/>
              <a:gd name="connsiteX2" fmla="*/ 8477026 w 10811435"/>
              <a:gd name="connsiteY2" fmla="*/ 344245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550119 w 10811435"/>
              <a:gd name="connsiteY1" fmla="*/ 146796 h 462579"/>
              <a:gd name="connsiteX2" fmla="*/ 8477026 w 10811435"/>
              <a:gd name="connsiteY2" fmla="*/ 344245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461671 w 10811435"/>
              <a:gd name="connsiteY1" fmla="*/ 152286 h 462579"/>
              <a:gd name="connsiteX2" fmla="*/ 8477026 w 10811435"/>
              <a:gd name="connsiteY2" fmla="*/ 344245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461671 w 10811435"/>
              <a:gd name="connsiteY1" fmla="*/ 152286 h 462579"/>
              <a:gd name="connsiteX2" fmla="*/ 8408611 w 10811435"/>
              <a:gd name="connsiteY2" fmla="*/ 347561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461671 w 10811435"/>
              <a:gd name="connsiteY1" fmla="*/ 152286 h 462579"/>
              <a:gd name="connsiteX2" fmla="*/ 8408611 w 10811435"/>
              <a:gd name="connsiteY2" fmla="*/ 347561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461671 w 10811435"/>
              <a:gd name="connsiteY1" fmla="*/ 152286 h 462579"/>
              <a:gd name="connsiteX2" fmla="*/ 8408611 w 10811435"/>
              <a:gd name="connsiteY2" fmla="*/ 347561 h 462579"/>
              <a:gd name="connsiteX3" fmla="*/ 10811435 w 10811435"/>
              <a:gd name="connsiteY3" fmla="*/ 0 h 462579"/>
              <a:gd name="connsiteX0" fmla="*/ 0 w 10811435"/>
              <a:gd name="connsiteY0" fmla="*/ 462579 h 462579"/>
              <a:gd name="connsiteX1" fmla="*/ 4461671 w 10811435"/>
              <a:gd name="connsiteY1" fmla="*/ 152286 h 462579"/>
              <a:gd name="connsiteX2" fmla="*/ 8639930 w 10811435"/>
              <a:gd name="connsiteY2" fmla="*/ 344368 h 462579"/>
              <a:gd name="connsiteX3" fmla="*/ 10811435 w 10811435"/>
              <a:gd name="connsiteY3" fmla="*/ 0 h 462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11435" h="462579">
                <a:moveTo>
                  <a:pt x="0" y="462579"/>
                </a:moveTo>
                <a:cubicBezTo>
                  <a:pt x="1848522" y="321833"/>
                  <a:pt x="3021683" y="171988"/>
                  <a:pt x="4461671" y="152286"/>
                </a:cubicBezTo>
                <a:cubicBezTo>
                  <a:pt x="5901659" y="132584"/>
                  <a:pt x="7597453" y="362100"/>
                  <a:pt x="8639930" y="344368"/>
                </a:cubicBezTo>
                <a:cubicBezTo>
                  <a:pt x="9682407" y="326636"/>
                  <a:pt x="10119360" y="158675"/>
                  <a:pt x="10811435" y="0"/>
                </a:cubicBezTo>
              </a:path>
            </a:pathLst>
          </a:cu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BF68DD5-31D5-A68E-4BD4-15C03057FB75}"/>
              </a:ext>
            </a:extLst>
          </p:cNvPr>
          <p:cNvCxnSpPr>
            <a:cxnSpLocks/>
          </p:cNvCxnSpPr>
          <p:nvPr/>
        </p:nvCxnSpPr>
        <p:spPr>
          <a:xfrm flipV="1">
            <a:off x="1055688" y="3500715"/>
            <a:ext cx="0" cy="2110759"/>
          </a:xfrm>
          <a:prstGeom prst="line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34DDCA8-B8CF-5726-00E5-B38AC65F5056}"/>
              </a:ext>
            </a:extLst>
          </p:cNvPr>
          <p:cNvCxnSpPr>
            <a:cxnSpLocks/>
          </p:cNvCxnSpPr>
          <p:nvPr/>
        </p:nvCxnSpPr>
        <p:spPr>
          <a:xfrm>
            <a:off x="3463765" y="4615541"/>
            <a:ext cx="0" cy="711559"/>
          </a:xfrm>
          <a:prstGeom prst="line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D2C0849-5D2E-81F4-0295-8C22CAACE84D}"/>
              </a:ext>
            </a:extLst>
          </p:cNvPr>
          <p:cNvGrpSpPr/>
          <p:nvPr/>
        </p:nvGrpSpPr>
        <p:grpSpPr>
          <a:xfrm>
            <a:off x="1159932" y="2881119"/>
            <a:ext cx="2979683" cy="1239192"/>
            <a:chOff x="1182771" y="2394738"/>
            <a:chExt cx="2159430" cy="1239192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2617078-4378-B6A3-FB29-C4DC209FEE2C}"/>
                </a:ext>
              </a:extLst>
            </p:cNvPr>
            <p:cNvGrpSpPr/>
            <p:nvPr/>
          </p:nvGrpSpPr>
          <p:grpSpPr>
            <a:xfrm>
              <a:off x="1182771" y="2394738"/>
              <a:ext cx="2159430" cy="1239192"/>
              <a:chOff x="1182771" y="2229378"/>
              <a:chExt cx="2159430" cy="1892701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F4A10DDE-3ECF-7A29-CD08-5D2FAE2304BB}"/>
                  </a:ext>
                </a:extLst>
              </p:cNvPr>
              <p:cNvSpPr/>
              <p:nvPr/>
            </p:nvSpPr>
            <p:spPr>
              <a:xfrm>
                <a:off x="1182771" y="2229378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762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1EFDDE79-D25A-8F51-0B69-A0DF75324CDC}"/>
                  </a:ext>
                </a:extLst>
              </p:cNvPr>
              <p:cNvSpPr/>
              <p:nvPr/>
            </p:nvSpPr>
            <p:spPr>
              <a:xfrm>
                <a:off x="1182771" y="2229378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D554BC4-DEE0-41D6-7ABE-DF27846D80E6}"/>
                </a:ext>
              </a:extLst>
            </p:cNvPr>
            <p:cNvSpPr txBox="1"/>
            <p:nvPr/>
          </p:nvSpPr>
          <p:spPr>
            <a:xfrm>
              <a:off x="1381714" y="2812523"/>
              <a:ext cx="1864246" cy="705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简洁明了阐述你的观点，画面美观即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可。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87BFA31-84A9-1D79-84AD-AB48C58D1E73}"/>
                </a:ext>
              </a:extLst>
            </p:cNvPr>
            <p:cNvSpPr txBox="1"/>
            <p:nvPr/>
          </p:nvSpPr>
          <p:spPr>
            <a:xfrm>
              <a:off x="1381714" y="2487941"/>
              <a:ext cx="1864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请输入标题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C16BB29-7FD6-1B87-88F0-F387B385C5F7}"/>
              </a:ext>
            </a:extLst>
          </p:cNvPr>
          <p:cNvGrpSpPr/>
          <p:nvPr/>
        </p:nvGrpSpPr>
        <p:grpSpPr>
          <a:xfrm>
            <a:off x="3632621" y="4713197"/>
            <a:ext cx="2979683" cy="1239192"/>
            <a:chOff x="7333211" y="4476747"/>
            <a:chExt cx="2159430" cy="1239192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D0E44606-DFD3-0138-8AF7-0D83613AF731}"/>
                </a:ext>
              </a:extLst>
            </p:cNvPr>
            <p:cNvGrpSpPr/>
            <p:nvPr/>
          </p:nvGrpSpPr>
          <p:grpSpPr>
            <a:xfrm>
              <a:off x="7333211" y="4476747"/>
              <a:ext cx="2159430" cy="1239192"/>
              <a:chOff x="7333211" y="4311387"/>
              <a:chExt cx="2159430" cy="1892701"/>
            </a:xfrm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CC5FEF31-653E-53AB-1B7F-77D708315EF6}"/>
                  </a:ext>
                </a:extLst>
              </p:cNvPr>
              <p:cNvSpPr/>
              <p:nvPr/>
            </p:nvSpPr>
            <p:spPr>
              <a:xfrm>
                <a:off x="7333211" y="4311387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762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E10A0761-8261-29E2-3576-5BA7A871284C}"/>
                  </a:ext>
                </a:extLst>
              </p:cNvPr>
              <p:cNvSpPr/>
              <p:nvPr/>
            </p:nvSpPr>
            <p:spPr>
              <a:xfrm>
                <a:off x="7333211" y="4311387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E038B2A-6E9A-CDD1-BE5F-5BA435894A51}"/>
                </a:ext>
              </a:extLst>
            </p:cNvPr>
            <p:cNvSpPr txBox="1"/>
            <p:nvPr/>
          </p:nvSpPr>
          <p:spPr>
            <a:xfrm>
              <a:off x="7532154" y="4894532"/>
              <a:ext cx="1864246" cy="705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简洁明了阐述你的观点，画面美观即可。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F04E28D-10DB-30DB-33E3-054F6BCA977C}"/>
                </a:ext>
              </a:extLst>
            </p:cNvPr>
            <p:cNvSpPr txBox="1"/>
            <p:nvPr/>
          </p:nvSpPr>
          <p:spPr>
            <a:xfrm>
              <a:off x="7532154" y="4569950"/>
              <a:ext cx="1864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请输入标题</a:t>
              </a:r>
            </a:p>
          </p:txBody>
        </p: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CF05398-31D1-AF32-82C7-E0797B3EF14D}"/>
              </a:ext>
            </a:extLst>
          </p:cNvPr>
          <p:cNvCxnSpPr>
            <a:cxnSpLocks/>
          </p:cNvCxnSpPr>
          <p:nvPr/>
        </p:nvCxnSpPr>
        <p:spPr>
          <a:xfrm>
            <a:off x="8109842" y="4310741"/>
            <a:ext cx="0" cy="1016359"/>
          </a:xfrm>
          <a:prstGeom prst="line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FB939805-04DE-C3DA-2BD1-DDC4A916F219}"/>
              </a:ext>
            </a:extLst>
          </p:cNvPr>
          <p:cNvGrpSpPr/>
          <p:nvPr/>
        </p:nvGrpSpPr>
        <p:grpSpPr>
          <a:xfrm>
            <a:off x="8279303" y="4713197"/>
            <a:ext cx="2979683" cy="1239192"/>
            <a:chOff x="7333211" y="4476747"/>
            <a:chExt cx="2159430" cy="1239192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9BFDF63-84EB-409C-1519-A04B4181850B}"/>
                </a:ext>
              </a:extLst>
            </p:cNvPr>
            <p:cNvGrpSpPr/>
            <p:nvPr/>
          </p:nvGrpSpPr>
          <p:grpSpPr>
            <a:xfrm>
              <a:off x="7333211" y="4476747"/>
              <a:ext cx="2159430" cy="1239192"/>
              <a:chOff x="7333211" y="4311387"/>
              <a:chExt cx="2159430" cy="1892701"/>
            </a:xfrm>
          </p:grpSpPr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F6D802F4-C4D4-7870-4EB3-7F126CB23F54}"/>
                  </a:ext>
                </a:extLst>
              </p:cNvPr>
              <p:cNvSpPr/>
              <p:nvPr/>
            </p:nvSpPr>
            <p:spPr>
              <a:xfrm>
                <a:off x="7333211" y="4311387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762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4E032185-DC93-45E0-B40D-90AFFB83D398}"/>
                  </a:ext>
                </a:extLst>
              </p:cNvPr>
              <p:cNvSpPr/>
              <p:nvPr/>
            </p:nvSpPr>
            <p:spPr>
              <a:xfrm>
                <a:off x="7333211" y="4311387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A11EA5C-2E6D-5337-B0B6-08EE74F94B59}"/>
                </a:ext>
              </a:extLst>
            </p:cNvPr>
            <p:cNvSpPr txBox="1"/>
            <p:nvPr/>
          </p:nvSpPr>
          <p:spPr>
            <a:xfrm>
              <a:off x="7532154" y="4894532"/>
              <a:ext cx="1864246" cy="705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简洁明了阐述你的观点，画面美观即可。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BC6D43C0-41AB-E524-4060-59FC2D963B8E}"/>
                </a:ext>
              </a:extLst>
            </p:cNvPr>
            <p:cNvSpPr txBox="1"/>
            <p:nvPr/>
          </p:nvSpPr>
          <p:spPr>
            <a:xfrm>
              <a:off x="7532154" y="4569950"/>
              <a:ext cx="1864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accent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请输入标题</a:t>
              </a:r>
            </a:p>
          </p:txBody>
        </p:sp>
      </p:grp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56FAC3E-C676-6AB4-9BB1-36FB3292D8DF}"/>
              </a:ext>
            </a:extLst>
          </p:cNvPr>
          <p:cNvCxnSpPr>
            <a:cxnSpLocks/>
          </p:cNvCxnSpPr>
          <p:nvPr/>
        </p:nvCxnSpPr>
        <p:spPr>
          <a:xfrm flipV="1">
            <a:off x="5862482" y="3093185"/>
            <a:ext cx="0" cy="1027126"/>
          </a:xfrm>
          <a:prstGeom prst="line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A605400-C98E-9AFA-A359-FD47516695DA}"/>
              </a:ext>
            </a:extLst>
          </p:cNvPr>
          <p:cNvGrpSpPr/>
          <p:nvPr/>
        </p:nvGrpSpPr>
        <p:grpSpPr>
          <a:xfrm>
            <a:off x="5974762" y="2473589"/>
            <a:ext cx="2979683" cy="1239192"/>
            <a:chOff x="1182771" y="2394738"/>
            <a:chExt cx="2159430" cy="1239192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27C97A5C-5CB9-1BB0-A4F3-B56ED1D6FE1E}"/>
                </a:ext>
              </a:extLst>
            </p:cNvPr>
            <p:cNvGrpSpPr/>
            <p:nvPr/>
          </p:nvGrpSpPr>
          <p:grpSpPr>
            <a:xfrm>
              <a:off x="1182771" y="2394738"/>
              <a:ext cx="2159430" cy="1239192"/>
              <a:chOff x="1182771" y="2229378"/>
              <a:chExt cx="2159430" cy="189270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21CE931B-BE30-BD10-CB2B-52D7D8A65BDA}"/>
                  </a:ext>
                </a:extLst>
              </p:cNvPr>
              <p:cNvSpPr/>
              <p:nvPr/>
            </p:nvSpPr>
            <p:spPr>
              <a:xfrm>
                <a:off x="1182771" y="2229378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762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4A8A9450-B15E-6E1D-F193-EBF79F6BF3A4}"/>
                  </a:ext>
                </a:extLst>
              </p:cNvPr>
              <p:cNvSpPr/>
              <p:nvPr/>
            </p:nvSpPr>
            <p:spPr>
              <a:xfrm>
                <a:off x="1182771" y="2229378"/>
                <a:ext cx="2159430" cy="1892701"/>
              </a:xfrm>
              <a:prstGeom prst="roundRect">
                <a:avLst>
                  <a:gd name="adj" fmla="val 3938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dist="635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683FE967-ABBB-B9D3-8215-9AC49F54D8BD}"/>
                </a:ext>
              </a:extLst>
            </p:cNvPr>
            <p:cNvSpPr txBox="1"/>
            <p:nvPr/>
          </p:nvSpPr>
          <p:spPr>
            <a:xfrm>
              <a:off x="1381714" y="2812523"/>
              <a:ext cx="1864246" cy="705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简洁明了阐述你的观点，画面美观即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可。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611BE90-75DB-6DBF-62E1-8CB8A95A11DB}"/>
                </a:ext>
              </a:extLst>
            </p:cNvPr>
            <p:cNvSpPr txBox="1"/>
            <p:nvPr/>
          </p:nvSpPr>
          <p:spPr>
            <a:xfrm>
              <a:off x="1381714" y="2487941"/>
              <a:ext cx="1864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请输入标题</a:t>
              </a: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D427B5E-24D9-4EC5-4CB1-8E8695470AF4}"/>
              </a:ext>
            </a:extLst>
          </p:cNvPr>
          <p:cNvGrpSpPr/>
          <p:nvPr/>
        </p:nvGrpSpPr>
        <p:grpSpPr>
          <a:xfrm>
            <a:off x="3970153" y="3006150"/>
            <a:ext cx="338924" cy="240708"/>
            <a:chOff x="3941598" y="3139355"/>
            <a:chExt cx="338924" cy="240708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FA639589-4943-A4C0-72E3-5592F986C9B7}"/>
                </a:ext>
              </a:extLst>
            </p:cNvPr>
            <p:cNvGrpSpPr/>
            <p:nvPr/>
          </p:nvGrpSpPr>
          <p:grpSpPr>
            <a:xfrm>
              <a:off x="3941598" y="3139355"/>
              <a:ext cx="338924" cy="76803"/>
              <a:chOff x="10429090" y="2669135"/>
              <a:chExt cx="338924" cy="76803"/>
            </a:xfrm>
          </p:grpSpPr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C39176C1-BD9B-BDE2-8B16-C449AD216771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FF60B718-E9E5-8D12-A506-1CC0E5E450DD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2B26BB78-6A5B-C79C-90D5-C4E47E82604B}"/>
                </a:ext>
              </a:extLst>
            </p:cNvPr>
            <p:cNvGrpSpPr/>
            <p:nvPr/>
          </p:nvGrpSpPr>
          <p:grpSpPr>
            <a:xfrm>
              <a:off x="3941598" y="3303260"/>
              <a:ext cx="338924" cy="76803"/>
              <a:chOff x="10429090" y="2669135"/>
              <a:chExt cx="338924" cy="76803"/>
            </a:xfrm>
          </p:grpSpPr>
          <p:sp>
            <p:nvSpPr>
              <p:cNvPr id="100" name="矩形: 圆角 99">
                <a:extLst>
                  <a:ext uri="{FF2B5EF4-FFF2-40B4-BE49-F238E27FC236}">
                    <a16:creationId xmlns:a16="http://schemas.microsoft.com/office/drawing/2014/main" id="{E3BF688D-E772-56D4-92CB-D4D424759108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F47BAABD-7E56-E989-AC0D-CE372093261D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35B380FD-9538-A59C-1CBB-4E5EB105661A}"/>
              </a:ext>
            </a:extLst>
          </p:cNvPr>
          <p:cNvGrpSpPr/>
          <p:nvPr/>
        </p:nvGrpSpPr>
        <p:grpSpPr>
          <a:xfrm>
            <a:off x="6442842" y="4884265"/>
            <a:ext cx="338924" cy="240708"/>
            <a:chOff x="3941598" y="3139355"/>
            <a:chExt cx="338924" cy="240708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07B0F015-7B99-2A29-4AFA-5EDDD3F0EA00}"/>
                </a:ext>
              </a:extLst>
            </p:cNvPr>
            <p:cNvGrpSpPr/>
            <p:nvPr/>
          </p:nvGrpSpPr>
          <p:grpSpPr>
            <a:xfrm>
              <a:off x="3941598" y="3139355"/>
              <a:ext cx="338924" cy="76803"/>
              <a:chOff x="10429090" y="2669135"/>
              <a:chExt cx="338924" cy="76803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64E91B7E-DDB6-FF97-7400-2458BE06ADAA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矩形: 圆角 108">
                <a:extLst>
                  <a:ext uri="{FF2B5EF4-FFF2-40B4-BE49-F238E27FC236}">
                    <a16:creationId xmlns:a16="http://schemas.microsoft.com/office/drawing/2014/main" id="{ADFA2447-03F1-7D3B-0C51-4C62878E8BDD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AB70D635-9978-BD06-0654-D8C811756BBC}"/>
                </a:ext>
              </a:extLst>
            </p:cNvPr>
            <p:cNvGrpSpPr/>
            <p:nvPr/>
          </p:nvGrpSpPr>
          <p:grpSpPr>
            <a:xfrm>
              <a:off x="3941598" y="3303260"/>
              <a:ext cx="338924" cy="76803"/>
              <a:chOff x="10429090" y="2669135"/>
              <a:chExt cx="338924" cy="76803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87EB334E-C038-8399-F0AB-F62BADF66EDC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99E42B54-1BAF-45A0-41F3-E6E172512C79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95372BB5-4AF8-D33B-AA92-7C09C849597E}"/>
              </a:ext>
            </a:extLst>
          </p:cNvPr>
          <p:cNvGrpSpPr/>
          <p:nvPr/>
        </p:nvGrpSpPr>
        <p:grpSpPr>
          <a:xfrm>
            <a:off x="8784983" y="2647573"/>
            <a:ext cx="338924" cy="240708"/>
            <a:chOff x="3941598" y="3139355"/>
            <a:chExt cx="338924" cy="240708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7911D710-02C5-C33F-922B-5E86B1587B00}"/>
                </a:ext>
              </a:extLst>
            </p:cNvPr>
            <p:cNvGrpSpPr/>
            <p:nvPr/>
          </p:nvGrpSpPr>
          <p:grpSpPr>
            <a:xfrm>
              <a:off x="3941598" y="3139355"/>
              <a:ext cx="338924" cy="76803"/>
              <a:chOff x="10429090" y="2669135"/>
              <a:chExt cx="338924" cy="76803"/>
            </a:xfrm>
          </p:grpSpPr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16EAC15C-5F28-6C87-761E-F1811CDB0B46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: 圆角 115">
                <a:extLst>
                  <a:ext uri="{FF2B5EF4-FFF2-40B4-BE49-F238E27FC236}">
                    <a16:creationId xmlns:a16="http://schemas.microsoft.com/office/drawing/2014/main" id="{1BAFFCD3-4D37-416D-0FFE-E57BE1F8D89A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A8AFD8B-B70E-46AB-AB5E-05BED32E4F7F}"/>
                </a:ext>
              </a:extLst>
            </p:cNvPr>
            <p:cNvGrpSpPr/>
            <p:nvPr/>
          </p:nvGrpSpPr>
          <p:grpSpPr>
            <a:xfrm>
              <a:off x="3941598" y="3303260"/>
              <a:ext cx="338924" cy="76803"/>
              <a:chOff x="10429090" y="2669135"/>
              <a:chExt cx="338924" cy="76803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FD4BFFCB-5C8C-49D1-D487-2DA832495792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: 圆角 113">
                <a:extLst>
                  <a:ext uri="{FF2B5EF4-FFF2-40B4-BE49-F238E27FC236}">
                    <a16:creationId xmlns:a16="http://schemas.microsoft.com/office/drawing/2014/main" id="{C4D1A403-9827-86E6-019B-03BAFED5D893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0F4EF5C6-2FF2-57BF-27E6-ECBB64A8ACE2}"/>
              </a:ext>
            </a:extLst>
          </p:cNvPr>
          <p:cNvGrpSpPr/>
          <p:nvPr/>
        </p:nvGrpSpPr>
        <p:grpSpPr>
          <a:xfrm>
            <a:off x="11089523" y="4884265"/>
            <a:ext cx="338924" cy="240708"/>
            <a:chOff x="3941598" y="3139355"/>
            <a:chExt cx="338924" cy="240708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1C919542-EC4C-A4FE-9A14-A50F87137A42}"/>
                </a:ext>
              </a:extLst>
            </p:cNvPr>
            <p:cNvGrpSpPr/>
            <p:nvPr/>
          </p:nvGrpSpPr>
          <p:grpSpPr>
            <a:xfrm>
              <a:off x="3941598" y="3139355"/>
              <a:ext cx="338924" cy="76803"/>
              <a:chOff x="10429090" y="2669135"/>
              <a:chExt cx="338924" cy="76803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D780BFB8-0F48-008C-9D66-6A69BCCA4D87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808F4C2A-02C8-FF7D-FB3E-04E7A154DF61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A45BDC36-A3A6-638E-F2F0-CF8B175039A5}"/>
                </a:ext>
              </a:extLst>
            </p:cNvPr>
            <p:cNvGrpSpPr/>
            <p:nvPr/>
          </p:nvGrpSpPr>
          <p:grpSpPr>
            <a:xfrm>
              <a:off x="3941598" y="3303260"/>
              <a:ext cx="338924" cy="76803"/>
              <a:chOff x="10429090" y="2669135"/>
              <a:chExt cx="338924" cy="76803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0360B6E4-C609-F674-54E1-8EE21F9983F4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0881C834-2906-5DC7-ED06-D332A1518D6E}"/>
                  </a:ext>
                </a:extLst>
              </p:cNvPr>
              <p:cNvSpPr/>
              <p:nvPr/>
            </p:nvSpPr>
            <p:spPr>
              <a:xfrm>
                <a:off x="10429090" y="2669135"/>
                <a:ext cx="338924" cy="768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55FFE86C-D9EE-185F-A954-20F6A9A13303}"/>
              </a:ext>
            </a:extLst>
          </p:cNvPr>
          <p:cNvGrpSpPr/>
          <p:nvPr/>
        </p:nvGrpSpPr>
        <p:grpSpPr>
          <a:xfrm>
            <a:off x="838243" y="3277651"/>
            <a:ext cx="434890" cy="435130"/>
            <a:chOff x="4262851" y="2238564"/>
            <a:chExt cx="396235" cy="396454"/>
          </a:xfrm>
        </p:grpSpPr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1FACDFA-30A6-89A9-2024-9523DAB9C0BF}"/>
                </a:ext>
              </a:extLst>
            </p:cNvPr>
            <p:cNvSpPr/>
            <p:nvPr/>
          </p:nvSpPr>
          <p:spPr>
            <a:xfrm>
              <a:off x="4262851" y="2238564"/>
              <a:ext cx="396235" cy="396454"/>
            </a:xfrm>
            <a:prstGeom prst="ellipse">
              <a:avLst/>
            </a:prstGeom>
            <a:gradFill flip="none" rotWithShape="1">
              <a:gsLst>
                <a:gs pos="84992">
                  <a:schemeClr val="bg1">
                    <a:lumMod val="100000"/>
                  </a:schemeClr>
                </a:gs>
                <a:gs pos="100000">
                  <a:schemeClr val="bg1">
                    <a:lumMod val="21107"/>
                    <a:lumOff val="78893"/>
                  </a:schemeClr>
                </a:gs>
              </a:gsLst>
              <a:path path="shape">
                <a:fillToRect r="50000" b="49972"/>
              </a:path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bg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1</a:t>
              </a:r>
              <a:endParaRPr lang="zh-CN" altLang="en-US" sz="1600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39181168-BDB5-FA82-20B2-08BC19D5516C}"/>
                </a:ext>
              </a:extLst>
            </p:cNvPr>
            <p:cNvGrpSpPr/>
            <p:nvPr/>
          </p:nvGrpSpPr>
          <p:grpSpPr>
            <a:xfrm>
              <a:off x="4342793" y="2318550"/>
              <a:ext cx="236352" cy="236482"/>
              <a:chOff x="9000030" y="3839307"/>
              <a:chExt cx="557002" cy="557310"/>
            </a:xfrm>
          </p:grpSpPr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8CA83E1C-0E52-ECE1-2CC0-AE3C5899F6C1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7ADB74C3-4A31-B0C8-B4BC-88E2F1606C34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</a:t>
                </a:r>
                <a:endParaRPr lang="zh-CN" altLang="en-US" sz="1600" dirty="0"/>
              </a:p>
            </p:txBody>
          </p:sp>
        </p:grp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7C47223-5F2C-F698-1273-4159A8884B16}"/>
              </a:ext>
            </a:extLst>
          </p:cNvPr>
          <p:cNvGrpSpPr/>
          <p:nvPr/>
        </p:nvGrpSpPr>
        <p:grpSpPr>
          <a:xfrm>
            <a:off x="5645037" y="2875620"/>
            <a:ext cx="434890" cy="435130"/>
            <a:chOff x="4262851" y="2238564"/>
            <a:chExt cx="396235" cy="396454"/>
          </a:xfrm>
        </p:grpSpPr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CA4DC1BC-52D7-01C4-F864-FA2283AE7F8F}"/>
                </a:ext>
              </a:extLst>
            </p:cNvPr>
            <p:cNvSpPr/>
            <p:nvPr/>
          </p:nvSpPr>
          <p:spPr>
            <a:xfrm>
              <a:off x="4262851" y="2238564"/>
              <a:ext cx="396235" cy="396454"/>
            </a:xfrm>
            <a:prstGeom prst="ellipse">
              <a:avLst/>
            </a:prstGeom>
            <a:gradFill flip="none" rotWithShape="1">
              <a:gsLst>
                <a:gs pos="84992">
                  <a:schemeClr val="bg1">
                    <a:lumMod val="100000"/>
                  </a:schemeClr>
                </a:gs>
                <a:gs pos="100000">
                  <a:schemeClr val="bg1">
                    <a:lumMod val="21107"/>
                    <a:lumOff val="78893"/>
                  </a:schemeClr>
                </a:gs>
              </a:gsLst>
              <a:path path="shape">
                <a:fillToRect r="50000" b="49972"/>
              </a:path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bg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1</a:t>
              </a:r>
              <a:endParaRPr lang="zh-CN" altLang="en-US" sz="1600" dirty="0"/>
            </a:p>
          </p:txBody>
        </p: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39683B92-4C77-0EE4-6E82-3AEBEE0526F3}"/>
                </a:ext>
              </a:extLst>
            </p:cNvPr>
            <p:cNvGrpSpPr/>
            <p:nvPr/>
          </p:nvGrpSpPr>
          <p:grpSpPr>
            <a:xfrm>
              <a:off x="4342793" y="2318550"/>
              <a:ext cx="236352" cy="236482"/>
              <a:chOff x="9000030" y="3839307"/>
              <a:chExt cx="557002" cy="557310"/>
            </a:xfrm>
          </p:grpSpPr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B1063D1D-461C-7381-A101-5AC45C9F20FC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68FB8B44-8F0F-B54A-67E0-15551490B771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</a:t>
                </a:r>
                <a:endParaRPr lang="zh-CN" altLang="en-US" sz="1600" dirty="0"/>
              </a:p>
            </p:txBody>
          </p:sp>
        </p:grp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020FE1F3-7EE0-A0C2-6B84-7AB73AFA37A6}"/>
              </a:ext>
            </a:extLst>
          </p:cNvPr>
          <p:cNvGrpSpPr/>
          <p:nvPr/>
        </p:nvGrpSpPr>
        <p:grpSpPr>
          <a:xfrm>
            <a:off x="3245714" y="5115228"/>
            <a:ext cx="434890" cy="435130"/>
            <a:chOff x="4262851" y="2238564"/>
            <a:chExt cx="396235" cy="396454"/>
          </a:xfrm>
        </p:grpSpPr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5F336E51-1697-50FF-AD16-A95FC080FE3C}"/>
                </a:ext>
              </a:extLst>
            </p:cNvPr>
            <p:cNvSpPr/>
            <p:nvPr/>
          </p:nvSpPr>
          <p:spPr>
            <a:xfrm>
              <a:off x="4262851" y="2238564"/>
              <a:ext cx="396235" cy="396454"/>
            </a:xfrm>
            <a:prstGeom prst="ellipse">
              <a:avLst/>
            </a:prstGeom>
            <a:gradFill flip="none" rotWithShape="1">
              <a:gsLst>
                <a:gs pos="84992">
                  <a:schemeClr val="bg1">
                    <a:lumMod val="100000"/>
                  </a:schemeClr>
                </a:gs>
                <a:gs pos="100000">
                  <a:schemeClr val="bg1">
                    <a:lumMod val="21107"/>
                    <a:lumOff val="78893"/>
                  </a:schemeClr>
                </a:gs>
              </a:gsLst>
              <a:path path="shape">
                <a:fillToRect r="50000" b="49972"/>
              </a:path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bg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1</a:t>
              </a:r>
              <a:endParaRPr lang="zh-CN" altLang="en-US" sz="1600" dirty="0"/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1F07ADFE-3AC3-BFF7-4A44-016C43A6AEF7}"/>
                </a:ext>
              </a:extLst>
            </p:cNvPr>
            <p:cNvGrpSpPr/>
            <p:nvPr/>
          </p:nvGrpSpPr>
          <p:grpSpPr>
            <a:xfrm>
              <a:off x="4342793" y="2318550"/>
              <a:ext cx="236352" cy="236482"/>
              <a:chOff x="9000030" y="3839307"/>
              <a:chExt cx="557002" cy="557310"/>
            </a:xfrm>
          </p:grpSpPr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3D37452F-C95E-99A0-51BE-7DDD56A69C5C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58D5B5E3-17B2-1CE8-C464-8F60791E8AAA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</a:t>
                </a:r>
                <a:endParaRPr lang="zh-CN" altLang="en-US" sz="1600" dirty="0"/>
              </a:p>
            </p:txBody>
          </p:sp>
        </p:grp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EAFA98C0-0E24-56C3-C81A-31AC5183FF40}"/>
              </a:ext>
            </a:extLst>
          </p:cNvPr>
          <p:cNvGrpSpPr/>
          <p:nvPr/>
        </p:nvGrpSpPr>
        <p:grpSpPr>
          <a:xfrm>
            <a:off x="7892397" y="5115228"/>
            <a:ext cx="434890" cy="435130"/>
            <a:chOff x="4262851" y="2238564"/>
            <a:chExt cx="396235" cy="396454"/>
          </a:xfrm>
        </p:grpSpPr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757EE28E-6290-27A6-C0F1-1D4F883653BA}"/>
                </a:ext>
              </a:extLst>
            </p:cNvPr>
            <p:cNvSpPr/>
            <p:nvPr/>
          </p:nvSpPr>
          <p:spPr>
            <a:xfrm>
              <a:off x="4262851" y="2238564"/>
              <a:ext cx="396235" cy="396454"/>
            </a:xfrm>
            <a:prstGeom prst="ellipse">
              <a:avLst/>
            </a:prstGeom>
            <a:gradFill flip="none" rotWithShape="1">
              <a:gsLst>
                <a:gs pos="84992">
                  <a:schemeClr val="bg1">
                    <a:lumMod val="100000"/>
                  </a:schemeClr>
                </a:gs>
                <a:gs pos="100000">
                  <a:schemeClr val="bg1">
                    <a:lumMod val="21107"/>
                    <a:lumOff val="78893"/>
                  </a:schemeClr>
                </a:gs>
              </a:gsLst>
              <a:path path="shape">
                <a:fillToRect r="50000" b="49972"/>
              </a:path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bg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1</a:t>
              </a:r>
              <a:endParaRPr lang="zh-CN" altLang="en-US" sz="1600" dirty="0"/>
            </a:p>
          </p:txBody>
        </p: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F1C6C726-1AF2-97E1-A1F7-BCA3B596092E}"/>
                </a:ext>
              </a:extLst>
            </p:cNvPr>
            <p:cNvGrpSpPr/>
            <p:nvPr/>
          </p:nvGrpSpPr>
          <p:grpSpPr>
            <a:xfrm>
              <a:off x="4342793" y="2318550"/>
              <a:ext cx="236352" cy="236482"/>
              <a:chOff x="9000030" y="3839307"/>
              <a:chExt cx="557002" cy="557310"/>
            </a:xfrm>
          </p:grpSpPr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73F980FF-C349-688A-DCD8-21E1EA8B86D3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1536022B-3D3B-EF0C-727C-1E96E3DF703F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76200" dist="381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</a:t>
                </a:r>
                <a:endParaRPr lang="zh-CN" altLang="en-US" sz="1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878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21D8FC25-ECCC-F49F-9795-808EAD0574D8}"/>
              </a:ext>
            </a:extLst>
          </p:cNvPr>
          <p:cNvSpPr/>
          <p:nvPr/>
        </p:nvSpPr>
        <p:spPr>
          <a:xfrm>
            <a:off x="9365569" y="5105321"/>
            <a:ext cx="819006" cy="818880"/>
          </a:xfrm>
          <a:custGeom>
            <a:avLst/>
            <a:gdLst>
              <a:gd name="connsiteX0" fmla="*/ 59531 w 619315"/>
              <a:gd name="connsiteY0" fmla="*/ 263557 h 619220"/>
              <a:gd name="connsiteX1" fmla="*/ 80391 w 619315"/>
              <a:gd name="connsiteY1" fmla="*/ 199644 h 619220"/>
              <a:gd name="connsiteX2" fmla="*/ 43148 w 619315"/>
              <a:gd name="connsiteY2" fmla="*/ 149638 h 619220"/>
              <a:gd name="connsiteX3" fmla="*/ 109823 w 619315"/>
              <a:gd name="connsiteY3" fmla="*/ 71152 h 619220"/>
              <a:gd name="connsiteX4" fmla="*/ 164973 w 619315"/>
              <a:gd name="connsiteY4" fmla="*/ 100203 h 619220"/>
              <a:gd name="connsiteX5" fmla="*/ 224980 w 619315"/>
              <a:gd name="connsiteY5" fmla="*/ 69723 h 619220"/>
              <a:gd name="connsiteX6" fmla="*/ 233934 w 619315"/>
              <a:gd name="connsiteY6" fmla="*/ 8001 h 619220"/>
              <a:gd name="connsiteX7" fmla="*/ 336804 w 619315"/>
              <a:gd name="connsiteY7" fmla="*/ 0 h 619220"/>
              <a:gd name="connsiteX8" fmla="*/ 355282 w 619315"/>
              <a:gd name="connsiteY8" fmla="*/ 59531 h 619220"/>
              <a:gd name="connsiteX9" fmla="*/ 419290 w 619315"/>
              <a:gd name="connsiteY9" fmla="*/ 80391 h 619220"/>
              <a:gd name="connsiteX10" fmla="*/ 469296 w 619315"/>
              <a:gd name="connsiteY10" fmla="*/ 43053 h 619220"/>
              <a:gd name="connsiteX11" fmla="*/ 547688 w 619315"/>
              <a:gd name="connsiteY11" fmla="*/ 110204 h 619220"/>
              <a:gd name="connsiteX12" fmla="*/ 519113 w 619315"/>
              <a:gd name="connsiteY12" fmla="*/ 165354 h 619220"/>
              <a:gd name="connsiteX13" fmla="*/ 549593 w 619315"/>
              <a:gd name="connsiteY13" fmla="*/ 225266 h 619220"/>
              <a:gd name="connsiteX14" fmla="*/ 611314 w 619315"/>
              <a:gd name="connsiteY14" fmla="*/ 234315 h 619220"/>
              <a:gd name="connsiteX15" fmla="*/ 619315 w 619315"/>
              <a:gd name="connsiteY15" fmla="*/ 337185 h 619220"/>
              <a:gd name="connsiteX16" fmla="*/ 560070 w 619315"/>
              <a:gd name="connsiteY16" fmla="*/ 355663 h 619220"/>
              <a:gd name="connsiteX17" fmla="*/ 539210 w 619315"/>
              <a:gd name="connsiteY17" fmla="*/ 419576 h 619220"/>
              <a:gd name="connsiteX18" fmla="*/ 576548 w 619315"/>
              <a:gd name="connsiteY18" fmla="*/ 469582 h 619220"/>
              <a:gd name="connsiteX19" fmla="*/ 509873 w 619315"/>
              <a:gd name="connsiteY19" fmla="*/ 547973 h 619220"/>
              <a:gd name="connsiteX20" fmla="*/ 454628 w 619315"/>
              <a:gd name="connsiteY20" fmla="*/ 518922 h 619220"/>
              <a:gd name="connsiteX21" fmla="*/ 394716 w 619315"/>
              <a:gd name="connsiteY21" fmla="*/ 549497 h 619220"/>
              <a:gd name="connsiteX22" fmla="*/ 385667 w 619315"/>
              <a:gd name="connsiteY22" fmla="*/ 611219 h 619220"/>
              <a:gd name="connsiteX23" fmla="*/ 282797 w 619315"/>
              <a:gd name="connsiteY23" fmla="*/ 619220 h 619220"/>
              <a:gd name="connsiteX24" fmla="*/ 264414 w 619315"/>
              <a:gd name="connsiteY24" fmla="*/ 559689 h 619220"/>
              <a:gd name="connsiteX25" fmla="*/ 200406 w 619315"/>
              <a:gd name="connsiteY25" fmla="*/ 538829 h 619220"/>
              <a:gd name="connsiteX26" fmla="*/ 149637 w 619315"/>
              <a:gd name="connsiteY26" fmla="*/ 576453 h 619220"/>
              <a:gd name="connsiteX27" fmla="*/ 71247 w 619315"/>
              <a:gd name="connsiteY27" fmla="*/ 509778 h 619220"/>
              <a:gd name="connsiteX28" fmla="*/ 100298 w 619315"/>
              <a:gd name="connsiteY28" fmla="*/ 454628 h 619220"/>
              <a:gd name="connsiteX29" fmla="*/ 69723 w 619315"/>
              <a:gd name="connsiteY29" fmla="*/ 394621 h 619220"/>
              <a:gd name="connsiteX30" fmla="*/ 8096 w 619315"/>
              <a:gd name="connsiteY30" fmla="*/ 385667 h 619220"/>
              <a:gd name="connsiteX31" fmla="*/ 0 w 619315"/>
              <a:gd name="connsiteY31" fmla="*/ 282797 h 619220"/>
              <a:gd name="connsiteX32" fmla="*/ 59531 w 619315"/>
              <a:gd name="connsiteY32" fmla="*/ 264319 h 619220"/>
              <a:gd name="connsiteX33" fmla="*/ 198977 w 619315"/>
              <a:gd name="connsiteY33" fmla="*/ 294704 h 619220"/>
              <a:gd name="connsiteX34" fmla="*/ 298952 w 619315"/>
              <a:gd name="connsiteY34" fmla="*/ 415319 h 619220"/>
              <a:gd name="connsiteX35" fmla="*/ 419567 w 619315"/>
              <a:gd name="connsiteY35" fmla="*/ 315344 h 619220"/>
              <a:gd name="connsiteX36" fmla="*/ 319592 w 619315"/>
              <a:gd name="connsiteY36" fmla="*/ 194729 h 619220"/>
              <a:gd name="connsiteX37" fmla="*/ 290036 w 619315"/>
              <a:gd name="connsiteY37" fmla="*/ 195929 h 619220"/>
              <a:gd name="connsiteX38" fmla="*/ 198977 w 619315"/>
              <a:gd name="connsiteY38" fmla="*/ 294704 h 61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19315" h="619220">
                <a:moveTo>
                  <a:pt x="59531" y="263557"/>
                </a:moveTo>
                <a:cubicBezTo>
                  <a:pt x="63646" y="241430"/>
                  <a:pt x="70666" y="219942"/>
                  <a:pt x="80391" y="199644"/>
                </a:cubicBezTo>
                <a:lnTo>
                  <a:pt x="43148" y="149638"/>
                </a:lnTo>
                <a:lnTo>
                  <a:pt x="109823" y="71152"/>
                </a:lnTo>
                <a:lnTo>
                  <a:pt x="164973" y="100203"/>
                </a:lnTo>
                <a:cubicBezTo>
                  <a:pt x="183546" y="87449"/>
                  <a:pt x="203721" y="77200"/>
                  <a:pt x="224980" y="69723"/>
                </a:cubicBezTo>
                <a:lnTo>
                  <a:pt x="233934" y="8001"/>
                </a:lnTo>
                <a:lnTo>
                  <a:pt x="336804" y="0"/>
                </a:lnTo>
                <a:lnTo>
                  <a:pt x="355282" y="59531"/>
                </a:lnTo>
                <a:cubicBezTo>
                  <a:pt x="377457" y="63579"/>
                  <a:pt x="398993" y="70590"/>
                  <a:pt x="419290" y="80391"/>
                </a:cubicBezTo>
                <a:lnTo>
                  <a:pt x="469296" y="43053"/>
                </a:lnTo>
                <a:lnTo>
                  <a:pt x="547688" y="110204"/>
                </a:lnTo>
                <a:lnTo>
                  <a:pt x="519113" y="165354"/>
                </a:lnTo>
                <a:cubicBezTo>
                  <a:pt x="531923" y="183861"/>
                  <a:pt x="542172" y="204016"/>
                  <a:pt x="549593" y="225266"/>
                </a:cubicBezTo>
                <a:lnTo>
                  <a:pt x="611314" y="234315"/>
                </a:lnTo>
                <a:lnTo>
                  <a:pt x="619315" y="337185"/>
                </a:lnTo>
                <a:lnTo>
                  <a:pt x="560070" y="355663"/>
                </a:lnTo>
                <a:cubicBezTo>
                  <a:pt x="556022" y="377809"/>
                  <a:pt x="549011" y="399307"/>
                  <a:pt x="539210" y="419576"/>
                </a:cubicBezTo>
                <a:lnTo>
                  <a:pt x="576548" y="469582"/>
                </a:lnTo>
                <a:lnTo>
                  <a:pt x="509873" y="547973"/>
                </a:lnTo>
                <a:lnTo>
                  <a:pt x="454628" y="518922"/>
                </a:lnTo>
                <a:cubicBezTo>
                  <a:pt x="436121" y="531762"/>
                  <a:pt x="415976" y="542049"/>
                  <a:pt x="394716" y="549497"/>
                </a:cubicBezTo>
                <a:lnTo>
                  <a:pt x="385667" y="611219"/>
                </a:lnTo>
                <a:lnTo>
                  <a:pt x="282797" y="619220"/>
                </a:lnTo>
                <a:lnTo>
                  <a:pt x="264414" y="559689"/>
                </a:lnTo>
                <a:cubicBezTo>
                  <a:pt x="242249" y="555612"/>
                  <a:pt x="220723" y="548602"/>
                  <a:pt x="200406" y="538829"/>
                </a:cubicBezTo>
                <a:lnTo>
                  <a:pt x="149637" y="576453"/>
                </a:lnTo>
                <a:lnTo>
                  <a:pt x="71247" y="509778"/>
                </a:lnTo>
                <a:lnTo>
                  <a:pt x="100298" y="454628"/>
                </a:lnTo>
                <a:cubicBezTo>
                  <a:pt x="87516" y="436055"/>
                  <a:pt x="77228" y="415880"/>
                  <a:pt x="69723" y="394621"/>
                </a:cubicBezTo>
                <a:lnTo>
                  <a:pt x="8096" y="385667"/>
                </a:lnTo>
                <a:lnTo>
                  <a:pt x="0" y="282797"/>
                </a:lnTo>
                <a:lnTo>
                  <a:pt x="59531" y="264319"/>
                </a:lnTo>
                <a:close/>
                <a:moveTo>
                  <a:pt x="198977" y="294704"/>
                </a:moveTo>
                <a:cubicBezTo>
                  <a:pt x="193281" y="355616"/>
                  <a:pt x="238039" y="409613"/>
                  <a:pt x="298952" y="415319"/>
                </a:cubicBezTo>
                <a:cubicBezTo>
                  <a:pt x="359864" y="421014"/>
                  <a:pt x="413871" y="376256"/>
                  <a:pt x="419567" y="315344"/>
                </a:cubicBezTo>
                <a:cubicBezTo>
                  <a:pt x="425262" y="254432"/>
                  <a:pt x="380505" y="200425"/>
                  <a:pt x="319592" y="194729"/>
                </a:cubicBezTo>
                <a:cubicBezTo>
                  <a:pt x="309734" y="193805"/>
                  <a:pt x="299790" y="194205"/>
                  <a:pt x="290036" y="195929"/>
                </a:cubicBezTo>
                <a:cubicBezTo>
                  <a:pt x="240916" y="204626"/>
                  <a:pt x="203654" y="245040"/>
                  <a:pt x="198977" y="294704"/>
                </a:cubicBezTo>
                <a:close/>
              </a:path>
            </a:pathLst>
          </a:custGeom>
          <a:gradFill flip="none" rotWithShape="1">
            <a:gsLst>
              <a:gs pos="84998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49992" b="50000"/>
            </a:path>
            <a:tileRect/>
          </a:gradFill>
          <a:ln w="9525" cap="flat">
            <a:noFill/>
            <a:prstDash val="solid"/>
            <a:miter/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D70A1F-4331-1464-4C4C-45D0789A1978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F257D8F-7998-4908-5652-4A9797C1517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A12CDD-8B8F-91E6-3729-137DC5EB7BC2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D2B6B66-028D-6F97-68C2-816E9C689A01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5ECF6B4-FD03-E4F5-6AE6-BAFE0DD35404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9872028-348B-A035-EC8E-656C7340FEF1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61141C-4CBB-45A7-5BD7-B5BC9EB54185}"/>
                </a:ext>
              </a:extLst>
            </p:cNvPr>
            <p:cNvSpPr/>
            <p:nvPr/>
          </p:nvSpPr>
          <p:spPr>
            <a:xfrm>
              <a:off x="33193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1C94F12-9DC3-0EFC-6483-7F5C6FBF5059}"/>
                </a:ext>
              </a:extLst>
            </p:cNvPr>
            <p:cNvSpPr/>
            <p:nvPr/>
          </p:nvSpPr>
          <p:spPr>
            <a:xfrm>
              <a:off x="59970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42DFA50-27CE-31A2-90F0-B368D3C8E320}"/>
                </a:ext>
              </a:extLst>
            </p:cNvPr>
            <p:cNvSpPr/>
            <p:nvPr/>
          </p:nvSpPr>
          <p:spPr>
            <a:xfrm>
              <a:off x="86746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0EE5A94-508C-8D1E-0774-81EFE64D4A27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产品规划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7D24CC-905D-BBF6-D213-0835C139F209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Product Planning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7C14D0D9-5E18-CD2B-8B7F-DD96BD6D5CC2}"/>
              </a:ext>
            </a:extLst>
          </p:cNvPr>
          <p:cNvSpPr/>
          <p:nvPr/>
        </p:nvSpPr>
        <p:spPr>
          <a:xfrm>
            <a:off x="1059371" y="2456856"/>
            <a:ext cx="3628694" cy="1420658"/>
          </a:xfrm>
          <a:prstGeom prst="roundRect">
            <a:avLst>
              <a:gd name="adj" fmla="val 3938"/>
            </a:avLst>
          </a:prstGeom>
          <a:gradFill flip="none" rotWithShape="1">
            <a:gsLst>
              <a:gs pos="76946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23152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EF883A-5202-F7A2-1607-E99D5ECB5E29}"/>
              </a:ext>
            </a:extLst>
          </p:cNvPr>
          <p:cNvSpPr txBox="1"/>
          <p:nvPr/>
        </p:nvSpPr>
        <p:spPr>
          <a:xfrm>
            <a:off x="1277086" y="3013544"/>
            <a:ext cx="3347862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C052CD-23E4-78AE-A551-17ACF5016566}"/>
              </a:ext>
            </a:extLst>
          </p:cNvPr>
          <p:cNvSpPr txBox="1"/>
          <p:nvPr/>
        </p:nvSpPr>
        <p:spPr>
          <a:xfrm>
            <a:off x="1277086" y="2681665"/>
            <a:ext cx="22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EB4FFBF-A11A-9075-CE2B-F2B5D48BDA30}"/>
              </a:ext>
            </a:extLst>
          </p:cNvPr>
          <p:cNvSpPr/>
          <p:nvPr/>
        </p:nvSpPr>
        <p:spPr>
          <a:xfrm>
            <a:off x="1059371" y="4433423"/>
            <a:ext cx="3628694" cy="1420658"/>
          </a:xfrm>
          <a:prstGeom prst="roundRect">
            <a:avLst>
              <a:gd name="adj" fmla="val 3938"/>
            </a:avLst>
          </a:prstGeom>
          <a:gradFill flip="none" rotWithShape="1">
            <a:gsLst>
              <a:gs pos="76946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23152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CBF81F5-0B44-69D3-ABE2-10498130B14C}"/>
              </a:ext>
            </a:extLst>
          </p:cNvPr>
          <p:cNvSpPr txBox="1"/>
          <p:nvPr/>
        </p:nvSpPr>
        <p:spPr>
          <a:xfrm>
            <a:off x="1277086" y="4990111"/>
            <a:ext cx="3347862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2267873-9BEB-95B2-A017-A5F3CAADDD2E}"/>
              </a:ext>
            </a:extLst>
          </p:cNvPr>
          <p:cNvSpPr txBox="1"/>
          <p:nvPr/>
        </p:nvSpPr>
        <p:spPr>
          <a:xfrm>
            <a:off x="1277086" y="4658232"/>
            <a:ext cx="22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0F23BE16-EA52-6B6F-054D-55D9F95D0184}"/>
              </a:ext>
            </a:extLst>
          </p:cNvPr>
          <p:cNvSpPr/>
          <p:nvPr/>
        </p:nvSpPr>
        <p:spPr>
          <a:xfrm>
            <a:off x="4262851" y="4200458"/>
            <a:ext cx="786108" cy="786542"/>
          </a:xfrm>
          <a:prstGeom prst="ellipse">
            <a:avLst/>
          </a:prstGeom>
          <a:gradFill flip="none" rotWithShape="1">
            <a:gsLst>
              <a:gs pos="84992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9972"/>
            </a:path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03</a:t>
            </a:r>
            <a:endParaRPr lang="zh-CN" altLang="en-US" sz="1600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4874443F-BAA2-EC3B-9DC7-84A4904E7F24}"/>
              </a:ext>
            </a:extLst>
          </p:cNvPr>
          <p:cNvSpPr/>
          <p:nvPr/>
        </p:nvSpPr>
        <p:spPr>
          <a:xfrm>
            <a:off x="5337801" y="2472429"/>
            <a:ext cx="3628694" cy="1420658"/>
          </a:xfrm>
          <a:prstGeom prst="roundRect">
            <a:avLst>
              <a:gd name="adj" fmla="val 3938"/>
            </a:avLst>
          </a:prstGeom>
          <a:gradFill flip="none" rotWithShape="1">
            <a:gsLst>
              <a:gs pos="76946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23152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1F3EE4F-44C1-A4DB-9E96-E678D69E0186}"/>
              </a:ext>
            </a:extLst>
          </p:cNvPr>
          <p:cNvSpPr txBox="1"/>
          <p:nvPr/>
        </p:nvSpPr>
        <p:spPr>
          <a:xfrm>
            <a:off x="5555516" y="3029117"/>
            <a:ext cx="3347862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718F311-DCE6-B430-2E79-BD74796487B4}"/>
              </a:ext>
            </a:extLst>
          </p:cNvPr>
          <p:cNvSpPr txBox="1"/>
          <p:nvPr/>
        </p:nvSpPr>
        <p:spPr>
          <a:xfrm>
            <a:off x="5555516" y="2697238"/>
            <a:ext cx="22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B0E9D629-3BC9-5A85-3D0B-B26E0EC428B3}"/>
              </a:ext>
            </a:extLst>
          </p:cNvPr>
          <p:cNvSpPr/>
          <p:nvPr/>
        </p:nvSpPr>
        <p:spPr>
          <a:xfrm>
            <a:off x="8541281" y="2238564"/>
            <a:ext cx="786108" cy="786542"/>
          </a:xfrm>
          <a:prstGeom prst="ellipse">
            <a:avLst/>
          </a:prstGeom>
          <a:gradFill flip="none" rotWithShape="1">
            <a:gsLst>
              <a:gs pos="84992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9972"/>
            </a:path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02</a:t>
            </a:r>
            <a:endParaRPr lang="zh-CN" altLang="en-US" sz="1600" dirty="0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A355E5A-2888-3A96-2C0F-5F62F7D6E8C5}"/>
              </a:ext>
            </a:extLst>
          </p:cNvPr>
          <p:cNvSpPr/>
          <p:nvPr/>
        </p:nvSpPr>
        <p:spPr>
          <a:xfrm>
            <a:off x="5337801" y="4419650"/>
            <a:ext cx="3628694" cy="1420658"/>
          </a:xfrm>
          <a:prstGeom prst="roundRect">
            <a:avLst>
              <a:gd name="adj" fmla="val 3938"/>
            </a:avLst>
          </a:prstGeom>
          <a:gradFill flip="none" rotWithShape="1">
            <a:gsLst>
              <a:gs pos="76946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23152" b="50000"/>
            </a:path>
            <a:tileRect/>
          </a:gradFill>
          <a:ln>
            <a:noFill/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0EFE0A1-65CE-9CEB-8092-92C42CCE30AE}"/>
              </a:ext>
            </a:extLst>
          </p:cNvPr>
          <p:cNvSpPr txBox="1"/>
          <p:nvPr/>
        </p:nvSpPr>
        <p:spPr>
          <a:xfrm>
            <a:off x="5555516" y="4976338"/>
            <a:ext cx="3347862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请在此处点击编辑添加修改文本，简洁明了阐述你的观点，画面美观即可。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F3B7390-48D8-66E8-68D7-578FB8411803}"/>
              </a:ext>
            </a:extLst>
          </p:cNvPr>
          <p:cNvSpPr txBox="1"/>
          <p:nvPr/>
        </p:nvSpPr>
        <p:spPr>
          <a:xfrm>
            <a:off x="5555516" y="4644459"/>
            <a:ext cx="22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E586E9A-B8C7-4258-989B-40A13F429642}"/>
              </a:ext>
            </a:extLst>
          </p:cNvPr>
          <p:cNvSpPr/>
          <p:nvPr/>
        </p:nvSpPr>
        <p:spPr>
          <a:xfrm>
            <a:off x="8541281" y="4200458"/>
            <a:ext cx="786108" cy="786542"/>
          </a:xfrm>
          <a:prstGeom prst="ellipse">
            <a:avLst/>
          </a:prstGeom>
          <a:gradFill flip="none" rotWithShape="1">
            <a:gsLst>
              <a:gs pos="84992">
                <a:schemeClr val="bg1">
                  <a:lumMod val="100000"/>
                </a:schemeClr>
              </a:gs>
              <a:gs pos="100000">
                <a:schemeClr val="bg1">
                  <a:lumMod val="21107"/>
                  <a:lumOff val="78893"/>
                </a:schemeClr>
              </a:gs>
            </a:gsLst>
            <a:path path="shape">
              <a:fillToRect r="50000" b="49972"/>
            </a:path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04</a:t>
            </a:r>
            <a:endParaRPr lang="zh-CN" altLang="en-US" sz="1600" dirty="0"/>
          </a:p>
        </p:txBody>
      </p:sp>
      <p:grpSp>
        <p:nvGrpSpPr>
          <p:cNvPr id="388" name="组合 387">
            <a:extLst>
              <a:ext uri="{FF2B5EF4-FFF2-40B4-BE49-F238E27FC236}">
                <a16:creationId xmlns:a16="http://schemas.microsoft.com/office/drawing/2014/main" id="{256CD6FD-7FFC-A918-B280-F40FA66B99A3}"/>
              </a:ext>
            </a:extLst>
          </p:cNvPr>
          <p:cNvGrpSpPr/>
          <p:nvPr/>
        </p:nvGrpSpPr>
        <p:grpSpPr>
          <a:xfrm>
            <a:off x="4262851" y="2238564"/>
            <a:ext cx="786108" cy="786542"/>
            <a:chOff x="4262851" y="2238564"/>
            <a:chExt cx="786108" cy="78654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4FEF8A6-8C4B-71E2-E9A7-A2D7C93CB2DD}"/>
                </a:ext>
              </a:extLst>
            </p:cNvPr>
            <p:cNvSpPr/>
            <p:nvPr/>
          </p:nvSpPr>
          <p:spPr>
            <a:xfrm>
              <a:off x="4262851" y="2238564"/>
              <a:ext cx="786108" cy="786542"/>
            </a:xfrm>
            <a:prstGeom prst="ellipse">
              <a:avLst/>
            </a:prstGeom>
            <a:gradFill flip="none" rotWithShape="1">
              <a:gsLst>
                <a:gs pos="84992">
                  <a:schemeClr val="bg1">
                    <a:lumMod val="100000"/>
                  </a:schemeClr>
                </a:gs>
                <a:gs pos="100000">
                  <a:schemeClr val="bg1">
                    <a:lumMod val="21107"/>
                    <a:lumOff val="78893"/>
                  </a:schemeClr>
                </a:gs>
              </a:gsLst>
              <a:path path="shape">
                <a:fillToRect r="50000" b="49972"/>
              </a:path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bg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01</a:t>
              </a:r>
              <a:endParaRPr lang="zh-CN" altLang="en-US" sz="16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422872ED-FBDB-9B52-794E-F463993DCE0B}"/>
                </a:ext>
              </a:extLst>
            </p:cNvPr>
            <p:cNvGrpSpPr/>
            <p:nvPr/>
          </p:nvGrpSpPr>
          <p:grpSpPr>
            <a:xfrm>
              <a:off x="4377404" y="2353180"/>
              <a:ext cx="557002" cy="557310"/>
              <a:chOff x="9000030" y="3839307"/>
              <a:chExt cx="557002" cy="557310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948B2FB5-DCA3-9198-1241-2EE6B823B9FE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01</a:t>
                </a:r>
                <a:endParaRPr lang="zh-CN" altLang="en-US" sz="1600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678FCC1-CE21-45F8-3F32-869EFB396CDC}"/>
                  </a:ext>
                </a:extLst>
              </p:cNvPr>
              <p:cNvSpPr/>
              <p:nvPr/>
            </p:nvSpPr>
            <p:spPr>
              <a:xfrm>
                <a:off x="9000030" y="3839307"/>
                <a:ext cx="557002" cy="55731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1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0AD6557-AE3F-1D3E-0715-70CBF160407D}"/>
              </a:ext>
            </a:extLst>
          </p:cNvPr>
          <p:cNvGrpSpPr/>
          <p:nvPr/>
        </p:nvGrpSpPr>
        <p:grpSpPr>
          <a:xfrm>
            <a:off x="4377404" y="4315074"/>
            <a:ext cx="557002" cy="557310"/>
            <a:chOff x="9000030" y="6309361"/>
            <a:chExt cx="557002" cy="557310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16880D93-A4DA-99C2-3C44-33CA15419BB9}"/>
                </a:ext>
              </a:extLst>
            </p:cNvPr>
            <p:cNvSpPr/>
            <p:nvPr/>
          </p:nvSpPr>
          <p:spPr>
            <a:xfrm>
              <a:off x="9000030" y="6309361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C1528D8-E07F-904A-1D5F-ACD340B5F7F9}"/>
                </a:ext>
              </a:extLst>
            </p:cNvPr>
            <p:cNvSpPr/>
            <p:nvPr/>
          </p:nvSpPr>
          <p:spPr>
            <a:xfrm>
              <a:off x="9000030" y="6309361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3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B5B00C11-02C7-CD8D-04AB-82C020AFEC22}"/>
              </a:ext>
            </a:extLst>
          </p:cNvPr>
          <p:cNvGrpSpPr/>
          <p:nvPr/>
        </p:nvGrpSpPr>
        <p:grpSpPr>
          <a:xfrm>
            <a:off x="8655834" y="2353180"/>
            <a:ext cx="557002" cy="557310"/>
            <a:chOff x="13057398" y="3854880"/>
            <a:chExt cx="557002" cy="557310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D6ABE3AD-A8BD-B388-FB36-D6343A5F38E6}"/>
                </a:ext>
              </a:extLst>
            </p:cNvPr>
            <p:cNvSpPr/>
            <p:nvPr/>
          </p:nvSpPr>
          <p:spPr>
            <a:xfrm>
              <a:off x="13057398" y="3854880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02</a:t>
              </a:r>
              <a:endParaRPr lang="zh-CN" altLang="en-US" sz="1600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793D4FA3-7B03-68B2-85D9-01712E8615FE}"/>
                </a:ext>
              </a:extLst>
            </p:cNvPr>
            <p:cNvSpPr/>
            <p:nvPr/>
          </p:nvSpPr>
          <p:spPr>
            <a:xfrm>
              <a:off x="13057398" y="3854880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2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03B202E6-C0B3-266C-2717-FD4A94218067}"/>
              </a:ext>
            </a:extLst>
          </p:cNvPr>
          <p:cNvGrpSpPr/>
          <p:nvPr/>
        </p:nvGrpSpPr>
        <p:grpSpPr>
          <a:xfrm>
            <a:off x="8655834" y="4315074"/>
            <a:ext cx="557002" cy="557310"/>
            <a:chOff x="13057398" y="6295588"/>
            <a:chExt cx="557002" cy="557310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F0E715BF-C425-116A-1931-3CF30DB73A53}"/>
                </a:ext>
              </a:extLst>
            </p:cNvPr>
            <p:cNvSpPr/>
            <p:nvPr/>
          </p:nvSpPr>
          <p:spPr>
            <a:xfrm>
              <a:off x="13057398" y="6295588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762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79C54B60-814D-F2B4-AF57-562C8BE212E1}"/>
                </a:ext>
              </a:extLst>
            </p:cNvPr>
            <p:cNvSpPr/>
            <p:nvPr/>
          </p:nvSpPr>
          <p:spPr>
            <a:xfrm>
              <a:off x="13057398" y="6295588"/>
              <a:ext cx="557002" cy="55731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4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299D05C3-4F03-A10A-8256-AD5AC26043F6}"/>
              </a:ext>
            </a:extLst>
          </p:cNvPr>
          <p:cNvSpPr/>
          <p:nvPr/>
        </p:nvSpPr>
        <p:spPr>
          <a:xfrm>
            <a:off x="10864035" y="2782097"/>
            <a:ext cx="662906" cy="662804"/>
          </a:xfrm>
          <a:custGeom>
            <a:avLst/>
            <a:gdLst>
              <a:gd name="connsiteX0" fmla="*/ 59531 w 619315"/>
              <a:gd name="connsiteY0" fmla="*/ 263557 h 619220"/>
              <a:gd name="connsiteX1" fmla="*/ 80391 w 619315"/>
              <a:gd name="connsiteY1" fmla="*/ 199644 h 619220"/>
              <a:gd name="connsiteX2" fmla="*/ 43148 w 619315"/>
              <a:gd name="connsiteY2" fmla="*/ 149638 h 619220"/>
              <a:gd name="connsiteX3" fmla="*/ 109823 w 619315"/>
              <a:gd name="connsiteY3" fmla="*/ 71152 h 619220"/>
              <a:gd name="connsiteX4" fmla="*/ 164973 w 619315"/>
              <a:gd name="connsiteY4" fmla="*/ 100203 h 619220"/>
              <a:gd name="connsiteX5" fmla="*/ 224980 w 619315"/>
              <a:gd name="connsiteY5" fmla="*/ 69723 h 619220"/>
              <a:gd name="connsiteX6" fmla="*/ 233934 w 619315"/>
              <a:gd name="connsiteY6" fmla="*/ 8001 h 619220"/>
              <a:gd name="connsiteX7" fmla="*/ 336804 w 619315"/>
              <a:gd name="connsiteY7" fmla="*/ 0 h 619220"/>
              <a:gd name="connsiteX8" fmla="*/ 355282 w 619315"/>
              <a:gd name="connsiteY8" fmla="*/ 59531 h 619220"/>
              <a:gd name="connsiteX9" fmla="*/ 419290 w 619315"/>
              <a:gd name="connsiteY9" fmla="*/ 80391 h 619220"/>
              <a:gd name="connsiteX10" fmla="*/ 469296 w 619315"/>
              <a:gd name="connsiteY10" fmla="*/ 43053 h 619220"/>
              <a:gd name="connsiteX11" fmla="*/ 547688 w 619315"/>
              <a:gd name="connsiteY11" fmla="*/ 110204 h 619220"/>
              <a:gd name="connsiteX12" fmla="*/ 519113 w 619315"/>
              <a:gd name="connsiteY12" fmla="*/ 165354 h 619220"/>
              <a:gd name="connsiteX13" fmla="*/ 549593 w 619315"/>
              <a:gd name="connsiteY13" fmla="*/ 225266 h 619220"/>
              <a:gd name="connsiteX14" fmla="*/ 611314 w 619315"/>
              <a:gd name="connsiteY14" fmla="*/ 234315 h 619220"/>
              <a:gd name="connsiteX15" fmla="*/ 619315 w 619315"/>
              <a:gd name="connsiteY15" fmla="*/ 337185 h 619220"/>
              <a:gd name="connsiteX16" fmla="*/ 560070 w 619315"/>
              <a:gd name="connsiteY16" fmla="*/ 355663 h 619220"/>
              <a:gd name="connsiteX17" fmla="*/ 539210 w 619315"/>
              <a:gd name="connsiteY17" fmla="*/ 419576 h 619220"/>
              <a:gd name="connsiteX18" fmla="*/ 576548 w 619315"/>
              <a:gd name="connsiteY18" fmla="*/ 469582 h 619220"/>
              <a:gd name="connsiteX19" fmla="*/ 509873 w 619315"/>
              <a:gd name="connsiteY19" fmla="*/ 547973 h 619220"/>
              <a:gd name="connsiteX20" fmla="*/ 454628 w 619315"/>
              <a:gd name="connsiteY20" fmla="*/ 518922 h 619220"/>
              <a:gd name="connsiteX21" fmla="*/ 394716 w 619315"/>
              <a:gd name="connsiteY21" fmla="*/ 549497 h 619220"/>
              <a:gd name="connsiteX22" fmla="*/ 385667 w 619315"/>
              <a:gd name="connsiteY22" fmla="*/ 611219 h 619220"/>
              <a:gd name="connsiteX23" fmla="*/ 282797 w 619315"/>
              <a:gd name="connsiteY23" fmla="*/ 619220 h 619220"/>
              <a:gd name="connsiteX24" fmla="*/ 264414 w 619315"/>
              <a:gd name="connsiteY24" fmla="*/ 559689 h 619220"/>
              <a:gd name="connsiteX25" fmla="*/ 200406 w 619315"/>
              <a:gd name="connsiteY25" fmla="*/ 538829 h 619220"/>
              <a:gd name="connsiteX26" fmla="*/ 149637 w 619315"/>
              <a:gd name="connsiteY26" fmla="*/ 576453 h 619220"/>
              <a:gd name="connsiteX27" fmla="*/ 71247 w 619315"/>
              <a:gd name="connsiteY27" fmla="*/ 509778 h 619220"/>
              <a:gd name="connsiteX28" fmla="*/ 100298 w 619315"/>
              <a:gd name="connsiteY28" fmla="*/ 454628 h 619220"/>
              <a:gd name="connsiteX29" fmla="*/ 69723 w 619315"/>
              <a:gd name="connsiteY29" fmla="*/ 394621 h 619220"/>
              <a:gd name="connsiteX30" fmla="*/ 8096 w 619315"/>
              <a:gd name="connsiteY30" fmla="*/ 385667 h 619220"/>
              <a:gd name="connsiteX31" fmla="*/ 0 w 619315"/>
              <a:gd name="connsiteY31" fmla="*/ 282797 h 619220"/>
              <a:gd name="connsiteX32" fmla="*/ 59531 w 619315"/>
              <a:gd name="connsiteY32" fmla="*/ 264319 h 619220"/>
              <a:gd name="connsiteX33" fmla="*/ 198977 w 619315"/>
              <a:gd name="connsiteY33" fmla="*/ 294704 h 619220"/>
              <a:gd name="connsiteX34" fmla="*/ 298952 w 619315"/>
              <a:gd name="connsiteY34" fmla="*/ 415319 h 619220"/>
              <a:gd name="connsiteX35" fmla="*/ 419567 w 619315"/>
              <a:gd name="connsiteY35" fmla="*/ 315344 h 619220"/>
              <a:gd name="connsiteX36" fmla="*/ 319592 w 619315"/>
              <a:gd name="connsiteY36" fmla="*/ 194729 h 619220"/>
              <a:gd name="connsiteX37" fmla="*/ 290036 w 619315"/>
              <a:gd name="connsiteY37" fmla="*/ 195929 h 619220"/>
              <a:gd name="connsiteX38" fmla="*/ 198977 w 619315"/>
              <a:gd name="connsiteY38" fmla="*/ 294704 h 61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19315" h="619220">
                <a:moveTo>
                  <a:pt x="59531" y="263557"/>
                </a:moveTo>
                <a:cubicBezTo>
                  <a:pt x="63646" y="241430"/>
                  <a:pt x="70666" y="219942"/>
                  <a:pt x="80391" y="199644"/>
                </a:cubicBezTo>
                <a:lnTo>
                  <a:pt x="43148" y="149638"/>
                </a:lnTo>
                <a:lnTo>
                  <a:pt x="109823" y="71152"/>
                </a:lnTo>
                <a:lnTo>
                  <a:pt x="164973" y="100203"/>
                </a:lnTo>
                <a:cubicBezTo>
                  <a:pt x="183546" y="87449"/>
                  <a:pt x="203721" y="77200"/>
                  <a:pt x="224980" y="69723"/>
                </a:cubicBezTo>
                <a:lnTo>
                  <a:pt x="233934" y="8001"/>
                </a:lnTo>
                <a:lnTo>
                  <a:pt x="336804" y="0"/>
                </a:lnTo>
                <a:lnTo>
                  <a:pt x="355282" y="59531"/>
                </a:lnTo>
                <a:cubicBezTo>
                  <a:pt x="377457" y="63579"/>
                  <a:pt x="398993" y="70590"/>
                  <a:pt x="419290" y="80391"/>
                </a:cubicBezTo>
                <a:lnTo>
                  <a:pt x="469296" y="43053"/>
                </a:lnTo>
                <a:lnTo>
                  <a:pt x="547688" y="110204"/>
                </a:lnTo>
                <a:lnTo>
                  <a:pt x="519113" y="165354"/>
                </a:lnTo>
                <a:cubicBezTo>
                  <a:pt x="531923" y="183861"/>
                  <a:pt x="542172" y="204016"/>
                  <a:pt x="549593" y="225266"/>
                </a:cubicBezTo>
                <a:lnTo>
                  <a:pt x="611314" y="234315"/>
                </a:lnTo>
                <a:lnTo>
                  <a:pt x="619315" y="337185"/>
                </a:lnTo>
                <a:lnTo>
                  <a:pt x="560070" y="355663"/>
                </a:lnTo>
                <a:cubicBezTo>
                  <a:pt x="556022" y="377809"/>
                  <a:pt x="549011" y="399307"/>
                  <a:pt x="539210" y="419576"/>
                </a:cubicBezTo>
                <a:lnTo>
                  <a:pt x="576548" y="469582"/>
                </a:lnTo>
                <a:lnTo>
                  <a:pt x="509873" y="547973"/>
                </a:lnTo>
                <a:lnTo>
                  <a:pt x="454628" y="518922"/>
                </a:lnTo>
                <a:cubicBezTo>
                  <a:pt x="436121" y="531762"/>
                  <a:pt x="415976" y="542049"/>
                  <a:pt x="394716" y="549497"/>
                </a:cubicBezTo>
                <a:lnTo>
                  <a:pt x="385667" y="611219"/>
                </a:lnTo>
                <a:lnTo>
                  <a:pt x="282797" y="619220"/>
                </a:lnTo>
                <a:lnTo>
                  <a:pt x="264414" y="559689"/>
                </a:lnTo>
                <a:cubicBezTo>
                  <a:pt x="242249" y="555612"/>
                  <a:pt x="220723" y="548602"/>
                  <a:pt x="200406" y="538829"/>
                </a:cubicBezTo>
                <a:lnTo>
                  <a:pt x="149637" y="576453"/>
                </a:lnTo>
                <a:lnTo>
                  <a:pt x="71247" y="509778"/>
                </a:lnTo>
                <a:lnTo>
                  <a:pt x="100298" y="454628"/>
                </a:lnTo>
                <a:cubicBezTo>
                  <a:pt x="87516" y="436055"/>
                  <a:pt x="77228" y="415880"/>
                  <a:pt x="69723" y="394621"/>
                </a:cubicBezTo>
                <a:lnTo>
                  <a:pt x="8096" y="385667"/>
                </a:lnTo>
                <a:lnTo>
                  <a:pt x="0" y="282797"/>
                </a:lnTo>
                <a:lnTo>
                  <a:pt x="59531" y="264319"/>
                </a:lnTo>
                <a:close/>
                <a:moveTo>
                  <a:pt x="198977" y="294704"/>
                </a:moveTo>
                <a:cubicBezTo>
                  <a:pt x="193281" y="355616"/>
                  <a:pt x="238039" y="409613"/>
                  <a:pt x="298952" y="415319"/>
                </a:cubicBezTo>
                <a:cubicBezTo>
                  <a:pt x="359864" y="421014"/>
                  <a:pt x="413871" y="376256"/>
                  <a:pt x="419567" y="315344"/>
                </a:cubicBezTo>
                <a:cubicBezTo>
                  <a:pt x="425262" y="254432"/>
                  <a:pt x="380505" y="200425"/>
                  <a:pt x="319592" y="194729"/>
                </a:cubicBezTo>
                <a:cubicBezTo>
                  <a:pt x="309734" y="193805"/>
                  <a:pt x="299790" y="194205"/>
                  <a:pt x="290036" y="195929"/>
                </a:cubicBezTo>
                <a:cubicBezTo>
                  <a:pt x="240916" y="204626"/>
                  <a:pt x="203654" y="245040"/>
                  <a:pt x="198977" y="294704"/>
                </a:cubicBezTo>
                <a:close/>
              </a:path>
            </a:pathLst>
          </a:custGeom>
          <a:gradFill flip="none" rotWithShape="1">
            <a:gsLst>
              <a:gs pos="84998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49992" b="50000"/>
            </a:path>
            <a:tileRect/>
          </a:gradFill>
          <a:ln w="9525" cap="flat">
            <a:noFill/>
            <a:prstDash val="solid"/>
            <a:miter/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D6A448A9-0099-E12F-D9ED-E5A20FB3F408}"/>
              </a:ext>
            </a:extLst>
          </p:cNvPr>
          <p:cNvGrpSpPr/>
          <p:nvPr/>
        </p:nvGrpSpPr>
        <p:grpSpPr>
          <a:xfrm flipH="1">
            <a:off x="8720388" y="3145315"/>
            <a:ext cx="3084532" cy="3199395"/>
            <a:chOff x="8966495" y="3386073"/>
            <a:chExt cx="2838425" cy="2944123"/>
          </a:xfrm>
        </p:grpSpPr>
        <p:sp>
          <p:nvSpPr>
            <p:cNvPr id="181" name="任意多边形: 形状 180">
              <a:extLst>
                <a:ext uri="{FF2B5EF4-FFF2-40B4-BE49-F238E27FC236}">
                  <a16:creationId xmlns:a16="http://schemas.microsoft.com/office/drawing/2014/main" id="{BB074ACB-82D5-2C15-1DC7-916EF58F6742}"/>
                </a:ext>
              </a:extLst>
            </p:cNvPr>
            <p:cNvSpPr/>
            <p:nvPr/>
          </p:nvSpPr>
          <p:spPr>
            <a:xfrm>
              <a:off x="9414407" y="3545066"/>
              <a:ext cx="112895" cy="528833"/>
            </a:xfrm>
            <a:custGeom>
              <a:avLst/>
              <a:gdLst>
                <a:gd name="connsiteX0" fmla="*/ 36774 w 59640"/>
                <a:gd name="connsiteY0" fmla="*/ 278992 h 279372"/>
                <a:gd name="connsiteX1" fmla="*/ 4198 w 59640"/>
                <a:gd name="connsiteY1" fmla="*/ 163072 h 279372"/>
                <a:gd name="connsiteX2" fmla="*/ 11533 w 59640"/>
                <a:gd name="connsiteY2" fmla="*/ 44010 h 279372"/>
                <a:gd name="connsiteX3" fmla="*/ 36964 w 59640"/>
                <a:gd name="connsiteY3" fmla="*/ 4 h 279372"/>
                <a:gd name="connsiteX4" fmla="*/ 33059 w 59640"/>
                <a:gd name="connsiteY4" fmla="*/ 40009 h 279372"/>
                <a:gd name="connsiteX5" fmla="*/ 58777 w 59640"/>
                <a:gd name="connsiteY5" fmla="*/ 160501 h 279372"/>
                <a:gd name="connsiteX6" fmla="*/ 36869 w 59640"/>
                <a:gd name="connsiteY6" fmla="*/ 279373 h 27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640" h="279372">
                  <a:moveTo>
                    <a:pt x="36774" y="278992"/>
                  </a:moveTo>
                  <a:cubicBezTo>
                    <a:pt x="22610" y="241358"/>
                    <a:pt x="11714" y="202573"/>
                    <a:pt x="4198" y="163072"/>
                  </a:cubicBezTo>
                  <a:cubicBezTo>
                    <a:pt x="-3269" y="123391"/>
                    <a:pt x="-745" y="82472"/>
                    <a:pt x="11533" y="44010"/>
                  </a:cubicBezTo>
                  <a:cubicBezTo>
                    <a:pt x="13533" y="38200"/>
                    <a:pt x="30583" y="-472"/>
                    <a:pt x="36964" y="4"/>
                  </a:cubicBezTo>
                  <a:cubicBezTo>
                    <a:pt x="41251" y="4"/>
                    <a:pt x="30773" y="36295"/>
                    <a:pt x="33059" y="40009"/>
                  </a:cubicBezTo>
                  <a:cubicBezTo>
                    <a:pt x="53643" y="76643"/>
                    <a:pt x="62606" y="118657"/>
                    <a:pt x="58777" y="160501"/>
                  </a:cubicBezTo>
                  <a:cubicBezTo>
                    <a:pt x="55919" y="200820"/>
                    <a:pt x="48576" y="240692"/>
                    <a:pt x="36869" y="279373"/>
                  </a:cubicBezTo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>
              <a:extLst>
                <a:ext uri="{FF2B5EF4-FFF2-40B4-BE49-F238E27FC236}">
                  <a16:creationId xmlns:a16="http://schemas.microsoft.com/office/drawing/2014/main" id="{2E540E21-54DC-91B9-A3AA-D157AC8B7050}"/>
                </a:ext>
              </a:extLst>
            </p:cNvPr>
            <p:cNvSpPr/>
            <p:nvPr/>
          </p:nvSpPr>
          <p:spPr>
            <a:xfrm>
              <a:off x="9470559" y="3423369"/>
              <a:ext cx="642223" cy="1165472"/>
            </a:xfrm>
            <a:custGeom>
              <a:avLst/>
              <a:gdLst>
                <a:gd name="connsiteX0" fmla="*/ 149985 w 339274"/>
                <a:gd name="connsiteY0" fmla="*/ 0 h 615696"/>
                <a:gd name="connsiteX1" fmla="*/ 159510 w 339274"/>
                <a:gd name="connsiteY1" fmla="*/ 0 h 615696"/>
                <a:gd name="connsiteX2" fmla="*/ 333341 w 339274"/>
                <a:gd name="connsiteY2" fmla="*/ 171450 h 615696"/>
                <a:gd name="connsiteX3" fmla="*/ 338579 w 339274"/>
                <a:gd name="connsiteY3" fmla="*/ 401955 h 615696"/>
                <a:gd name="connsiteX4" fmla="*/ 236853 w 339274"/>
                <a:gd name="connsiteY4" fmla="*/ 510254 h 615696"/>
                <a:gd name="connsiteX5" fmla="*/ 242853 w 339274"/>
                <a:gd name="connsiteY5" fmla="*/ 612362 h 615696"/>
                <a:gd name="connsiteX6" fmla="*/ 140841 w 339274"/>
                <a:gd name="connsiteY6" fmla="*/ 615696 h 615696"/>
                <a:gd name="connsiteX7" fmla="*/ 23969 w 339274"/>
                <a:gd name="connsiteY7" fmla="*/ 583692 h 615696"/>
                <a:gd name="connsiteX8" fmla="*/ 347 w 339274"/>
                <a:gd name="connsiteY8" fmla="*/ 189357 h 615696"/>
                <a:gd name="connsiteX9" fmla="*/ 149985 w 339274"/>
                <a:gd name="connsiteY9" fmla="*/ 0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9274" h="615696">
                  <a:moveTo>
                    <a:pt x="149985" y="0"/>
                  </a:moveTo>
                  <a:lnTo>
                    <a:pt x="159510" y="0"/>
                  </a:lnTo>
                  <a:cubicBezTo>
                    <a:pt x="253236" y="3210"/>
                    <a:pt x="328835" y="77772"/>
                    <a:pt x="333341" y="171450"/>
                  </a:cubicBezTo>
                  <a:cubicBezTo>
                    <a:pt x="337437" y="258699"/>
                    <a:pt x="340771" y="355187"/>
                    <a:pt x="338579" y="401955"/>
                  </a:cubicBezTo>
                  <a:cubicBezTo>
                    <a:pt x="334008" y="498538"/>
                    <a:pt x="236853" y="510254"/>
                    <a:pt x="236853" y="510254"/>
                  </a:cubicBezTo>
                  <a:cubicBezTo>
                    <a:pt x="236853" y="510254"/>
                    <a:pt x="242853" y="612362"/>
                    <a:pt x="242853" y="612362"/>
                  </a:cubicBezTo>
                  <a:lnTo>
                    <a:pt x="140841" y="615696"/>
                  </a:lnTo>
                  <a:lnTo>
                    <a:pt x="23969" y="583692"/>
                  </a:lnTo>
                  <a:lnTo>
                    <a:pt x="347" y="189357"/>
                  </a:lnTo>
                  <a:cubicBezTo>
                    <a:pt x="-4892" y="89345"/>
                    <a:pt x="49401" y="2477"/>
                    <a:pt x="149985" y="0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>
              <a:extLst>
                <a:ext uri="{FF2B5EF4-FFF2-40B4-BE49-F238E27FC236}">
                  <a16:creationId xmlns:a16="http://schemas.microsoft.com/office/drawing/2014/main" id="{1E18A3C2-77E7-C279-D5DE-BF013C87A439}"/>
                </a:ext>
              </a:extLst>
            </p:cNvPr>
            <p:cNvSpPr/>
            <p:nvPr/>
          </p:nvSpPr>
          <p:spPr>
            <a:xfrm>
              <a:off x="9682347" y="4311897"/>
              <a:ext cx="239079" cy="136643"/>
            </a:xfrm>
            <a:custGeom>
              <a:avLst/>
              <a:gdLst>
                <a:gd name="connsiteX0" fmla="*/ 124968 w 126301"/>
                <a:gd name="connsiteY0" fmla="*/ 41148 h 72186"/>
                <a:gd name="connsiteX1" fmla="*/ 0 w 126301"/>
                <a:gd name="connsiteY1" fmla="*/ 0 h 72186"/>
                <a:gd name="connsiteX2" fmla="*/ 126302 w 126301"/>
                <a:gd name="connsiteY2" fmla="*/ 71914 h 7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301" h="72186">
                  <a:moveTo>
                    <a:pt x="124968" y="41148"/>
                  </a:moveTo>
                  <a:cubicBezTo>
                    <a:pt x="80229" y="39681"/>
                    <a:pt x="36852" y="25403"/>
                    <a:pt x="0" y="0"/>
                  </a:cubicBezTo>
                  <a:cubicBezTo>
                    <a:pt x="0" y="0"/>
                    <a:pt x="29528" y="77343"/>
                    <a:pt x="126302" y="71914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>
              <a:extLst>
                <a:ext uri="{FF2B5EF4-FFF2-40B4-BE49-F238E27FC236}">
                  <a16:creationId xmlns:a16="http://schemas.microsoft.com/office/drawing/2014/main" id="{9BFE614B-D1A9-4D36-07C9-1259A7F573E7}"/>
                </a:ext>
              </a:extLst>
            </p:cNvPr>
            <p:cNvSpPr/>
            <p:nvPr/>
          </p:nvSpPr>
          <p:spPr>
            <a:xfrm>
              <a:off x="9991927" y="3878419"/>
              <a:ext cx="52287" cy="49992"/>
            </a:xfrm>
            <a:custGeom>
              <a:avLst/>
              <a:gdLst>
                <a:gd name="connsiteX0" fmla="*/ 27623 w 27622"/>
                <a:gd name="connsiteY0" fmla="*/ 12972 h 26410"/>
                <a:gd name="connsiteX1" fmla="*/ 13811 w 27622"/>
                <a:gd name="connsiteY1" fmla="*/ 26402 h 26410"/>
                <a:gd name="connsiteX2" fmla="*/ 0 w 27622"/>
                <a:gd name="connsiteY2" fmla="*/ 13553 h 26410"/>
                <a:gd name="connsiteX3" fmla="*/ 0 w 27622"/>
                <a:gd name="connsiteY3" fmla="*/ 13448 h 26410"/>
                <a:gd name="connsiteX4" fmla="*/ 13811 w 27622"/>
                <a:gd name="connsiteY4" fmla="*/ 18 h 26410"/>
                <a:gd name="connsiteX5" fmla="*/ 27604 w 27622"/>
                <a:gd name="connsiteY5" fmla="*/ 12476 h 26410"/>
                <a:gd name="connsiteX6" fmla="*/ 27623 w 27622"/>
                <a:gd name="connsiteY6" fmla="*/ 12972 h 2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2" h="26410">
                  <a:moveTo>
                    <a:pt x="27623" y="12972"/>
                  </a:moveTo>
                  <a:cubicBezTo>
                    <a:pt x="27366" y="20430"/>
                    <a:pt x="21270" y="26354"/>
                    <a:pt x="13811" y="26402"/>
                  </a:cubicBezTo>
                  <a:cubicBezTo>
                    <a:pt x="6448" y="26669"/>
                    <a:pt x="267" y="20915"/>
                    <a:pt x="0" y="13553"/>
                  </a:cubicBezTo>
                  <a:cubicBezTo>
                    <a:pt x="0" y="13524"/>
                    <a:pt x="0" y="13486"/>
                    <a:pt x="0" y="13448"/>
                  </a:cubicBezTo>
                  <a:cubicBezTo>
                    <a:pt x="152" y="5952"/>
                    <a:pt x="6305" y="-40"/>
                    <a:pt x="13811" y="18"/>
                  </a:cubicBezTo>
                  <a:cubicBezTo>
                    <a:pt x="21060" y="-354"/>
                    <a:pt x="27242" y="5228"/>
                    <a:pt x="27604" y="12476"/>
                  </a:cubicBezTo>
                  <a:cubicBezTo>
                    <a:pt x="27613" y="12638"/>
                    <a:pt x="27623" y="12810"/>
                    <a:pt x="27623" y="1297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5B04034C-866D-4D83-7F69-F35FA026B132}"/>
                </a:ext>
              </a:extLst>
            </p:cNvPr>
            <p:cNvSpPr/>
            <p:nvPr/>
          </p:nvSpPr>
          <p:spPr>
            <a:xfrm>
              <a:off x="9956138" y="3799401"/>
              <a:ext cx="104020" cy="29738"/>
            </a:xfrm>
            <a:custGeom>
              <a:avLst/>
              <a:gdLst>
                <a:gd name="connsiteX0" fmla="*/ 54816 w 54952"/>
                <a:gd name="connsiteY0" fmla="*/ 15473 h 15710"/>
                <a:gd name="connsiteX1" fmla="*/ 27956 w 54952"/>
                <a:gd name="connsiteY1" fmla="*/ 8615 h 15710"/>
                <a:gd name="connsiteX2" fmla="*/ 428 w 54952"/>
                <a:gd name="connsiteY2" fmla="*/ 13282 h 15710"/>
                <a:gd name="connsiteX3" fmla="*/ 6429 w 54952"/>
                <a:gd name="connsiteY3" fmla="*/ 6043 h 15710"/>
                <a:gd name="connsiteX4" fmla="*/ 28527 w 54952"/>
                <a:gd name="connsiteY4" fmla="*/ 42 h 15710"/>
                <a:gd name="connsiteX5" fmla="*/ 49768 w 54952"/>
                <a:gd name="connsiteY5" fmla="*/ 7662 h 15710"/>
                <a:gd name="connsiteX6" fmla="*/ 54816 w 54952"/>
                <a:gd name="connsiteY6" fmla="*/ 15473 h 15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952" h="15710">
                  <a:moveTo>
                    <a:pt x="54816" y="15473"/>
                  </a:moveTo>
                  <a:cubicBezTo>
                    <a:pt x="53007" y="17187"/>
                    <a:pt x="42815" y="9091"/>
                    <a:pt x="27956" y="8615"/>
                  </a:cubicBezTo>
                  <a:cubicBezTo>
                    <a:pt x="13097" y="8138"/>
                    <a:pt x="1953" y="15187"/>
                    <a:pt x="428" y="13282"/>
                  </a:cubicBezTo>
                  <a:cubicBezTo>
                    <a:pt x="-1095" y="11377"/>
                    <a:pt x="1571" y="9281"/>
                    <a:pt x="6429" y="6043"/>
                  </a:cubicBezTo>
                  <a:cubicBezTo>
                    <a:pt x="12982" y="1776"/>
                    <a:pt x="20717" y="-330"/>
                    <a:pt x="28527" y="42"/>
                  </a:cubicBezTo>
                  <a:cubicBezTo>
                    <a:pt x="36233" y="271"/>
                    <a:pt x="43672" y="2938"/>
                    <a:pt x="49768" y="7662"/>
                  </a:cubicBezTo>
                  <a:cubicBezTo>
                    <a:pt x="54245" y="11377"/>
                    <a:pt x="55388" y="14711"/>
                    <a:pt x="54816" y="1547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>
              <a:extLst>
                <a:ext uri="{FF2B5EF4-FFF2-40B4-BE49-F238E27FC236}">
                  <a16:creationId xmlns:a16="http://schemas.microsoft.com/office/drawing/2014/main" id="{EDDFF9A6-29F5-E74E-0841-A54AC89C361D}"/>
                </a:ext>
              </a:extLst>
            </p:cNvPr>
            <p:cNvSpPr/>
            <p:nvPr/>
          </p:nvSpPr>
          <p:spPr>
            <a:xfrm>
              <a:off x="9739143" y="3884927"/>
              <a:ext cx="52287" cy="49796"/>
            </a:xfrm>
            <a:custGeom>
              <a:avLst/>
              <a:gdLst>
                <a:gd name="connsiteX0" fmla="*/ 27622 w 27622"/>
                <a:gd name="connsiteY0" fmla="*/ 12772 h 26306"/>
                <a:gd name="connsiteX1" fmla="*/ 13811 w 27622"/>
                <a:gd name="connsiteY1" fmla="*/ 26298 h 26306"/>
                <a:gd name="connsiteX2" fmla="*/ 0 w 27622"/>
                <a:gd name="connsiteY2" fmla="*/ 13449 h 26306"/>
                <a:gd name="connsiteX3" fmla="*/ 0 w 27622"/>
                <a:gd name="connsiteY3" fmla="*/ 13344 h 26306"/>
                <a:gd name="connsiteX4" fmla="*/ 13811 w 27622"/>
                <a:gd name="connsiteY4" fmla="*/ 9 h 26306"/>
                <a:gd name="connsiteX5" fmla="*/ 27622 w 27622"/>
                <a:gd name="connsiteY5" fmla="*/ 12772 h 2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" h="26306">
                  <a:moveTo>
                    <a:pt x="27622" y="12772"/>
                  </a:moveTo>
                  <a:cubicBezTo>
                    <a:pt x="27413" y="20269"/>
                    <a:pt x="21307" y="26250"/>
                    <a:pt x="13811" y="26298"/>
                  </a:cubicBezTo>
                  <a:cubicBezTo>
                    <a:pt x="6448" y="26565"/>
                    <a:pt x="267" y="20812"/>
                    <a:pt x="0" y="13449"/>
                  </a:cubicBezTo>
                  <a:cubicBezTo>
                    <a:pt x="0" y="13420"/>
                    <a:pt x="0" y="13382"/>
                    <a:pt x="0" y="13344"/>
                  </a:cubicBezTo>
                  <a:cubicBezTo>
                    <a:pt x="305" y="5924"/>
                    <a:pt x="6382" y="57"/>
                    <a:pt x="13811" y="9"/>
                  </a:cubicBezTo>
                  <a:cubicBezTo>
                    <a:pt x="21146" y="-258"/>
                    <a:pt x="27308" y="5448"/>
                    <a:pt x="27622" y="1277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>
              <a:extLst>
                <a:ext uri="{FF2B5EF4-FFF2-40B4-BE49-F238E27FC236}">
                  <a16:creationId xmlns:a16="http://schemas.microsoft.com/office/drawing/2014/main" id="{75727422-4ED9-DD55-AF96-D9CC157E1B72}"/>
                </a:ext>
              </a:extLst>
            </p:cNvPr>
            <p:cNvSpPr/>
            <p:nvPr/>
          </p:nvSpPr>
          <p:spPr>
            <a:xfrm>
              <a:off x="9680260" y="3796366"/>
              <a:ext cx="104227" cy="29755"/>
            </a:xfrm>
            <a:custGeom>
              <a:avLst/>
              <a:gdLst>
                <a:gd name="connsiteX0" fmla="*/ 54825 w 55061"/>
                <a:gd name="connsiteY0" fmla="*/ 15456 h 15719"/>
                <a:gd name="connsiteX1" fmla="*/ 27964 w 55061"/>
                <a:gd name="connsiteY1" fmla="*/ 8694 h 15719"/>
                <a:gd name="connsiteX2" fmla="*/ 437 w 55061"/>
                <a:gd name="connsiteY2" fmla="*/ 13361 h 15719"/>
                <a:gd name="connsiteX3" fmla="*/ 6438 w 55061"/>
                <a:gd name="connsiteY3" fmla="*/ 6027 h 15719"/>
                <a:gd name="connsiteX4" fmla="*/ 28536 w 55061"/>
                <a:gd name="connsiteY4" fmla="*/ 26 h 15719"/>
                <a:gd name="connsiteX5" fmla="*/ 49776 w 55061"/>
                <a:gd name="connsiteY5" fmla="*/ 7741 h 15719"/>
                <a:gd name="connsiteX6" fmla="*/ 54825 w 55061"/>
                <a:gd name="connsiteY6" fmla="*/ 15456 h 1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061" h="15719">
                  <a:moveTo>
                    <a:pt x="54825" y="15456"/>
                  </a:moveTo>
                  <a:cubicBezTo>
                    <a:pt x="53015" y="17266"/>
                    <a:pt x="42823" y="9170"/>
                    <a:pt x="27964" y="8694"/>
                  </a:cubicBezTo>
                  <a:cubicBezTo>
                    <a:pt x="13105" y="8217"/>
                    <a:pt x="1961" y="15266"/>
                    <a:pt x="437" y="13361"/>
                  </a:cubicBezTo>
                  <a:cubicBezTo>
                    <a:pt x="-1087" y="11456"/>
                    <a:pt x="1485" y="9360"/>
                    <a:pt x="6438" y="6027"/>
                  </a:cubicBezTo>
                  <a:cubicBezTo>
                    <a:pt x="13029" y="1836"/>
                    <a:pt x="20735" y="-260"/>
                    <a:pt x="28536" y="26"/>
                  </a:cubicBezTo>
                  <a:cubicBezTo>
                    <a:pt x="36251" y="302"/>
                    <a:pt x="43681" y="2998"/>
                    <a:pt x="49776" y="7741"/>
                  </a:cubicBezTo>
                  <a:cubicBezTo>
                    <a:pt x="54253" y="11361"/>
                    <a:pt x="55682" y="14694"/>
                    <a:pt x="54825" y="1545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>
              <a:extLst>
                <a:ext uri="{FF2B5EF4-FFF2-40B4-BE49-F238E27FC236}">
                  <a16:creationId xmlns:a16="http://schemas.microsoft.com/office/drawing/2014/main" id="{BC842715-BC85-8B33-FBB3-C13F7F2AA5F0}"/>
                </a:ext>
              </a:extLst>
            </p:cNvPr>
            <p:cNvSpPr/>
            <p:nvPr/>
          </p:nvSpPr>
          <p:spPr>
            <a:xfrm>
              <a:off x="9872389" y="3811379"/>
              <a:ext cx="76584" cy="236851"/>
            </a:xfrm>
            <a:custGeom>
              <a:avLst/>
              <a:gdLst>
                <a:gd name="connsiteX0" fmla="*/ 2666 w 40458"/>
                <a:gd name="connsiteY0" fmla="*/ 123539 h 125124"/>
                <a:gd name="connsiteX1" fmla="*/ 26955 w 40458"/>
                <a:gd name="connsiteY1" fmla="*/ 120015 h 125124"/>
                <a:gd name="connsiteX2" fmla="*/ 35146 w 40458"/>
                <a:gd name="connsiteY2" fmla="*/ 116586 h 125124"/>
                <a:gd name="connsiteX3" fmla="*/ 32956 w 40458"/>
                <a:gd name="connsiteY3" fmla="*/ 105537 h 125124"/>
                <a:gd name="connsiteX4" fmla="*/ 22764 w 40458"/>
                <a:gd name="connsiteY4" fmla="*/ 76200 h 125124"/>
                <a:gd name="connsiteX5" fmla="*/ 190 w 40458"/>
                <a:gd name="connsiteY5" fmla="*/ 0 h 125124"/>
                <a:gd name="connsiteX6" fmla="*/ 28765 w 40458"/>
                <a:gd name="connsiteY6" fmla="*/ 74390 h 125124"/>
                <a:gd name="connsiteX7" fmla="*/ 38290 w 40458"/>
                <a:gd name="connsiteY7" fmla="*/ 103823 h 125124"/>
                <a:gd name="connsiteX8" fmla="*/ 39719 w 40458"/>
                <a:gd name="connsiteY8" fmla="*/ 118872 h 125124"/>
                <a:gd name="connsiteX9" fmla="*/ 33337 w 40458"/>
                <a:gd name="connsiteY9" fmla="*/ 124111 h 125124"/>
                <a:gd name="connsiteX10" fmla="*/ 26860 w 40458"/>
                <a:gd name="connsiteY10" fmla="*/ 124873 h 125124"/>
                <a:gd name="connsiteX11" fmla="*/ 2666 w 40458"/>
                <a:gd name="connsiteY11" fmla="*/ 123539 h 125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58" h="125124">
                  <a:moveTo>
                    <a:pt x="2666" y="123539"/>
                  </a:moveTo>
                  <a:cubicBezTo>
                    <a:pt x="10591" y="121368"/>
                    <a:pt x="18744" y="120186"/>
                    <a:pt x="26955" y="120015"/>
                  </a:cubicBezTo>
                  <a:cubicBezTo>
                    <a:pt x="30765" y="120015"/>
                    <a:pt x="34385" y="119158"/>
                    <a:pt x="35146" y="116586"/>
                  </a:cubicBezTo>
                  <a:cubicBezTo>
                    <a:pt x="35546" y="112767"/>
                    <a:pt x="34785" y="108918"/>
                    <a:pt x="32956" y="105537"/>
                  </a:cubicBezTo>
                  <a:cubicBezTo>
                    <a:pt x="29717" y="96012"/>
                    <a:pt x="26288" y="86487"/>
                    <a:pt x="22764" y="76200"/>
                  </a:cubicBezTo>
                  <a:cubicBezTo>
                    <a:pt x="8572" y="34576"/>
                    <a:pt x="-1525" y="0"/>
                    <a:pt x="190" y="0"/>
                  </a:cubicBezTo>
                  <a:cubicBezTo>
                    <a:pt x="1904" y="0"/>
                    <a:pt x="14668" y="32766"/>
                    <a:pt x="28765" y="74390"/>
                  </a:cubicBezTo>
                  <a:cubicBezTo>
                    <a:pt x="32194" y="84677"/>
                    <a:pt x="35365" y="94488"/>
                    <a:pt x="38290" y="103823"/>
                  </a:cubicBezTo>
                  <a:cubicBezTo>
                    <a:pt x="40556" y="108499"/>
                    <a:pt x="41071" y="113843"/>
                    <a:pt x="39719" y="118872"/>
                  </a:cubicBezTo>
                  <a:cubicBezTo>
                    <a:pt x="38499" y="121501"/>
                    <a:pt x="36147" y="123425"/>
                    <a:pt x="33337" y="124111"/>
                  </a:cubicBezTo>
                  <a:cubicBezTo>
                    <a:pt x="31213" y="124616"/>
                    <a:pt x="29041" y="124863"/>
                    <a:pt x="26860" y="124873"/>
                  </a:cubicBezTo>
                  <a:cubicBezTo>
                    <a:pt x="18773" y="125463"/>
                    <a:pt x="10639" y="125016"/>
                    <a:pt x="2666" y="12353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2EB646F1-533C-745B-FC43-C5462C56E758}"/>
                </a:ext>
              </a:extLst>
            </p:cNvPr>
            <p:cNvSpPr/>
            <p:nvPr/>
          </p:nvSpPr>
          <p:spPr>
            <a:xfrm>
              <a:off x="9667526" y="3705931"/>
              <a:ext cx="128958" cy="34811"/>
            </a:xfrm>
            <a:custGeom>
              <a:avLst/>
              <a:gdLst>
                <a:gd name="connsiteX0" fmla="*/ 67933 w 68126"/>
                <a:gd name="connsiteY0" fmla="*/ 16939 h 18390"/>
                <a:gd name="connsiteX1" fmla="*/ 34024 w 68126"/>
                <a:gd name="connsiteY1" fmla="*/ 15225 h 18390"/>
                <a:gd name="connsiteX2" fmla="*/ 115 w 68126"/>
                <a:gd name="connsiteY2" fmla="*/ 12463 h 18390"/>
                <a:gd name="connsiteX3" fmla="*/ 8687 w 68126"/>
                <a:gd name="connsiteY3" fmla="*/ 4462 h 18390"/>
                <a:gd name="connsiteX4" fmla="*/ 34976 w 68126"/>
                <a:gd name="connsiteY4" fmla="*/ 175 h 18390"/>
                <a:gd name="connsiteX5" fmla="*/ 60408 w 68126"/>
                <a:gd name="connsiteY5" fmla="*/ 7795 h 18390"/>
                <a:gd name="connsiteX6" fmla="*/ 67933 w 68126"/>
                <a:gd name="connsiteY6" fmla="*/ 16939 h 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126" h="18390">
                  <a:moveTo>
                    <a:pt x="67933" y="16939"/>
                  </a:moveTo>
                  <a:cubicBezTo>
                    <a:pt x="65837" y="20654"/>
                    <a:pt x="51550" y="16177"/>
                    <a:pt x="34024" y="15225"/>
                  </a:cubicBezTo>
                  <a:cubicBezTo>
                    <a:pt x="16498" y="14272"/>
                    <a:pt x="1734" y="16463"/>
                    <a:pt x="115" y="12463"/>
                  </a:cubicBezTo>
                  <a:cubicBezTo>
                    <a:pt x="-647" y="10558"/>
                    <a:pt x="2401" y="7319"/>
                    <a:pt x="8687" y="4462"/>
                  </a:cubicBezTo>
                  <a:cubicBezTo>
                    <a:pt x="16974" y="937"/>
                    <a:pt x="25994" y="-539"/>
                    <a:pt x="34976" y="175"/>
                  </a:cubicBezTo>
                  <a:cubicBezTo>
                    <a:pt x="43939" y="661"/>
                    <a:pt x="52655" y="3271"/>
                    <a:pt x="60408" y="7795"/>
                  </a:cubicBezTo>
                  <a:cubicBezTo>
                    <a:pt x="66314" y="11510"/>
                    <a:pt x="68885" y="15225"/>
                    <a:pt x="67933" y="1693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>
              <a:extLst>
                <a:ext uri="{FF2B5EF4-FFF2-40B4-BE49-F238E27FC236}">
                  <a16:creationId xmlns:a16="http://schemas.microsoft.com/office/drawing/2014/main" id="{E5867D52-279C-131C-A3AB-DB77BEC7B722}"/>
                </a:ext>
              </a:extLst>
            </p:cNvPr>
            <p:cNvSpPr/>
            <p:nvPr/>
          </p:nvSpPr>
          <p:spPr>
            <a:xfrm>
              <a:off x="9950871" y="3715642"/>
              <a:ext cx="114115" cy="33035"/>
            </a:xfrm>
            <a:custGeom>
              <a:avLst/>
              <a:gdLst>
                <a:gd name="connsiteX0" fmla="*/ 59789 w 60285"/>
                <a:gd name="connsiteY0" fmla="*/ 16001 h 17452"/>
                <a:gd name="connsiteX1" fmla="*/ 30071 w 60285"/>
                <a:gd name="connsiteY1" fmla="*/ 15144 h 17452"/>
                <a:gd name="connsiteX2" fmla="*/ 353 w 60285"/>
                <a:gd name="connsiteY2" fmla="*/ 13334 h 17452"/>
                <a:gd name="connsiteX3" fmla="*/ 6640 w 60285"/>
                <a:gd name="connsiteY3" fmla="*/ 5142 h 17452"/>
                <a:gd name="connsiteX4" fmla="*/ 30929 w 60285"/>
                <a:gd name="connsiteY4" fmla="*/ 94 h 17452"/>
                <a:gd name="connsiteX5" fmla="*/ 54455 w 60285"/>
                <a:gd name="connsiteY5" fmla="*/ 7333 h 17452"/>
                <a:gd name="connsiteX6" fmla="*/ 59789 w 60285"/>
                <a:gd name="connsiteY6" fmla="*/ 16001 h 1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85" h="17452">
                  <a:moveTo>
                    <a:pt x="59789" y="16001"/>
                  </a:moveTo>
                  <a:cubicBezTo>
                    <a:pt x="56646" y="19335"/>
                    <a:pt x="44645" y="16001"/>
                    <a:pt x="30071" y="15144"/>
                  </a:cubicBezTo>
                  <a:cubicBezTo>
                    <a:pt x="15498" y="14286"/>
                    <a:pt x="3115" y="16953"/>
                    <a:pt x="353" y="13334"/>
                  </a:cubicBezTo>
                  <a:cubicBezTo>
                    <a:pt x="-885" y="11619"/>
                    <a:pt x="1115" y="8286"/>
                    <a:pt x="6640" y="5142"/>
                  </a:cubicBezTo>
                  <a:cubicBezTo>
                    <a:pt x="14136" y="1304"/>
                    <a:pt x="22527" y="-439"/>
                    <a:pt x="30929" y="94"/>
                  </a:cubicBezTo>
                  <a:cubicBezTo>
                    <a:pt x="39282" y="332"/>
                    <a:pt x="47416" y="2828"/>
                    <a:pt x="54455" y="7333"/>
                  </a:cubicBezTo>
                  <a:cubicBezTo>
                    <a:pt x="59599" y="10953"/>
                    <a:pt x="61218" y="14382"/>
                    <a:pt x="59789" y="1600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BC074108-F9E3-C8CE-8AC2-F196473CC354}"/>
                </a:ext>
              </a:extLst>
            </p:cNvPr>
            <p:cNvSpPr/>
            <p:nvPr/>
          </p:nvSpPr>
          <p:spPr>
            <a:xfrm>
              <a:off x="9356723" y="3911936"/>
              <a:ext cx="137758" cy="194942"/>
            </a:xfrm>
            <a:custGeom>
              <a:avLst/>
              <a:gdLst>
                <a:gd name="connsiteX0" fmla="*/ 65913 w 72775"/>
                <a:gd name="connsiteY0" fmla="*/ 3838 h 102984"/>
                <a:gd name="connsiteX1" fmla="*/ 0 w 72775"/>
                <a:gd name="connsiteY1" fmla="*/ 48034 h 102984"/>
                <a:gd name="connsiteX2" fmla="*/ 72771 w 72775"/>
                <a:gd name="connsiteY2" fmla="*/ 101088 h 102984"/>
                <a:gd name="connsiteX3" fmla="*/ 65913 w 72775"/>
                <a:gd name="connsiteY3" fmla="*/ 3838 h 10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775" h="102984">
                  <a:moveTo>
                    <a:pt x="65913" y="3838"/>
                  </a:moveTo>
                  <a:cubicBezTo>
                    <a:pt x="64294" y="3076"/>
                    <a:pt x="191" y="-18165"/>
                    <a:pt x="0" y="48034"/>
                  </a:cubicBezTo>
                  <a:cubicBezTo>
                    <a:pt x="-190" y="114233"/>
                    <a:pt x="72581" y="102993"/>
                    <a:pt x="72771" y="101088"/>
                  </a:cubicBezTo>
                  <a:cubicBezTo>
                    <a:pt x="72962" y="99183"/>
                    <a:pt x="65913" y="3838"/>
                    <a:pt x="65913" y="3838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449F1BF2-4447-B69D-83BA-02A4BB1EB3C7}"/>
                </a:ext>
              </a:extLst>
            </p:cNvPr>
            <p:cNvSpPr/>
            <p:nvPr/>
          </p:nvSpPr>
          <p:spPr>
            <a:xfrm>
              <a:off x="9388379" y="3951956"/>
              <a:ext cx="56054" cy="109306"/>
            </a:xfrm>
            <a:custGeom>
              <a:avLst/>
              <a:gdLst>
                <a:gd name="connsiteX0" fmla="*/ 29569 w 29612"/>
                <a:gd name="connsiteY0" fmla="*/ 52610 h 57744"/>
                <a:gd name="connsiteX1" fmla="*/ 26425 w 29612"/>
                <a:gd name="connsiteY1" fmla="*/ 54229 h 57744"/>
                <a:gd name="connsiteX2" fmla="*/ 17853 w 29612"/>
                <a:gd name="connsiteY2" fmla="*/ 54229 h 57744"/>
                <a:gd name="connsiteX3" fmla="*/ 4708 w 29612"/>
                <a:gd name="connsiteY3" fmla="*/ 28607 h 57744"/>
                <a:gd name="connsiteX4" fmla="*/ 7947 w 29612"/>
                <a:gd name="connsiteY4" fmla="*/ 12128 h 57744"/>
                <a:gd name="connsiteX5" fmla="*/ 16615 w 29612"/>
                <a:gd name="connsiteY5" fmla="*/ 3270 h 57744"/>
                <a:gd name="connsiteX6" fmla="*/ 23473 w 29612"/>
                <a:gd name="connsiteY6" fmla="*/ 6509 h 57744"/>
                <a:gd name="connsiteX7" fmla="*/ 24235 w 29612"/>
                <a:gd name="connsiteY7" fmla="*/ 9747 h 57744"/>
                <a:gd name="connsiteX8" fmla="*/ 25187 w 29612"/>
                <a:gd name="connsiteY8" fmla="*/ 5937 h 57744"/>
                <a:gd name="connsiteX9" fmla="*/ 22520 w 29612"/>
                <a:gd name="connsiteY9" fmla="*/ 1746 h 57744"/>
                <a:gd name="connsiteX10" fmla="*/ 16234 w 29612"/>
                <a:gd name="connsiteY10" fmla="*/ 32 h 57744"/>
                <a:gd name="connsiteX11" fmla="*/ 4137 w 29612"/>
                <a:gd name="connsiteY11" fmla="*/ 10319 h 57744"/>
                <a:gd name="connsiteX12" fmla="*/ 41 w 29612"/>
                <a:gd name="connsiteY12" fmla="*/ 28702 h 57744"/>
                <a:gd name="connsiteX13" fmla="*/ 16805 w 29612"/>
                <a:gd name="connsiteY13" fmla="*/ 57277 h 57744"/>
                <a:gd name="connsiteX14" fmla="*/ 27378 w 29612"/>
                <a:gd name="connsiteY14" fmla="*/ 55467 h 57744"/>
                <a:gd name="connsiteX15" fmla="*/ 29569 w 29612"/>
                <a:gd name="connsiteY15" fmla="*/ 52610 h 5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612" h="57744">
                  <a:moveTo>
                    <a:pt x="29569" y="52610"/>
                  </a:moveTo>
                  <a:cubicBezTo>
                    <a:pt x="29569" y="52610"/>
                    <a:pt x="28426" y="53372"/>
                    <a:pt x="26425" y="54229"/>
                  </a:cubicBezTo>
                  <a:cubicBezTo>
                    <a:pt x="23682" y="55362"/>
                    <a:pt x="20596" y="55362"/>
                    <a:pt x="17853" y="54229"/>
                  </a:cubicBezTo>
                  <a:cubicBezTo>
                    <a:pt x="9176" y="48685"/>
                    <a:pt x="4156" y="38894"/>
                    <a:pt x="4708" y="28607"/>
                  </a:cubicBezTo>
                  <a:cubicBezTo>
                    <a:pt x="4547" y="22939"/>
                    <a:pt x="5651" y="17310"/>
                    <a:pt x="7947" y="12128"/>
                  </a:cubicBezTo>
                  <a:cubicBezTo>
                    <a:pt x="9204" y="7928"/>
                    <a:pt x="12443" y="4623"/>
                    <a:pt x="16615" y="3270"/>
                  </a:cubicBezTo>
                  <a:cubicBezTo>
                    <a:pt x="19377" y="2584"/>
                    <a:pt x="22244" y="3937"/>
                    <a:pt x="23473" y="6509"/>
                  </a:cubicBezTo>
                  <a:cubicBezTo>
                    <a:pt x="24330" y="8318"/>
                    <a:pt x="23473" y="9652"/>
                    <a:pt x="24235" y="9747"/>
                  </a:cubicBezTo>
                  <a:cubicBezTo>
                    <a:pt x="24997" y="9842"/>
                    <a:pt x="25664" y="8604"/>
                    <a:pt x="25187" y="5937"/>
                  </a:cubicBezTo>
                  <a:cubicBezTo>
                    <a:pt x="24825" y="4270"/>
                    <a:pt x="23882" y="2775"/>
                    <a:pt x="22520" y="1746"/>
                  </a:cubicBezTo>
                  <a:cubicBezTo>
                    <a:pt x="20692" y="451"/>
                    <a:pt x="18463" y="-149"/>
                    <a:pt x="16234" y="32"/>
                  </a:cubicBezTo>
                  <a:cubicBezTo>
                    <a:pt x="10690" y="1127"/>
                    <a:pt x="6109" y="5023"/>
                    <a:pt x="4137" y="10319"/>
                  </a:cubicBezTo>
                  <a:cubicBezTo>
                    <a:pt x="1308" y="16024"/>
                    <a:pt x="-92" y="22330"/>
                    <a:pt x="41" y="28702"/>
                  </a:cubicBezTo>
                  <a:cubicBezTo>
                    <a:pt x="-587" y="40722"/>
                    <a:pt x="6004" y="51962"/>
                    <a:pt x="16805" y="57277"/>
                  </a:cubicBezTo>
                  <a:cubicBezTo>
                    <a:pt x="20425" y="58296"/>
                    <a:pt x="24301" y="57629"/>
                    <a:pt x="27378" y="55467"/>
                  </a:cubicBezTo>
                  <a:cubicBezTo>
                    <a:pt x="29378" y="54134"/>
                    <a:pt x="29759" y="52705"/>
                    <a:pt x="29569" y="52610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>
              <a:extLst>
                <a:ext uri="{FF2B5EF4-FFF2-40B4-BE49-F238E27FC236}">
                  <a16:creationId xmlns:a16="http://schemas.microsoft.com/office/drawing/2014/main" id="{C06A88BC-F2AE-1B01-2FEC-94AEA4516693}"/>
                </a:ext>
              </a:extLst>
            </p:cNvPr>
            <p:cNvSpPr/>
            <p:nvPr/>
          </p:nvSpPr>
          <p:spPr>
            <a:xfrm>
              <a:off x="9419482" y="3401644"/>
              <a:ext cx="603802" cy="610939"/>
            </a:xfrm>
            <a:custGeom>
              <a:avLst/>
              <a:gdLst>
                <a:gd name="connsiteX0" fmla="*/ 316890 w 318977"/>
                <a:gd name="connsiteY0" fmla="*/ 74342 h 322747"/>
                <a:gd name="connsiteX1" fmla="*/ 268789 w 318977"/>
                <a:gd name="connsiteY1" fmla="*/ 22145 h 322747"/>
                <a:gd name="connsiteX2" fmla="*/ 131438 w 318977"/>
                <a:gd name="connsiteY2" fmla="*/ 4238 h 322747"/>
                <a:gd name="connsiteX3" fmla="*/ 28949 w 318977"/>
                <a:gd name="connsiteY3" fmla="*/ 79581 h 322747"/>
                <a:gd name="connsiteX4" fmla="*/ 374 w 318977"/>
                <a:gd name="connsiteY4" fmla="*/ 212931 h 322747"/>
                <a:gd name="connsiteX5" fmla="*/ 9899 w 318977"/>
                <a:gd name="connsiteY5" fmla="*/ 253317 h 322747"/>
                <a:gd name="connsiteX6" fmla="*/ 36378 w 318977"/>
                <a:gd name="connsiteY6" fmla="*/ 297132 h 322747"/>
                <a:gd name="connsiteX7" fmla="*/ 43332 w 318977"/>
                <a:gd name="connsiteY7" fmla="*/ 317325 h 322747"/>
                <a:gd name="connsiteX8" fmla="*/ 77050 w 318977"/>
                <a:gd name="connsiteY8" fmla="*/ 305704 h 322747"/>
                <a:gd name="connsiteX9" fmla="*/ 93909 w 318977"/>
                <a:gd name="connsiteY9" fmla="*/ 219027 h 322747"/>
                <a:gd name="connsiteX10" fmla="*/ 89337 w 318977"/>
                <a:gd name="connsiteY10" fmla="*/ 156162 h 322747"/>
                <a:gd name="connsiteX11" fmla="*/ 78098 w 318977"/>
                <a:gd name="connsiteY11" fmla="*/ 123586 h 322747"/>
                <a:gd name="connsiteX12" fmla="*/ 82575 w 318977"/>
                <a:gd name="connsiteY12" fmla="*/ 90535 h 322747"/>
                <a:gd name="connsiteX13" fmla="*/ 87909 w 318977"/>
                <a:gd name="connsiteY13" fmla="*/ 85105 h 322747"/>
                <a:gd name="connsiteX14" fmla="*/ 156203 w 318977"/>
                <a:gd name="connsiteY14" fmla="*/ 71580 h 322747"/>
                <a:gd name="connsiteX15" fmla="*/ 273837 w 318977"/>
                <a:gd name="connsiteY15" fmla="*/ 91106 h 322747"/>
                <a:gd name="connsiteX16" fmla="*/ 303269 w 318977"/>
                <a:gd name="connsiteY16" fmla="*/ 60817 h 32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977" h="322747">
                  <a:moveTo>
                    <a:pt x="316890" y="74342"/>
                  </a:moveTo>
                  <a:cubicBezTo>
                    <a:pt x="327558" y="68341"/>
                    <a:pt x="295172" y="33861"/>
                    <a:pt x="268789" y="22145"/>
                  </a:cubicBezTo>
                  <a:cubicBezTo>
                    <a:pt x="228879" y="4333"/>
                    <a:pt x="168109" y="-6430"/>
                    <a:pt x="131438" y="4238"/>
                  </a:cubicBezTo>
                  <a:cubicBezTo>
                    <a:pt x="87433" y="17001"/>
                    <a:pt x="50857" y="39290"/>
                    <a:pt x="28949" y="79581"/>
                  </a:cubicBezTo>
                  <a:cubicBezTo>
                    <a:pt x="7756" y="120710"/>
                    <a:pt x="-2102" y="166735"/>
                    <a:pt x="374" y="212931"/>
                  </a:cubicBezTo>
                  <a:cubicBezTo>
                    <a:pt x="-93" y="226999"/>
                    <a:pt x="3193" y="240934"/>
                    <a:pt x="9899" y="253317"/>
                  </a:cubicBezTo>
                  <a:cubicBezTo>
                    <a:pt x="19424" y="267890"/>
                    <a:pt x="37045" y="276939"/>
                    <a:pt x="36378" y="297132"/>
                  </a:cubicBezTo>
                  <a:cubicBezTo>
                    <a:pt x="35902" y="304523"/>
                    <a:pt x="38407" y="311791"/>
                    <a:pt x="43332" y="317325"/>
                  </a:cubicBezTo>
                  <a:cubicBezTo>
                    <a:pt x="55524" y="330088"/>
                    <a:pt x="70287" y="317896"/>
                    <a:pt x="77050" y="305704"/>
                  </a:cubicBezTo>
                  <a:cubicBezTo>
                    <a:pt x="91433" y="279701"/>
                    <a:pt x="92862" y="248554"/>
                    <a:pt x="93909" y="219027"/>
                  </a:cubicBezTo>
                  <a:cubicBezTo>
                    <a:pt x="95833" y="197967"/>
                    <a:pt x="94291" y="176726"/>
                    <a:pt x="89337" y="156162"/>
                  </a:cubicBezTo>
                  <a:cubicBezTo>
                    <a:pt x="86004" y="145208"/>
                    <a:pt x="80765" y="134731"/>
                    <a:pt x="78098" y="123586"/>
                  </a:cubicBezTo>
                  <a:cubicBezTo>
                    <a:pt x="74612" y="112452"/>
                    <a:pt x="76250" y="100345"/>
                    <a:pt x="82575" y="90535"/>
                  </a:cubicBezTo>
                  <a:cubicBezTo>
                    <a:pt x="84146" y="88534"/>
                    <a:pt x="85937" y="86715"/>
                    <a:pt x="87909" y="85105"/>
                  </a:cubicBezTo>
                  <a:cubicBezTo>
                    <a:pt x="106559" y="68589"/>
                    <a:pt x="132667" y="63426"/>
                    <a:pt x="156203" y="71580"/>
                  </a:cubicBezTo>
                  <a:cubicBezTo>
                    <a:pt x="193541" y="84534"/>
                    <a:pt x="257358" y="103774"/>
                    <a:pt x="273837" y="91106"/>
                  </a:cubicBezTo>
                  <a:cubicBezTo>
                    <a:pt x="285657" y="83181"/>
                    <a:pt x="295687" y="72856"/>
                    <a:pt x="303269" y="6081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>
              <a:extLst>
                <a:ext uri="{FF2B5EF4-FFF2-40B4-BE49-F238E27FC236}">
                  <a16:creationId xmlns:a16="http://schemas.microsoft.com/office/drawing/2014/main" id="{86103DAE-9538-60AF-B141-308550374BB3}"/>
                </a:ext>
              </a:extLst>
            </p:cNvPr>
            <p:cNvSpPr/>
            <p:nvPr/>
          </p:nvSpPr>
          <p:spPr>
            <a:xfrm>
              <a:off x="9785185" y="4063259"/>
              <a:ext cx="89377" cy="75390"/>
            </a:xfrm>
            <a:custGeom>
              <a:avLst/>
              <a:gdLst>
                <a:gd name="connsiteX0" fmla="*/ 2156 w 47216"/>
                <a:gd name="connsiteY0" fmla="*/ 2 h 39827"/>
                <a:gd name="connsiteX1" fmla="*/ 17778 w 47216"/>
                <a:gd name="connsiteY1" fmla="*/ 25719 h 39827"/>
                <a:gd name="connsiteX2" fmla="*/ 47210 w 47216"/>
                <a:gd name="connsiteY2" fmla="*/ 36578 h 39827"/>
                <a:gd name="connsiteX3" fmla="*/ 36828 w 47216"/>
                <a:gd name="connsiteY3" fmla="*/ 39816 h 39827"/>
                <a:gd name="connsiteX4" fmla="*/ 12253 w 47216"/>
                <a:gd name="connsiteY4" fmla="*/ 31625 h 39827"/>
                <a:gd name="connsiteX5" fmla="*/ 156 w 47216"/>
                <a:gd name="connsiteY5" fmla="*/ 10098 h 39827"/>
                <a:gd name="connsiteX6" fmla="*/ 2156 w 47216"/>
                <a:gd name="connsiteY6" fmla="*/ 2 h 3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216" h="39827">
                  <a:moveTo>
                    <a:pt x="2156" y="2"/>
                  </a:moveTo>
                  <a:cubicBezTo>
                    <a:pt x="4443" y="2"/>
                    <a:pt x="4633" y="15051"/>
                    <a:pt x="17778" y="25719"/>
                  </a:cubicBezTo>
                  <a:cubicBezTo>
                    <a:pt x="30922" y="36387"/>
                    <a:pt x="47019" y="34482"/>
                    <a:pt x="47210" y="36578"/>
                  </a:cubicBezTo>
                  <a:cubicBezTo>
                    <a:pt x="47400" y="38673"/>
                    <a:pt x="43590" y="39530"/>
                    <a:pt x="36828" y="39816"/>
                  </a:cubicBezTo>
                  <a:cubicBezTo>
                    <a:pt x="27931" y="40035"/>
                    <a:pt x="19235" y="37140"/>
                    <a:pt x="12253" y="31625"/>
                  </a:cubicBezTo>
                  <a:cubicBezTo>
                    <a:pt x="5595" y="26281"/>
                    <a:pt x="1252" y="18566"/>
                    <a:pt x="156" y="10098"/>
                  </a:cubicBezTo>
                  <a:cubicBezTo>
                    <a:pt x="-511" y="3716"/>
                    <a:pt x="1109" y="-93"/>
                    <a:pt x="2156" y="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8E651CB4-4527-8837-2DCB-C710AF4C644A}"/>
                </a:ext>
              </a:extLst>
            </p:cNvPr>
            <p:cNvSpPr/>
            <p:nvPr/>
          </p:nvSpPr>
          <p:spPr>
            <a:xfrm>
              <a:off x="9925936" y="4469302"/>
              <a:ext cx="574621" cy="1849175"/>
            </a:xfrm>
            <a:custGeom>
              <a:avLst/>
              <a:gdLst>
                <a:gd name="connsiteX0" fmla="*/ 181166 w 303561"/>
                <a:gd name="connsiteY0" fmla="*/ 337947 h 976883"/>
                <a:gd name="connsiteX1" fmla="*/ 57817 w 303561"/>
                <a:gd name="connsiteY1" fmla="*/ 46958 h 976883"/>
                <a:gd name="connsiteX2" fmla="*/ 35337 w 303561"/>
                <a:gd name="connsiteY2" fmla="*/ 37433 h 976883"/>
                <a:gd name="connsiteX3" fmla="*/ 0 w 303561"/>
                <a:gd name="connsiteY3" fmla="*/ 0 h 976883"/>
                <a:gd name="connsiteX4" fmla="*/ 143446 w 303561"/>
                <a:gd name="connsiteY4" fmla="*/ 976884 h 976883"/>
                <a:gd name="connsiteX5" fmla="*/ 303562 w 303561"/>
                <a:gd name="connsiteY5" fmla="*/ 976884 h 976883"/>
                <a:gd name="connsiteX6" fmla="*/ 181166 w 303561"/>
                <a:gd name="connsiteY6" fmla="*/ 337947 h 97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61" h="976883">
                  <a:moveTo>
                    <a:pt x="181166" y="337947"/>
                  </a:moveTo>
                  <a:lnTo>
                    <a:pt x="57817" y="46958"/>
                  </a:lnTo>
                  <a:lnTo>
                    <a:pt x="35337" y="37433"/>
                  </a:lnTo>
                  <a:lnTo>
                    <a:pt x="0" y="0"/>
                  </a:lnTo>
                  <a:lnTo>
                    <a:pt x="143446" y="976884"/>
                  </a:lnTo>
                  <a:lnTo>
                    <a:pt x="303562" y="976884"/>
                  </a:lnTo>
                  <a:cubicBezTo>
                    <a:pt x="285845" y="863917"/>
                    <a:pt x="181166" y="337947"/>
                    <a:pt x="181166" y="337947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>
              <a:extLst>
                <a:ext uri="{FF2B5EF4-FFF2-40B4-BE49-F238E27FC236}">
                  <a16:creationId xmlns:a16="http://schemas.microsoft.com/office/drawing/2014/main" id="{92FD3A85-6D1F-6972-2193-A51DCE451C55}"/>
                </a:ext>
              </a:extLst>
            </p:cNvPr>
            <p:cNvSpPr/>
            <p:nvPr/>
          </p:nvSpPr>
          <p:spPr>
            <a:xfrm>
              <a:off x="9997697" y="4744442"/>
              <a:ext cx="411989" cy="1573493"/>
            </a:xfrm>
            <a:custGeom>
              <a:avLst/>
              <a:gdLst>
                <a:gd name="connsiteX0" fmla="*/ 0 w 217646"/>
                <a:gd name="connsiteY0" fmla="*/ 0 h 831246"/>
                <a:gd name="connsiteX1" fmla="*/ 42767 w 217646"/>
                <a:gd name="connsiteY1" fmla="*/ 283178 h 831246"/>
                <a:gd name="connsiteX2" fmla="*/ 105537 w 217646"/>
                <a:gd name="connsiteY2" fmla="*/ 831247 h 831246"/>
                <a:gd name="connsiteX3" fmla="*/ 217647 w 217646"/>
                <a:gd name="connsiteY3" fmla="*/ 831247 h 831246"/>
                <a:gd name="connsiteX4" fmla="*/ 0 w 217646"/>
                <a:gd name="connsiteY4" fmla="*/ 0 h 8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646" h="831246">
                  <a:moveTo>
                    <a:pt x="0" y="0"/>
                  </a:moveTo>
                  <a:cubicBezTo>
                    <a:pt x="0" y="0"/>
                    <a:pt x="48292" y="284893"/>
                    <a:pt x="42767" y="283178"/>
                  </a:cubicBezTo>
                  <a:cubicBezTo>
                    <a:pt x="37243" y="281464"/>
                    <a:pt x="105537" y="831247"/>
                    <a:pt x="105537" y="831247"/>
                  </a:cubicBezTo>
                  <a:lnTo>
                    <a:pt x="217647" y="831247"/>
                  </a:lnTo>
                  <a:cubicBezTo>
                    <a:pt x="203740" y="71818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7CA9D2F2-5028-77C1-043A-F2D3DD8CF247}"/>
                </a:ext>
              </a:extLst>
            </p:cNvPr>
            <p:cNvSpPr/>
            <p:nvPr/>
          </p:nvSpPr>
          <p:spPr>
            <a:xfrm>
              <a:off x="10552845" y="5190870"/>
              <a:ext cx="254764" cy="109442"/>
            </a:xfrm>
            <a:custGeom>
              <a:avLst/>
              <a:gdLst>
                <a:gd name="connsiteX0" fmla="*/ 129921 w 134587"/>
                <a:gd name="connsiteY0" fmla="*/ 57817 h 57816"/>
                <a:gd name="connsiteX1" fmla="*/ 134588 w 134587"/>
                <a:gd name="connsiteY1" fmla="*/ 25813 h 57816"/>
                <a:gd name="connsiteX2" fmla="*/ 8477 w 134587"/>
                <a:gd name="connsiteY2" fmla="*/ 0 h 57816"/>
                <a:gd name="connsiteX3" fmla="*/ 0 w 134587"/>
                <a:gd name="connsiteY3" fmla="*/ 37529 h 57816"/>
                <a:gd name="connsiteX4" fmla="*/ 129921 w 134587"/>
                <a:gd name="connsiteY4" fmla="*/ 57817 h 5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87" h="57816">
                  <a:moveTo>
                    <a:pt x="129921" y="57817"/>
                  </a:moveTo>
                  <a:lnTo>
                    <a:pt x="134588" y="25813"/>
                  </a:lnTo>
                  <a:lnTo>
                    <a:pt x="8477" y="0"/>
                  </a:lnTo>
                  <a:lnTo>
                    <a:pt x="0" y="37529"/>
                  </a:lnTo>
                  <a:lnTo>
                    <a:pt x="129921" y="57817"/>
                  </a:ln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>
              <a:extLst>
                <a:ext uri="{FF2B5EF4-FFF2-40B4-BE49-F238E27FC236}">
                  <a16:creationId xmlns:a16="http://schemas.microsoft.com/office/drawing/2014/main" id="{69873C8B-3BFB-EA67-ADFB-EA6D7ED58FC3}"/>
                </a:ext>
              </a:extLst>
            </p:cNvPr>
            <p:cNvSpPr/>
            <p:nvPr/>
          </p:nvSpPr>
          <p:spPr>
            <a:xfrm>
              <a:off x="10035380" y="4559272"/>
              <a:ext cx="778904" cy="1193835"/>
            </a:xfrm>
            <a:custGeom>
              <a:avLst/>
              <a:gdLst>
                <a:gd name="connsiteX0" fmla="*/ 0 w 411480"/>
                <a:gd name="connsiteY0" fmla="*/ 0 h 630680"/>
                <a:gd name="connsiteX1" fmla="*/ 124587 w 411480"/>
                <a:gd name="connsiteY1" fmla="*/ 84772 h 630680"/>
                <a:gd name="connsiteX2" fmla="*/ 250127 w 411480"/>
                <a:gd name="connsiteY2" fmla="*/ 360997 h 630680"/>
                <a:gd name="connsiteX3" fmla="*/ 254508 w 411480"/>
                <a:gd name="connsiteY3" fmla="*/ 417100 h 630680"/>
                <a:gd name="connsiteX4" fmla="*/ 273558 w 411480"/>
                <a:gd name="connsiteY4" fmla="*/ 366046 h 630680"/>
                <a:gd name="connsiteX5" fmla="*/ 411480 w 411480"/>
                <a:gd name="connsiteY5" fmla="*/ 394621 h 630680"/>
                <a:gd name="connsiteX6" fmla="*/ 346614 w 411480"/>
                <a:gd name="connsiteY6" fmla="*/ 560642 h 630680"/>
                <a:gd name="connsiteX7" fmla="*/ 189929 w 411480"/>
                <a:gd name="connsiteY7" fmla="*/ 608267 h 630680"/>
                <a:gd name="connsiteX8" fmla="*/ 138017 w 411480"/>
                <a:gd name="connsiteY8" fmla="*/ 513017 h 6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480" h="630680">
                  <a:moveTo>
                    <a:pt x="0" y="0"/>
                  </a:moveTo>
                  <a:cubicBezTo>
                    <a:pt x="0" y="0"/>
                    <a:pt x="99917" y="34671"/>
                    <a:pt x="124587" y="84772"/>
                  </a:cubicBezTo>
                  <a:cubicBezTo>
                    <a:pt x="149257" y="134874"/>
                    <a:pt x="250127" y="360997"/>
                    <a:pt x="250127" y="360997"/>
                  </a:cubicBezTo>
                  <a:lnTo>
                    <a:pt x="254508" y="417100"/>
                  </a:lnTo>
                  <a:lnTo>
                    <a:pt x="273558" y="366046"/>
                  </a:lnTo>
                  <a:lnTo>
                    <a:pt x="411480" y="394621"/>
                  </a:lnTo>
                  <a:cubicBezTo>
                    <a:pt x="411480" y="394621"/>
                    <a:pt x="380047" y="508349"/>
                    <a:pt x="346614" y="560642"/>
                  </a:cubicBezTo>
                  <a:cubicBezTo>
                    <a:pt x="290989" y="647891"/>
                    <a:pt x="222789" y="640747"/>
                    <a:pt x="189929" y="608267"/>
                  </a:cubicBezTo>
                  <a:cubicBezTo>
                    <a:pt x="160687" y="579120"/>
                    <a:pt x="138017" y="513017"/>
                    <a:pt x="138017" y="513017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F5D8470E-009B-8053-BAD4-5F7322C739BB}"/>
                </a:ext>
              </a:extLst>
            </p:cNvPr>
            <p:cNvSpPr/>
            <p:nvPr/>
          </p:nvSpPr>
          <p:spPr>
            <a:xfrm>
              <a:off x="9984535" y="4530605"/>
              <a:ext cx="187910" cy="819292"/>
            </a:xfrm>
            <a:custGeom>
              <a:avLst/>
              <a:gdLst>
                <a:gd name="connsiteX0" fmla="*/ 98774 w 99269"/>
                <a:gd name="connsiteY0" fmla="*/ 432816 h 432816"/>
                <a:gd name="connsiteX1" fmla="*/ 97155 w 99269"/>
                <a:gd name="connsiteY1" fmla="*/ 415290 h 432816"/>
                <a:gd name="connsiteX2" fmla="*/ 92297 w 99269"/>
                <a:gd name="connsiteY2" fmla="*/ 367665 h 432816"/>
                <a:gd name="connsiteX3" fmla="*/ 67818 w 99269"/>
                <a:gd name="connsiteY3" fmla="*/ 211360 h 432816"/>
                <a:gd name="connsiteX4" fmla="*/ 28575 w 99269"/>
                <a:gd name="connsiteY4" fmla="*/ 58388 h 432816"/>
                <a:gd name="connsiteX5" fmla="*/ 9525 w 99269"/>
                <a:gd name="connsiteY5" fmla="*/ 14764 h 432816"/>
                <a:gd name="connsiteX6" fmla="*/ 0 w 99269"/>
                <a:gd name="connsiteY6" fmla="*/ 0 h 432816"/>
                <a:gd name="connsiteX7" fmla="*/ 3143 w 99269"/>
                <a:gd name="connsiteY7" fmla="*/ 3238 h 432816"/>
                <a:gd name="connsiteX8" fmla="*/ 11049 w 99269"/>
                <a:gd name="connsiteY8" fmla="*/ 13811 h 432816"/>
                <a:gd name="connsiteX9" fmla="*/ 31909 w 99269"/>
                <a:gd name="connsiteY9" fmla="*/ 57245 h 432816"/>
                <a:gd name="connsiteX10" fmla="*/ 72676 w 99269"/>
                <a:gd name="connsiteY10" fmla="*/ 210503 h 432816"/>
                <a:gd name="connsiteX11" fmla="*/ 95917 w 99269"/>
                <a:gd name="connsiteY11" fmla="*/ 367284 h 432816"/>
                <a:gd name="connsiteX12" fmla="*/ 99250 w 99269"/>
                <a:gd name="connsiteY12" fmla="*/ 414909 h 432816"/>
                <a:gd name="connsiteX13" fmla="*/ 99250 w 99269"/>
                <a:gd name="connsiteY13" fmla="*/ 428054 h 432816"/>
                <a:gd name="connsiteX14" fmla="*/ 98774 w 99269"/>
                <a:gd name="connsiteY14" fmla="*/ 432816 h 43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269" h="432816">
                  <a:moveTo>
                    <a:pt x="98774" y="432816"/>
                  </a:moveTo>
                  <a:cubicBezTo>
                    <a:pt x="97936" y="427006"/>
                    <a:pt x="97393" y="421157"/>
                    <a:pt x="97155" y="415290"/>
                  </a:cubicBezTo>
                  <a:cubicBezTo>
                    <a:pt x="96202" y="403955"/>
                    <a:pt x="94679" y="387668"/>
                    <a:pt x="92297" y="367665"/>
                  </a:cubicBezTo>
                  <a:cubicBezTo>
                    <a:pt x="87535" y="327470"/>
                    <a:pt x="79629" y="272415"/>
                    <a:pt x="67818" y="211360"/>
                  </a:cubicBezTo>
                  <a:cubicBezTo>
                    <a:pt x="58417" y="159496"/>
                    <a:pt x="45301" y="108375"/>
                    <a:pt x="28575" y="58388"/>
                  </a:cubicBezTo>
                  <a:cubicBezTo>
                    <a:pt x="23489" y="43329"/>
                    <a:pt x="17116" y="28727"/>
                    <a:pt x="9525" y="14764"/>
                  </a:cubicBezTo>
                  <a:cubicBezTo>
                    <a:pt x="3905" y="5239"/>
                    <a:pt x="0" y="286"/>
                    <a:pt x="0" y="0"/>
                  </a:cubicBezTo>
                  <a:cubicBezTo>
                    <a:pt x="1210" y="905"/>
                    <a:pt x="2277" y="2000"/>
                    <a:pt x="3143" y="3238"/>
                  </a:cubicBezTo>
                  <a:cubicBezTo>
                    <a:pt x="6058" y="6544"/>
                    <a:pt x="8706" y="10078"/>
                    <a:pt x="11049" y="13811"/>
                  </a:cubicBezTo>
                  <a:cubicBezTo>
                    <a:pt x="19393" y="27584"/>
                    <a:pt x="26375" y="42129"/>
                    <a:pt x="31909" y="57245"/>
                  </a:cubicBezTo>
                  <a:cubicBezTo>
                    <a:pt x="49692" y="107118"/>
                    <a:pt x="63332" y="158382"/>
                    <a:pt x="72676" y="210503"/>
                  </a:cubicBezTo>
                  <a:cubicBezTo>
                    <a:pt x="84487" y="271272"/>
                    <a:pt x="91726" y="326898"/>
                    <a:pt x="95917" y="367284"/>
                  </a:cubicBezTo>
                  <a:cubicBezTo>
                    <a:pt x="97822" y="387477"/>
                    <a:pt x="98870" y="403860"/>
                    <a:pt x="99250" y="414909"/>
                  </a:cubicBezTo>
                  <a:cubicBezTo>
                    <a:pt x="99250" y="420624"/>
                    <a:pt x="99250" y="425005"/>
                    <a:pt x="99250" y="428054"/>
                  </a:cubicBezTo>
                  <a:cubicBezTo>
                    <a:pt x="99326" y="429654"/>
                    <a:pt x="99174" y="431264"/>
                    <a:pt x="98774" y="43281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>
              <a:extLst>
                <a:ext uri="{FF2B5EF4-FFF2-40B4-BE49-F238E27FC236}">
                  <a16:creationId xmlns:a16="http://schemas.microsoft.com/office/drawing/2014/main" id="{92E406D5-109A-C9AA-EDD2-6231F564ADC1}"/>
                </a:ext>
              </a:extLst>
            </p:cNvPr>
            <p:cNvSpPr/>
            <p:nvPr/>
          </p:nvSpPr>
          <p:spPr>
            <a:xfrm>
              <a:off x="10232864" y="4746426"/>
              <a:ext cx="171534" cy="1051701"/>
            </a:xfrm>
            <a:custGeom>
              <a:avLst/>
              <a:gdLst>
                <a:gd name="connsiteX0" fmla="*/ 66 w 90618"/>
                <a:gd name="connsiteY0" fmla="*/ 0 h 555593"/>
                <a:gd name="connsiteX1" fmla="*/ 47691 w 90618"/>
                <a:gd name="connsiteY1" fmla="*/ 277368 h 555593"/>
                <a:gd name="connsiteX2" fmla="*/ 90553 w 90618"/>
                <a:gd name="connsiteY2" fmla="*/ 555593 h 555593"/>
                <a:gd name="connsiteX3" fmla="*/ 42928 w 90618"/>
                <a:gd name="connsiteY3" fmla="*/ 278130 h 555593"/>
                <a:gd name="connsiteX4" fmla="*/ 66 w 90618"/>
                <a:gd name="connsiteY4" fmla="*/ 0 h 555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18" h="555593">
                  <a:moveTo>
                    <a:pt x="66" y="0"/>
                  </a:moveTo>
                  <a:cubicBezTo>
                    <a:pt x="1399" y="0"/>
                    <a:pt x="22640" y="123825"/>
                    <a:pt x="47691" y="277368"/>
                  </a:cubicBezTo>
                  <a:cubicBezTo>
                    <a:pt x="72741" y="430911"/>
                    <a:pt x="91887" y="555307"/>
                    <a:pt x="90553" y="555593"/>
                  </a:cubicBezTo>
                  <a:cubicBezTo>
                    <a:pt x="89220" y="555879"/>
                    <a:pt x="67979" y="431768"/>
                    <a:pt x="42928" y="278130"/>
                  </a:cubicBezTo>
                  <a:cubicBezTo>
                    <a:pt x="17877" y="124492"/>
                    <a:pt x="-1267" y="190"/>
                    <a:pt x="66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AD9BED8E-3771-7400-CEC2-4EE5138ABA5C}"/>
                </a:ext>
              </a:extLst>
            </p:cNvPr>
            <p:cNvSpPr/>
            <p:nvPr/>
          </p:nvSpPr>
          <p:spPr>
            <a:xfrm>
              <a:off x="9420911" y="4326683"/>
              <a:ext cx="887551" cy="2003333"/>
            </a:xfrm>
            <a:custGeom>
              <a:avLst/>
              <a:gdLst>
                <a:gd name="connsiteX0" fmla="*/ 0 w 468876"/>
                <a:gd name="connsiteY0" fmla="*/ 86392 h 1058322"/>
                <a:gd name="connsiteX1" fmla="*/ 37624 w 468876"/>
                <a:gd name="connsiteY1" fmla="*/ 0 h 1058322"/>
                <a:gd name="connsiteX2" fmla="*/ 242888 w 468876"/>
                <a:gd name="connsiteY2" fmla="*/ 135731 h 1058322"/>
                <a:gd name="connsiteX3" fmla="*/ 265366 w 468876"/>
                <a:gd name="connsiteY3" fmla="*/ 81439 h 1058322"/>
                <a:gd name="connsiteX4" fmla="*/ 343758 w 468876"/>
                <a:gd name="connsiteY4" fmla="*/ 310039 h 1058322"/>
                <a:gd name="connsiteX5" fmla="*/ 449389 w 468876"/>
                <a:gd name="connsiteY5" fmla="*/ 765143 h 1058322"/>
                <a:gd name="connsiteX6" fmla="*/ 467487 w 468876"/>
                <a:gd name="connsiteY6" fmla="*/ 998030 h 1058322"/>
                <a:gd name="connsiteX7" fmla="*/ 437293 w 468876"/>
                <a:gd name="connsiteY7" fmla="*/ 1047750 h 1058322"/>
                <a:gd name="connsiteX8" fmla="*/ 416147 w 468876"/>
                <a:gd name="connsiteY8" fmla="*/ 1050893 h 1058322"/>
                <a:gd name="connsiteX9" fmla="*/ 189738 w 468876"/>
                <a:gd name="connsiteY9" fmla="*/ 1058323 h 1058322"/>
                <a:gd name="connsiteX10" fmla="*/ 35719 w 468876"/>
                <a:gd name="connsiteY10" fmla="*/ 184118 h 105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8876" h="1058322">
                  <a:moveTo>
                    <a:pt x="0" y="86392"/>
                  </a:moveTo>
                  <a:lnTo>
                    <a:pt x="37624" y="0"/>
                  </a:lnTo>
                  <a:lnTo>
                    <a:pt x="242888" y="135731"/>
                  </a:lnTo>
                  <a:lnTo>
                    <a:pt x="265366" y="81439"/>
                  </a:lnTo>
                  <a:lnTo>
                    <a:pt x="343758" y="310039"/>
                  </a:lnTo>
                  <a:lnTo>
                    <a:pt x="449389" y="765143"/>
                  </a:lnTo>
                  <a:cubicBezTo>
                    <a:pt x="452628" y="777716"/>
                    <a:pt x="474536" y="965168"/>
                    <a:pt x="467487" y="998030"/>
                  </a:cubicBezTo>
                  <a:cubicBezTo>
                    <a:pt x="462343" y="1022032"/>
                    <a:pt x="459295" y="1037082"/>
                    <a:pt x="437293" y="1047750"/>
                  </a:cubicBezTo>
                  <a:lnTo>
                    <a:pt x="416147" y="1050893"/>
                  </a:lnTo>
                  <a:lnTo>
                    <a:pt x="189738" y="1058323"/>
                  </a:lnTo>
                  <a:lnTo>
                    <a:pt x="35719" y="184118"/>
                  </a:lnTo>
                  <a:close/>
                </a:path>
              </a:pathLst>
            </a:custGeom>
            <a:solidFill>
              <a:srgbClr val="F5F5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>
              <a:extLst>
                <a:ext uri="{FF2B5EF4-FFF2-40B4-BE49-F238E27FC236}">
                  <a16:creationId xmlns:a16="http://schemas.microsoft.com/office/drawing/2014/main" id="{7C7287EA-821B-FC26-232B-CDD11AA702A8}"/>
                </a:ext>
              </a:extLst>
            </p:cNvPr>
            <p:cNvSpPr/>
            <p:nvPr/>
          </p:nvSpPr>
          <p:spPr>
            <a:xfrm>
              <a:off x="9882304" y="4740836"/>
              <a:ext cx="377010" cy="1475229"/>
            </a:xfrm>
            <a:custGeom>
              <a:avLst/>
              <a:gdLst>
                <a:gd name="connsiteX0" fmla="*/ 5239 w 199167"/>
                <a:gd name="connsiteY0" fmla="*/ 4477 h 779335"/>
                <a:gd name="connsiteX1" fmla="*/ 0 w 199167"/>
                <a:gd name="connsiteY1" fmla="*/ 108299 h 779335"/>
                <a:gd name="connsiteX2" fmla="*/ 62960 w 199167"/>
                <a:gd name="connsiteY2" fmla="*/ 676180 h 779335"/>
                <a:gd name="connsiteX3" fmla="*/ 153924 w 199167"/>
                <a:gd name="connsiteY3" fmla="*/ 779336 h 779335"/>
                <a:gd name="connsiteX4" fmla="*/ 199168 w 199167"/>
                <a:gd name="connsiteY4" fmla="*/ 652748 h 779335"/>
                <a:gd name="connsiteX5" fmla="*/ 53245 w 199167"/>
                <a:gd name="connsiteY5" fmla="*/ 90773 h 779335"/>
                <a:gd name="connsiteX6" fmla="*/ 22288 w 199167"/>
                <a:gd name="connsiteY6" fmla="*/ 0 h 779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167" h="779335">
                  <a:moveTo>
                    <a:pt x="5239" y="4477"/>
                  </a:moveTo>
                  <a:lnTo>
                    <a:pt x="0" y="108299"/>
                  </a:lnTo>
                  <a:lnTo>
                    <a:pt x="62960" y="676180"/>
                  </a:lnTo>
                  <a:cubicBezTo>
                    <a:pt x="66961" y="690658"/>
                    <a:pt x="153924" y="779336"/>
                    <a:pt x="153924" y="779336"/>
                  </a:cubicBezTo>
                  <a:lnTo>
                    <a:pt x="199168" y="652748"/>
                  </a:lnTo>
                  <a:lnTo>
                    <a:pt x="53245" y="90773"/>
                  </a:lnTo>
                  <a:lnTo>
                    <a:pt x="2228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>
              <a:extLst>
                <a:ext uri="{FF2B5EF4-FFF2-40B4-BE49-F238E27FC236}">
                  <a16:creationId xmlns:a16="http://schemas.microsoft.com/office/drawing/2014/main" id="{4A2A5F04-8566-767B-843C-D2241829AAC5}"/>
                </a:ext>
              </a:extLst>
            </p:cNvPr>
            <p:cNvSpPr/>
            <p:nvPr/>
          </p:nvSpPr>
          <p:spPr>
            <a:xfrm>
              <a:off x="8971831" y="4361481"/>
              <a:ext cx="968167" cy="1968715"/>
            </a:xfrm>
            <a:custGeom>
              <a:avLst/>
              <a:gdLst>
                <a:gd name="connsiteX0" fmla="*/ 110462 w 511464"/>
                <a:gd name="connsiteY0" fmla="*/ 1040035 h 1040034"/>
                <a:gd name="connsiteX1" fmla="*/ 511464 w 511464"/>
                <a:gd name="connsiteY1" fmla="*/ 1040035 h 1040034"/>
                <a:gd name="connsiteX2" fmla="*/ 457553 w 511464"/>
                <a:gd name="connsiteY2" fmla="*/ 522161 h 1040034"/>
                <a:gd name="connsiteX3" fmla="*/ 386020 w 511464"/>
                <a:gd name="connsiteY3" fmla="*/ 236411 h 1040034"/>
                <a:gd name="connsiteX4" fmla="*/ 262195 w 511464"/>
                <a:gd name="connsiteY4" fmla="*/ 0 h 1040034"/>
                <a:gd name="connsiteX5" fmla="*/ 228477 w 511464"/>
                <a:gd name="connsiteY5" fmla="*/ 57150 h 1040034"/>
                <a:gd name="connsiteX6" fmla="*/ 112939 w 511464"/>
                <a:gd name="connsiteY6" fmla="*/ 117062 h 1040034"/>
                <a:gd name="connsiteX7" fmla="*/ 18355 w 511464"/>
                <a:gd name="connsiteY7" fmla="*/ 401860 h 1040034"/>
                <a:gd name="connsiteX8" fmla="*/ 37405 w 511464"/>
                <a:gd name="connsiteY8" fmla="*/ 457962 h 1040034"/>
                <a:gd name="connsiteX9" fmla="*/ 160373 w 511464"/>
                <a:gd name="connsiteY9" fmla="*/ 786765 h 1040034"/>
                <a:gd name="connsiteX10" fmla="*/ 110462 w 511464"/>
                <a:gd name="connsiteY10" fmla="*/ 1040035 h 104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1464" h="1040034">
                  <a:moveTo>
                    <a:pt x="110462" y="1040035"/>
                  </a:moveTo>
                  <a:lnTo>
                    <a:pt x="511464" y="1040035"/>
                  </a:lnTo>
                  <a:cubicBezTo>
                    <a:pt x="509655" y="910209"/>
                    <a:pt x="483461" y="629698"/>
                    <a:pt x="457553" y="522161"/>
                  </a:cubicBezTo>
                  <a:cubicBezTo>
                    <a:pt x="440313" y="450342"/>
                    <a:pt x="414976" y="322612"/>
                    <a:pt x="386020" y="236411"/>
                  </a:cubicBezTo>
                  <a:cubicBezTo>
                    <a:pt x="361827" y="164211"/>
                    <a:pt x="298581" y="47530"/>
                    <a:pt x="262195" y="0"/>
                  </a:cubicBezTo>
                  <a:lnTo>
                    <a:pt x="228477" y="57150"/>
                  </a:lnTo>
                  <a:cubicBezTo>
                    <a:pt x="228477" y="57150"/>
                    <a:pt x="150943" y="98584"/>
                    <a:pt x="112939" y="117062"/>
                  </a:cubicBezTo>
                  <a:cubicBezTo>
                    <a:pt x="-4124" y="174212"/>
                    <a:pt x="-19364" y="277273"/>
                    <a:pt x="18355" y="401860"/>
                  </a:cubicBezTo>
                  <a:cubicBezTo>
                    <a:pt x="24642" y="422529"/>
                    <a:pt x="29119" y="433673"/>
                    <a:pt x="37405" y="457962"/>
                  </a:cubicBezTo>
                  <a:cubicBezTo>
                    <a:pt x="75505" y="563785"/>
                    <a:pt x="164088" y="748094"/>
                    <a:pt x="160373" y="786765"/>
                  </a:cubicBezTo>
                  <a:cubicBezTo>
                    <a:pt x="156658" y="825437"/>
                    <a:pt x="132084" y="942213"/>
                    <a:pt x="110462" y="1040035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22DF1137-370F-8646-B1FC-E1B40FB5D3F5}"/>
                </a:ext>
              </a:extLst>
            </p:cNvPr>
            <p:cNvSpPr/>
            <p:nvPr/>
          </p:nvSpPr>
          <p:spPr>
            <a:xfrm>
              <a:off x="9843718" y="4583613"/>
              <a:ext cx="86002" cy="165696"/>
            </a:xfrm>
            <a:custGeom>
              <a:avLst/>
              <a:gdLst>
                <a:gd name="connsiteX0" fmla="*/ 0 w 45433"/>
                <a:gd name="connsiteY0" fmla="*/ 54578 h 87534"/>
                <a:gd name="connsiteX1" fmla="*/ 2000 w 45433"/>
                <a:gd name="connsiteY1" fmla="*/ 58388 h 87534"/>
                <a:gd name="connsiteX2" fmla="*/ 25527 w 45433"/>
                <a:gd name="connsiteY2" fmla="*/ 87535 h 87534"/>
                <a:gd name="connsiteX3" fmla="*/ 42576 w 45433"/>
                <a:gd name="connsiteY3" fmla="*/ 83344 h 87534"/>
                <a:gd name="connsiteX4" fmla="*/ 45434 w 45433"/>
                <a:gd name="connsiteY4" fmla="*/ 45244 h 87534"/>
                <a:gd name="connsiteX5" fmla="*/ 19240 w 45433"/>
                <a:gd name="connsiteY5" fmla="*/ 0 h 87534"/>
                <a:gd name="connsiteX6" fmla="*/ 0 w 45433"/>
                <a:gd name="connsiteY6" fmla="*/ 54578 h 87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33" h="87534">
                  <a:moveTo>
                    <a:pt x="0" y="54578"/>
                  </a:moveTo>
                  <a:lnTo>
                    <a:pt x="2000" y="58388"/>
                  </a:lnTo>
                  <a:lnTo>
                    <a:pt x="25527" y="87535"/>
                  </a:lnTo>
                  <a:lnTo>
                    <a:pt x="42576" y="83344"/>
                  </a:lnTo>
                  <a:lnTo>
                    <a:pt x="45434" y="45244"/>
                  </a:lnTo>
                  <a:lnTo>
                    <a:pt x="19240" y="0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>
              <a:extLst>
                <a:ext uri="{FF2B5EF4-FFF2-40B4-BE49-F238E27FC236}">
                  <a16:creationId xmlns:a16="http://schemas.microsoft.com/office/drawing/2014/main" id="{2AC8B406-0B30-78B2-1354-7C23C9C3D673}"/>
                </a:ext>
              </a:extLst>
            </p:cNvPr>
            <p:cNvSpPr/>
            <p:nvPr/>
          </p:nvSpPr>
          <p:spPr>
            <a:xfrm>
              <a:off x="9415141" y="4484807"/>
              <a:ext cx="400810" cy="759791"/>
            </a:xfrm>
            <a:custGeom>
              <a:avLst/>
              <a:gdLst>
                <a:gd name="connsiteX0" fmla="*/ 211741 w 211740"/>
                <a:gd name="connsiteY0" fmla="*/ 401384 h 401383"/>
                <a:gd name="connsiteX1" fmla="*/ 209360 w 211740"/>
                <a:gd name="connsiteY1" fmla="*/ 397478 h 401383"/>
                <a:gd name="connsiteX2" fmla="*/ 203263 w 211740"/>
                <a:gd name="connsiteY2" fmla="*/ 385667 h 401383"/>
                <a:gd name="connsiteX3" fmla="*/ 180785 w 211740"/>
                <a:gd name="connsiteY3" fmla="*/ 342614 h 401383"/>
                <a:gd name="connsiteX4" fmla="*/ 101346 w 211740"/>
                <a:gd name="connsiteY4" fmla="*/ 203168 h 401383"/>
                <a:gd name="connsiteX5" fmla="*/ 25718 w 211740"/>
                <a:gd name="connsiteY5" fmla="*/ 61436 h 401383"/>
                <a:gd name="connsiteX6" fmla="*/ 6191 w 211740"/>
                <a:gd name="connsiteY6" fmla="*/ 16764 h 401383"/>
                <a:gd name="connsiteX7" fmla="*/ 1429 w 211740"/>
                <a:gd name="connsiteY7" fmla="*/ 4477 h 401383"/>
                <a:gd name="connsiteX8" fmla="*/ 0 w 211740"/>
                <a:gd name="connsiteY8" fmla="*/ 0 h 401383"/>
                <a:gd name="connsiteX9" fmla="*/ 2286 w 211740"/>
                <a:gd name="connsiteY9" fmla="*/ 4096 h 401383"/>
                <a:gd name="connsiteX10" fmla="*/ 7811 w 211740"/>
                <a:gd name="connsiteY10" fmla="*/ 16478 h 401383"/>
                <a:gd name="connsiteX11" fmla="*/ 28670 w 211740"/>
                <a:gd name="connsiteY11" fmla="*/ 60293 h 401383"/>
                <a:gd name="connsiteX12" fmla="*/ 105346 w 211740"/>
                <a:gd name="connsiteY12" fmla="*/ 201168 h 401383"/>
                <a:gd name="connsiteX13" fmla="*/ 183642 w 211740"/>
                <a:gd name="connsiteY13" fmla="*/ 341471 h 401383"/>
                <a:gd name="connsiteX14" fmla="*/ 204883 w 211740"/>
                <a:gd name="connsiteY14" fmla="*/ 385286 h 401383"/>
                <a:gd name="connsiteX15" fmla="*/ 210121 w 211740"/>
                <a:gd name="connsiteY15" fmla="*/ 397383 h 401383"/>
                <a:gd name="connsiteX16" fmla="*/ 211741 w 211740"/>
                <a:gd name="connsiteY16" fmla="*/ 401384 h 40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740" h="401383">
                  <a:moveTo>
                    <a:pt x="211741" y="401384"/>
                  </a:moveTo>
                  <a:cubicBezTo>
                    <a:pt x="210779" y="400193"/>
                    <a:pt x="209979" y="398879"/>
                    <a:pt x="209360" y="397478"/>
                  </a:cubicBezTo>
                  <a:cubicBezTo>
                    <a:pt x="207740" y="394240"/>
                    <a:pt x="205740" y="390430"/>
                    <a:pt x="203263" y="385667"/>
                  </a:cubicBezTo>
                  <a:cubicBezTo>
                    <a:pt x="198120" y="375380"/>
                    <a:pt x="190500" y="360712"/>
                    <a:pt x="180785" y="342614"/>
                  </a:cubicBezTo>
                  <a:cubicBezTo>
                    <a:pt x="161735" y="306419"/>
                    <a:pt x="133160" y="257461"/>
                    <a:pt x="101346" y="203168"/>
                  </a:cubicBezTo>
                  <a:cubicBezTo>
                    <a:pt x="69533" y="148876"/>
                    <a:pt x="43053" y="98393"/>
                    <a:pt x="25718" y="61436"/>
                  </a:cubicBezTo>
                  <a:cubicBezTo>
                    <a:pt x="17050" y="42386"/>
                    <a:pt x="10382" y="27527"/>
                    <a:pt x="6191" y="16764"/>
                  </a:cubicBezTo>
                  <a:cubicBezTo>
                    <a:pt x="4286" y="11906"/>
                    <a:pt x="2667" y="7811"/>
                    <a:pt x="1429" y="4477"/>
                  </a:cubicBezTo>
                  <a:cubicBezTo>
                    <a:pt x="800" y="3038"/>
                    <a:pt x="324" y="1534"/>
                    <a:pt x="0" y="0"/>
                  </a:cubicBezTo>
                  <a:cubicBezTo>
                    <a:pt x="953" y="1248"/>
                    <a:pt x="1724" y="2629"/>
                    <a:pt x="2286" y="4096"/>
                  </a:cubicBezTo>
                  <a:lnTo>
                    <a:pt x="7811" y="16478"/>
                  </a:lnTo>
                  <a:cubicBezTo>
                    <a:pt x="12478" y="26956"/>
                    <a:pt x="19621" y="41910"/>
                    <a:pt x="28670" y="60293"/>
                  </a:cubicBezTo>
                  <a:cubicBezTo>
                    <a:pt x="46768" y="97155"/>
                    <a:pt x="73914" y="146971"/>
                    <a:pt x="105346" y="201168"/>
                  </a:cubicBezTo>
                  <a:cubicBezTo>
                    <a:pt x="136779" y="255365"/>
                    <a:pt x="165068" y="304705"/>
                    <a:pt x="183642" y="341471"/>
                  </a:cubicBezTo>
                  <a:cubicBezTo>
                    <a:pt x="193167" y="359759"/>
                    <a:pt x="200216" y="374713"/>
                    <a:pt x="204883" y="385286"/>
                  </a:cubicBezTo>
                  <a:lnTo>
                    <a:pt x="210121" y="397383"/>
                  </a:lnTo>
                  <a:cubicBezTo>
                    <a:pt x="210846" y="398631"/>
                    <a:pt x="211388" y="399983"/>
                    <a:pt x="211741" y="40138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>
              <a:extLst>
                <a:ext uri="{FF2B5EF4-FFF2-40B4-BE49-F238E27FC236}">
                  <a16:creationId xmlns:a16="http://schemas.microsoft.com/office/drawing/2014/main" id="{8A4DCEB5-E363-FD2D-CDB2-4042F487B9F3}"/>
                </a:ext>
              </a:extLst>
            </p:cNvPr>
            <p:cNvSpPr/>
            <p:nvPr/>
          </p:nvSpPr>
          <p:spPr>
            <a:xfrm>
              <a:off x="9231021" y="4647259"/>
              <a:ext cx="124201" cy="193284"/>
            </a:xfrm>
            <a:custGeom>
              <a:avLst/>
              <a:gdLst>
                <a:gd name="connsiteX0" fmla="*/ 64786 w 65613"/>
                <a:gd name="connsiteY0" fmla="*/ 102108 h 102108"/>
                <a:gd name="connsiteX1" fmla="*/ 61167 w 65613"/>
                <a:gd name="connsiteY1" fmla="*/ 84011 h 102108"/>
                <a:gd name="connsiteX2" fmla="*/ 44403 w 65613"/>
                <a:gd name="connsiteY2" fmla="*/ 43434 h 102108"/>
                <a:gd name="connsiteX3" fmla="*/ 14875 w 65613"/>
                <a:gd name="connsiteY3" fmla="*/ 10954 h 102108"/>
                <a:gd name="connsiteX4" fmla="*/ 16 w 65613"/>
                <a:gd name="connsiteY4" fmla="*/ 0 h 102108"/>
                <a:gd name="connsiteX5" fmla="*/ 16876 w 65613"/>
                <a:gd name="connsiteY5" fmla="*/ 8192 h 102108"/>
                <a:gd name="connsiteX6" fmla="*/ 64501 w 65613"/>
                <a:gd name="connsiteY6" fmla="*/ 83344 h 102108"/>
                <a:gd name="connsiteX7" fmla="*/ 64786 w 65613"/>
                <a:gd name="connsiteY7" fmla="*/ 102108 h 10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613" h="102108">
                  <a:moveTo>
                    <a:pt x="64786" y="102108"/>
                  </a:moveTo>
                  <a:cubicBezTo>
                    <a:pt x="63215" y="96155"/>
                    <a:pt x="62005" y="90116"/>
                    <a:pt x="61167" y="84011"/>
                  </a:cubicBezTo>
                  <a:cubicBezTo>
                    <a:pt x="57947" y="69618"/>
                    <a:pt x="52280" y="55893"/>
                    <a:pt x="44403" y="43434"/>
                  </a:cubicBezTo>
                  <a:cubicBezTo>
                    <a:pt x="36526" y="30975"/>
                    <a:pt x="26534" y="19983"/>
                    <a:pt x="14875" y="10954"/>
                  </a:cubicBezTo>
                  <a:cubicBezTo>
                    <a:pt x="5922" y="4001"/>
                    <a:pt x="-365" y="667"/>
                    <a:pt x="16" y="0"/>
                  </a:cubicBezTo>
                  <a:cubicBezTo>
                    <a:pt x="6131" y="1562"/>
                    <a:pt x="11875" y="4343"/>
                    <a:pt x="16876" y="8192"/>
                  </a:cubicBezTo>
                  <a:cubicBezTo>
                    <a:pt x="42450" y="25584"/>
                    <a:pt x="59690" y="52787"/>
                    <a:pt x="64501" y="83344"/>
                  </a:cubicBezTo>
                  <a:cubicBezTo>
                    <a:pt x="65882" y="89516"/>
                    <a:pt x="65977" y="95898"/>
                    <a:pt x="64786" y="10210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C9663A11-BC78-2533-5D10-093B94C1F9AD}"/>
                </a:ext>
              </a:extLst>
            </p:cNvPr>
            <p:cNvSpPr/>
            <p:nvPr/>
          </p:nvSpPr>
          <p:spPr>
            <a:xfrm>
              <a:off x="9623165" y="4590100"/>
              <a:ext cx="259139" cy="197974"/>
            </a:xfrm>
            <a:custGeom>
              <a:avLst/>
              <a:gdLst>
                <a:gd name="connsiteX0" fmla="*/ 136898 w 136898"/>
                <a:gd name="connsiteY0" fmla="*/ 2 h 104586"/>
                <a:gd name="connsiteX1" fmla="*/ 135279 w 136898"/>
                <a:gd name="connsiteY1" fmla="*/ 8384 h 104586"/>
                <a:gd name="connsiteX2" fmla="*/ 128135 w 136898"/>
                <a:gd name="connsiteY2" fmla="*/ 30578 h 104586"/>
                <a:gd name="connsiteX3" fmla="*/ 97655 w 136898"/>
                <a:gd name="connsiteY3" fmla="*/ 102110 h 104586"/>
                <a:gd name="connsiteX4" fmla="*/ 96417 w 136898"/>
                <a:gd name="connsiteY4" fmla="*/ 104587 h 104586"/>
                <a:gd name="connsiteX5" fmla="*/ 94226 w 136898"/>
                <a:gd name="connsiteY5" fmla="*/ 103158 h 104586"/>
                <a:gd name="connsiteX6" fmla="*/ 86892 w 136898"/>
                <a:gd name="connsiteY6" fmla="*/ 98300 h 104586"/>
                <a:gd name="connsiteX7" fmla="*/ 24217 w 136898"/>
                <a:gd name="connsiteY7" fmla="*/ 42674 h 104586"/>
                <a:gd name="connsiteX8" fmla="*/ 6310 w 136898"/>
                <a:gd name="connsiteY8" fmla="*/ 24863 h 104586"/>
                <a:gd name="connsiteX9" fmla="*/ 24 w 136898"/>
                <a:gd name="connsiteY9" fmla="*/ 18005 h 104586"/>
                <a:gd name="connsiteX10" fmla="*/ 7549 w 136898"/>
                <a:gd name="connsiteY10" fmla="*/ 23529 h 104586"/>
                <a:gd name="connsiteX11" fmla="*/ 26599 w 136898"/>
                <a:gd name="connsiteY11" fmla="*/ 40198 h 104586"/>
                <a:gd name="connsiteX12" fmla="*/ 89654 w 136898"/>
                <a:gd name="connsiteY12" fmla="*/ 94395 h 104586"/>
                <a:gd name="connsiteX13" fmla="*/ 96703 w 136898"/>
                <a:gd name="connsiteY13" fmla="*/ 99063 h 104586"/>
                <a:gd name="connsiteX14" fmla="*/ 93369 w 136898"/>
                <a:gd name="connsiteY14" fmla="*/ 100110 h 104586"/>
                <a:gd name="connsiteX15" fmla="*/ 125182 w 136898"/>
                <a:gd name="connsiteY15" fmla="*/ 29435 h 104586"/>
                <a:gd name="connsiteX16" fmla="*/ 136898 w 136898"/>
                <a:gd name="connsiteY16" fmla="*/ 2 h 10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898" h="104586">
                  <a:moveTo>
                    <a:pt x="136898" y="2"/>
                  </a:moveTo>
                  <a:cubicBezTo>
                    <a:pt x="136803" y="2860"/>
                    <a:pt x="136250" y="5689"/>
                    <a:pt x="135279" y="8384"/>
                  </a:cubicBezTo>
                  <a:cubicBezTo>
                    <a:pt x="133288" y="15900"/>
                    <a:pt x="130907" y="23310"/>
                    <a:pt x="128135" y="30578"/>
                  </a:cubicBezTo>
                  <a:cubicBezTo>
                    <a:pt x="121468" y="49628"/>
                    <a:pt x="110895" y="74488"/>
                    <a:pt x="97655" y="102110"/>
                  </a:cubicBezTo>
                  <a:lnTo>
                    <a:pt x="96417" y="104587"/>
                  </a:lnTo>
                  <a:lnTo>
                    <a:pt x="94226" y="103158"/>
                  </a:lnTo>
                  <a:cubicBezTo>
                    <a:pt x="91940" y="101539"/>
                    <a:pt x="89273" y="100015"/>
                    <a:pt x="86892" y="98300"/>
                  </a:cubicBezTo>
                  <a:cubicBezTo>
                    <a:pt x="64737" y="81232"/>
                    <a:pt x="43801" y="62649"/>
                    <a:pt x="24217" y="42674"/>
                  </a:cubicBezTo>
                  <a:lnTo>
                    <a:pt x="6310" y="24863"/>
                  </a:lnTo>
                  <a:cubicBezTo>
                    <a:pt x="2024" y="20672"/>
                    <a:pt x="-262" y="18290"/>
                    <a:pt x="24" y="18005"/>
                  </a:cubicBezTo>
                  <a:cubicBezTo>
                    <a:pt x="2748" y="19538"/>
                    <a:pt x="5272" y="21396"/>
                    <a:pt x="7549" y="23529"/>
                  </a:cubicBezTo>
                  <a:cubicBezTo>
                    <a:pt x="12121" y="27339"/>
                    <a:pt x="18693" y="33054"/>
                    <a:pt x="26599" y="40198"/>
                  </a:cubicBezTo>
                  <a:cubicBezTo>
                    <a:pt x="46677" y="59334"/>
                    <a:pt x="67718" y="77422"/>
                    <a:pt x="89654" y="94395"/>
                  </a:cubicBezTo>
                  <a:cubicBezTo>
                    <a:pt x="92035" y="96110"/>
                    <a:pt x="94512" y="97539"/>
                    <a:pt x="96703" y="99063"/>
                  </a:cubicBezTo>
                  <a:lnTo>
                    <a:pt x="93369" y="100110"/>
                  </a:lnTo>
                  <a:cubicBezTo>
                    <a:pt x="106609" y="72583"/>
                    <a:pt x="117753" y="47627"/>
                    <a:pt x="125182" y="29435"/>
                  </a:cubicBezTo>
                  <a:cubicBezTo>
                    <a:pt x="132612" y="11242"/>
                    <a:pt x="136041" y="-188"/>
                    <a:pt x="136898" y="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08DB05EC-2F81-116F-B1F9-58F0D806D7C3}"/>
                </a:ext>
              </a:extLst>
            </p:cNvPr>
            <p:cNvSpPr/>
            <p:nvPr/>
          </p:nvSpPr>
          <p:spPr>
            <a:xfrm>
              <a:off x="9895825" y="4605970"/>
              <a:ext cx="101870" cy="129096"/>
            </a:xfrm>
            <a:custGeom>
              <a:avLst/>
              <a:gdLst>
                <a:gd name="connsiteX0" fmla="*/ 53816 w 53816"/>
                <a:gd name="connsiteY0" fmla="*/ 30099 h 68199"/>
                <a:gd name="connsiteX1" fmla="*/ 49435 w 53816"/>
                <a:gd name="connsiteY1" fmla="*/ 40196 h 68199"/>
                <a:gd name="connsiteX2" fmla="*/ 36291 w 53816"/>
                <a:gd name="connsiteY2" fmla="*/ 65246 h 68199"/>
                <a:gd name="connsiteX3" fmla="*/ 34481 w 53816"/>
                <a:gd name="connsiteY3" fmla="*/ 68199 h 68199"/>
                <a:gd name="connsiteX4" fmla="*/ 32480 w 53816"/>
                <a:gd name="connsiteY4" fmla="*/ 65151 h 68199"/>
                <a:gd name="connsiteX5" fmla="*/ 23813 w 53816"/>
                <a:gd name="connsiteY5" fmla="*/ 50578 h 68199"/>
                <a:gd name="connsiteX6" fmla="*/ 0 w 53816"/>
                <a:gd name="connsiteY6" fmla="*/ 0 h 68199"/>
                <a:gd name="connsiteX7" fmla="*/ 28004 w 53816"/>
                <a:gd name="connsiteY7" fmla="*/ 48292 h 68199"/>
                <a:gd name="connsiteX8" fmla="*/ 36385 w 53816"/>
                <a:gd name="connsiteY8" fmla="*/ 62770 h 68199"/>
                <a:gd name="connsiteX9" fmla="*/ 32576 w 53816"/>
                <a:gd name="connsiteY9" fmla="*/ 62770 h 68199"/>
                <a:gd name="connsiteX10" fmla="*/ 46958 w 53816"/>
                <a:gd name="connsiteY10" fmla="*/ 38957 h 68199"/>
                <a:gd name="connsiteX11" fmla="*/ 53816 w 53816"/>
                <a:gd name="connsiteY11" fmla="*/ 30099 h 68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816" h="68199">
                  <a:moveTo>
                    <a:pt x="53816" y="30099"/>
                  </a:moveTo>
                  <a:cubicBezTo>
                    <a:pt x="52826" y="33652"/>
                    <a:pt x="51349" y="37043"/>
                    <a:pt x="49435" y="40196"/>
                  </a:cubicBezTo>
                  <a:cubicBezTo>
                    <a:pt x="45549" y="48797"/>
                    <a:pt x="41167" y="57160"/>
                    <a:pt x="36291" y="65246"/>
                  </a:cubicBezTo>
                  <a:lnTo>
                    <a:pt x="34481" y="68199"/>
                  </a:lnTo>
                  <a:lnTo>
                    <a:pt x="32480" y="65151"/>
                  </a:lnTo>
                  <a:cubicBezTo>
                    <a:pt x="29623" y="60674"/>
                    <a:pt x="26766" y="55626"/>
                    <a:pt x="23813" y="50578"/>
                  </a:cubicBezTo>
                  <a:cubicBezTo>
                    <a:pt x="14126" y="34595"/>
                    <a:pt x="6144" y="17650"/>
                    <a:pt x="0" y="0"/>
                  </a:cubicBezTo>
                  <a:cubicBezTo>
                    <a:pt x="10363" y="15478"/>
                    <a:pt x="19717" y="31613"/>
                    <a:pt x="28004" y="48292"/>
                  </a:cubicBezTo>
                  <a:cubicBezTo>
                    <a:pt x="30861" y="53435"/>
                    <a:pt x="33719" y="58388"/>
                    <a:pt x="36385" y="62770"/>
                  </a:cubicBezTo>
                  <a:lnTo>
                    <a:pt x="32576" y="62770"/>
                  </a:lnTo>
                  <a:cubicBezTo>
                    <a:pt x="38672" y="53245"/>
                    <a:pt x="43148" y="44768"/>
                    <a:pt x="46958" y="38957"/>
                  </a:cubicBezTo>
                  <a:cubicBezTo>
                    <a:pt x="50768" y="33147"/>
                    <a:pt x="53435" y="29813"/>
                    <a:pt x="53816" y="300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735EA5F6-19D0-4075-00BC-F12C67015226}"/>
                </a:ext>
              </a:extLst>
            </p:cNvPr>
            <p:cNvSpPr/>
            <p:nvPr/>
          </p:nvSpPr>
          <p:spPr>
            <a:xfrm>
              <a:off x="10529946" y="4912304"/>
              <a:ext cx="324182" cy="391254"/>
            </a:xfrm>
            <a:custGeom>
              <a:avLst/>
              <a:gdLst>
                <a:gd name="connsiteX0" fmla="*/ 99631 w 171259"/>
                <a:gd name="connsiteY0" fmla="*/ 0 h 206692"/>
                <a:gd name="connsiteX1" fmla="*/ 3810 w 171259"/>
                <a:gd name="connsiteY1" fmla="*/ 98965 h 206692"/>
                <a:gd name="connsiteX2" fmla="*/ 0 w 171259"/>
                <a:gd name="connsiteY2" fmla="*/ 185071 h 206692"/>
                <a:gd name="connsiteX3" fmla="*/ 117253 w 171259"/>
                <a:gd name="connsiteY3" fmla="*/ 206692 h 206692"/>
                <a:gd name="connsiteX4" fmla="*/ 117253 w 171259"/>
                <a:gd name="connsiteY4" fmla="*/ 206692 h 206692"/>
                <a:gd name="connsiteX5" fmla="*/ 123920 w 171259"/>
                <a:gd name="connsiteY5" fmla="*/ 155067 h 206692"/>
                <a:gd name="connsiteX6" fmla="*/ 171259 w 171259"/>
                <a:gd name="connsiteY6" fmla="*/ 56579 h 206692"/>
                <a:gd name="connsiteX7" fmla="*/ 99631 w 171259"/>
                <a:gd name="connsiteY7" fmla="*/ 0 h 206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259" h="206692">
                  <a:moveTo>
                    <a:pt x="99631" y="0"/>
                  </a:moveTo>
                  <a:lnTo>
                    <a:pt x="3810" y="98965"/>
                  </a:lnTo>
                  <a:lnTo>
                    <a:pt x="0" y="185071"/>
                  </a:lnTo>
                  <a:lnTo>
                    <a:pt x="117253" y="206692"/>
                  </a:lnTo>
                  <a:lnTo>
                    <a:pt x="117253" y="206692"/>
                  </a:lnTo>
                  <a:lnTo>
                    <a:pt x="123920" y="155067"/>
                  </a:lnTo>
                  <a:lnTo>
                    <a:pt x="171259" y="56579"/>
                  </a:lnTo>
                  <a:lnTo>
                    <a:pt x="99631" y="0"/>
                  </a:ln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31B13029-140E-37CA-5FCD-F5ADCF4116A5}"/>
                </a:ext>
              </a:extLst>
            </p:cNvPr>
            <p:cNvSpPr/>
            <p:nvPr/>
          </p:nvSpPr>
          <p:spPr>
            <a:xfrm>
              <a:off x="10335207" y="3421369"/>
              <a:ext cx="1469713" cy="1469940"/>
            </a:xfrm>
            <a:custGeom>
              <a:avLst/>
              <a:gdLst>
                <a:gd name="connsiteX0" fmla="*/ 7531 w 776421"/>
                <a:gd name="connsiteY0" fmla="*/ 312430 h 776541"/>
                <a:gd name="connsiteX1" fmla="*/ 463988 w 776421"/>
                <a:gd name="connsiteY1" fmla="*/ 7544 h 776541"/>
                <a:gd name="connsiteX2" fmla="*/ 768875 w 776421"/>
                <a:gd name="connsiteY2" fmla="*/ 464011 h 776541"/>
                <a:gd name="connsiteX3" fmla="*/ 653422 w 776421"/>
                <a:gd name="connsiteY3" fmla="*/ 671618 h 776541"/>
                <a:gd name="connsiteX4" fmla="*/ 653422 w 776421"/>
                <a:gd name="connsiteY4" fmla="*/ 671618 h 776541"/>
                <a:gd name="connsiteX5" fmla="*/ 104924 w 776421"/>
                <a:gd name="connsiteY5" fmla="*/ 653863 h 776541"/>
                <a:gd name="connsiteX6" fmla="*/ 7531 w 776421"/>
                <a:gd name="connsiteY6" fmla="*/ 312430 h 776541"/>
                <a:gd name="connsiteX7" fmla="*/ 743147 w 776421"/>
                <a:gd name="connsiteY7" fmla="*/ 459115 h 776541"/>
                <a:gd name="connsiteX8" fmla="*/ 458607 w 776421"/>
                <a:gd name="connsiteY8" fmla="*/ 33614 h 776541"/>
                <a:gd name="connsiteX9" fmla="*/ 33106 w 776421"/>
                <a:gd name="connsiteY9" fmla="*/ 318145 h 776541"/>
                <a:gd name="connsiteX10" fmla="*/ 317646 w 776421"/>
                <a:gd name="connsiteY10" fmla="*/ 743655 h 776541"/>
                <a:gd name="connsiteX11" fmla="*/ 635705 w 776421"/>
                <a:gd name="connsiteY11" fmla="*/ 652663 h 776541"/>
                <a:gd name="connsiteX12" fmla="*/ 742862 w 776421"/>
                <a:gd name="connsiteY12" fmla="*/ 459115 h 77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6421" h="776541">
                  <a:moveTo>
                    <a:pt x="7531" y="312430"/>
                  </a:moveTo>
                  <a:cubicBezTo>
                    <a:pt x="49384" y="102194"/>
                    <a:pt x="253752" y="-34309"/>
                    <a:pt x="463988" y="7544"/>
                  </a:cubicBezTo>
                  <a:cubicBezTo>
                    <a:pt x="674234" y="49407"/>
                    <a:pt x="810736" y="253766"/>
                    <a:pt x="768875" y="464011"/>
                  </a:cubicBezTo>
                  <a:cubicBezTo>
                    <a:pt x="753034" y="543573"/>
                    <a:pt x="712658" y="616182"/>
                    <a:pt x="653422" y="671618"/>
                  </a:cubicBezTo>
                  <a:lnTo>
                    <a:pt x="653422" y="671618"/>
                  </a:lnTo>
                  <a:cubicBezTo>
                    <a:pt x="497059" y="818179"/>
                    <a:pt x="251486" y="810225"/>
                    <a:pt x="104924" y="653863"/>
                  </a:cubicBezTo>
                  <a:cubicBezTo>
                    <a:pt x="19247" y="562442"/>
                    <a:pt x="-17024" y="435293"/>
                    <a:pt x="7531" y="312430"/>
                  </a:cubicBezTo>
                  <a:close/>
                  <a:moveTo>
                    <a:pt x="743147" y="459115"/>
                  </a:moveTo>
                  <a:cubicBezTo>
                    <a:pt x="782076" y="263043"/>
                    <a:pt x="654679" y="72533"/>
                    <a:pt x="458607" y="33614"/>
                  </a:cubicBezTo>
                  <a:cubicBezTo>
                    <a:pt x="262534" y="-5314"/>
                    <a:pt x="72034" y="122073"/>
                    <a:pt x="33106" y="318145"/>
                  </a:cubicBezTo>
                  <a:cubicBezTo>
                    <a:pt x="-5822" y="514217"/>
                    <a:pt x="121574" y="704727"/>
                    <a:pt x="317646" y="743655"/>
                  </a:cubicBezTo>
                  <a:cubicBezTo>
                    <a:pt x="432137" y="766382"/>
                    <a:pt x="550561" y="732501"/>
                    <a:pt x="635705" y="652663"/>
                  </a:cubicBezTo>
                  <a:cubicBezTo>
                    <a:pt x="690750" y="600914"/>
                    <a:pt x="728222" y="533229"/>
                    <a:pt x="742862" y="459115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C2603420-4F92-0E9A-9D83-9BF936B7B070}"/>
                </a:ext>
              </a:extLst>
            </p:cNvPr>
            <p:cNvSpPr/>
            <p:nvPr/>
          </p:nvSpPr>
          <p:spPr>
            <a:xfrm>
              <a:off x="10335207" y="3421369"/>
              <a:ext cx="1469713" cy="1469940"/>
            </a:xfrm>
            <a:custGeom>
              <a:avLst/>
              <a:gdLst>
                <a:gd name="connsiteX0" fmla="*/ 7531 w 776421"/>
                <a:gd name="connsiteY0" fmla="*/ 312430 h 776541"/>
                <a:gd name="connsiteX1" fmla="*/ 463988 w 776421"/>
                <a:gd name="connsiteY1" fmla="*/ 7544 h 776541"/>
                <a:gd name="connsiteX2" fmla="*/ 768875 w 776421"/>
                <a:gd name="connsiteY2" fmla="*/ 464011 h 776541"/>
                <a:gd name="connsiteX3" fmla="*/ 653422 w 776421"/>
                <a:gd name="connsiteY3" fmla="*/ 671618 h 776541"/>
                <a:gd name="connsiteX4" fmla="*/ 653422 w 776421"/>
                <a:gd name="connsiteY4" fmla="*/ 671618 h 776541"/>
                <a:gd name="connsiteX5" fmla="*/ 104924 w 776421"/>
                <a:gd name="connsiteY5" fmla="*/ 653863 h 776541"/>
                <a:gd name="connsiteX6" fmla="*/ 7531 w 776421"/>
                <a:gd name="connsiteY6" fmla="*/ 312430 h 776541"/>
                <a:gd name="connsiteX7" fmla="*/ 743147 w 776421"/>
                <a:gd name="connsiteY7" fmla="*/ 459115 h 776541"/>
                <a:gd name="connsiteX8" fmla="*/ 458607 w 776421"/>
                <a:gd name="connsiteY8" fmla="*/ 33614 h 776541"/>
                <a:gd name="connsiteX9" fmla="*/ 33106 w 776421"/>
                <a:gd name="connsiteY9" fmla="*/ 318145 h 776541"/>
                <a:gd name="connsiteX10" fmla="*/ 317646 w 776421"/>
                <a:gd name="connsiteY10" fmla="*/ 743655 h 776541"/>
                <a:gd name="connsiteX11" fmla="*/ 635705 w 776421"/>
                <a:gd name="connsiteY11" fmla="*/ 652663 h 776541"/>
                <a:gd name="connsiteX12" fmla="*/ 742862 w 776421"/>
                <a:gd name="connsiteY12" fmla="*/ 459115 h 77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6421" h="776541">
                  <a:moveTo>
                    <a:pt x="7531" y="312430"/>
                  </a:moveTo>
                  <a:cubicBezTo>
                    <a:pt x="49384" y="102194"/>
                    <a:pt x="253752" y="-34309"/>
                    <a:pt x="463988" y="7544"/>
                  </a:cubicBezTo>
                  <a:cubicBezTo>
                    <a:pt x="674234" y="49407"/>
                    <a:pt x="810736" y="253766"/>
                    <a:pt x="768875" y="464011"/>
                  </a:cubicBezTo>
                  <a:cubicBezTo>
                    <a:pt x="753034" y="543573"/>
                    <a:pt x="712658" y="616182"/>
                    <a:pt x="653422" y="671618"/>
                  </a:cubicBezTo>
                  <a:lnTo>
                    <a:pt x="653422" y="671618"/>
                  </a:lnTo>
                  <a:cubicBezTo>
                    <a:pt x="497059" y="818179"/>
                    <a:pt x="251486" y="810225"/>
                    <a:pt x="104924" y="653863"/>
                  </a:cubicBezTo>
                  <a:cubicBezTo>
                    <a:pt x="19247" y="562442"/>
                    <a:pt x="-17024" y="435293"/>
                    <a:pt x="7531" y="312430"/>
                  </a:cubicBezTo>
                  <a:close/>
                  <a:moveTo>
                    <a:pt x="743147" y="459115"/>
                  </a:moveTo>
                  <a:cubicBezTo>
                    <a:pt x="782076" y="263043"/>
                    <a:pt x="654679" y="72533"/>
                    <a:pt x="458607" y="33614"/>
                  </a:cubicBezTo>
                  <a:cubicBezTo>
                    <a:pt x="262534" y="-5314"/>
                    <a:pt x="72034" y="122073"/>
                    <a:pt x="33106" y="318145"/>
                  </a:cubicBezTo>
                  <a:cubicBezTo>
                    <a:pt x="-5822" y="514217"/>
                    <a:pt x="121574" y="704727"/>
                    <a:pt x="317646" y="743655"/>
                  </a:cubicBezTo>
                  <a:cubicBezTo>
                    <a:pt x="432137" y="766382"/>
                    <a:pt x="550561" y="732501"/>
                    <a:pt x="635705" y="652663"/>
                  </a:cubicBezTo>
                  <a:cubicBezTo>
                    <a:pt x="690750" y="600914"/>
                    <a:pt x="728222" y="533229"/>
                    <a:pt x="742862" y="45911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1E889C80-CCA9-7125-AC56-66FC77177670}"/>
                </a:ext>
              </a:extLst>
            </p:cNvPr>
            <p:cNvSpPr/>
            <p:nvPr/>
          </p:nvSpPr>
          <p:spPr>
            <a:xfrm>
              <a:off x="10335207" y="3421369"/>
              <a:ext cx="1469713" cy="1469940"/>
            </a:xfrm>
            <a:custGeom>
              <a:avLst/>
              <a:gdLst>
                <a:gd name="connsiteX0" fmla="*/ 7531 w 776421"/>
                <a:gd name="connsiteY0" fmla="*/ 312430 h 776541"/>
                <a:gd name="connsiteX1" fmla="*/ 463988 w 776421"/>
                <a:gd name="connsiteY1" fmla="*/ 7544 h 776541"/>
                <a:gd name="connsiteX2" fmla="*/ 768875 w 776421"/>
                <a:gd name="connsiteY2" fmla="*/ 464011 h 776541"/>
                <a:gd name="connsiteX3" fmla="*/ 653422 w 776421"/>
                <a:gd name="connsiteY3" fmla="*/ 671618 h 776541"/>
                <a:gd name="connsiteX4" fmla="*/ 653422 w 776421"/>
                <a:gd name="connsiteY4" fmla="*/ 671618 h 776541"/>
                <a:gd name="connsiteX5" fmla="*/ 104924 w 776421"/>
                <a:gd name="connsiteY5" fmla="*/ 653863 h 776541"/>
                <a:gd name="connsiteX6" fmla="*/ 7531 w 776421"/>
                <a:gd name="connsiteY6" fmla="*/ 312430 h 776541"/>
                <a:gd name="connsiteX7" fmla="*/ 743147 w 776421"/>
                <a:gd name="connsiteY7" fmla="*/ 459115 h 776541"/>
                <a:gd name="connsiteX8" fmla="*/ 458607 w 776421"/>
                <a:gd name="connsiteY8" fmla="*/ 33614 h 776541"/>
                <a:gd name="connsiteX9" fmla="*/ 33106 w 776421"/>
                <a:gd name="connsiteY9" fmla="*/ 318145 h 776541"/>
                <a:gd name="connsiteX10" fmla="*/ 317646 w 776421"/>
                <a:gd name="connsiteY10" fmla="*/ 743655 h 776541"/>
                <a:gd name="connsiteX11" fmla="*/ 635705 w 776421"/>
                <a:gd name="connsiteY11" fmla="*/ 652663 h 776541"/>
                <a:gd name="connsiteX12" fmla="*/ 742862 w 776421"/>
                <a:gd name="connsiteY12" fmla="*/ 459115 h 77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6421" h="776541">
                  <a:moveTo>
                    <a:pt x="7531" y="312430"/>
                  </a:moveTo>
                  <a:cubicBezTo>
                    <a:pt x="49384" y="102194"/>
                    <a:pt x="253752" y="-34309"/>
                    <a:pt x="463988" y="7544"/>
                  </a:cubicBezTo>
                  <a:cubicBezTo>
                    <a:pt x="674234" y="49407"/>
                    <a:pt x="810736" y="253766"/>
                    <a:pt x="768875" y="464011"/>
                  </a:cubicBezTo>
                  <a:cubicBezTo>
                    <a:pt x="753034" y="543573"/>
                    <a:pt x="712658" y="616182"/>
                    <a:pt x="653422" y="671618"/>
                  </a:cubicBezTo>
                  <a:lnTo>
                    <a:pt x="653422" y="671618"/>
                  </a:lnTo>
                  <a:cubicBezTo>
                    <a:pt x="497059" y="818179"/>
                    <a:pt x="251486" y="810225"/>
                    <a:pt x="104924" y="653863"/>
                  </a:cubicBezTo>
                  <a:cubicBezTo>
                    <a:pt x="19247" y="562442"/>
                    <a:pt x="-17024" y="435293"/>
                    <a:pt x="7531" y="312430"/>
                  </a:cubicBezTo>
                  <a:close/>
                  <a:moveTo>
                    <a:pt x="743147" y="459115"/>
                  </a:moveTo>
                  <a:cubicBezTo>
                    <a:pt x="782076" y="263043"/>
                    <a:pt x="654679" y="72533"/>
                    <a:pt x="458607" y="33614"/>
                  </a:cubicBezTo>
                  <a:cubicBezTo>
                    <a:pt x="262534" y="-5314"/>
                    <a:pt x="72034" y="122073"/>
                    <a:pt x="33106" y="318145"/>
                  </a:cubicBezTo>
                  <a:cubicBezTo>
                    <a:pt x="-5822" y="514217"/>
                    <a:pt x="121574" y="704727"/>
                    <a:pt x="317646" y="743655"/>
                  </a:cubicBezTo>
                  <a:cubicBezTo>
                    <a:pt x="432137" y="766382"/>
                    <a:pt x="550561" y="732501"/>
                    <a:pt x="635705" y="652663"/>
                  </a:cubicBezTo>
                  <a:cubicBezTo>
                    <a:pt x="690750" y="600914"/>
                    <a:pt x="728222" y="533229"/>
                    <a:pt x="742862" y="4591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B49CDFFB-2902-810A-8A5C-F1DF5740C952}"/>
                </a:ext>
              </a:extLst>
            </p:cNvPr>
            <p:cNvSpPr/>
            <p:nvPr/>
          </p:nvSpPr>
          <p:spPr>
            <a:xfrm>
              <a:off x="10317133" y="3386073"/>
              <a:ext cx="1469713" cy="1469937"/>
            </a:xfrm>
            <a:custGeom>
              <a:avLst/>
              <a:gdLst>
                <a:gd name="connsiteX0" fmla="*/ 7555 w 776421"/>
                <a:gd name="connsiteY0" fmla="*/ 312311 h 776539"/>
                <a:gd name="connsiteX1" fmla="*/ 464107 w 776421"/>
                <a:gd name="connsiteY1" fmla="*/ 7569 h 776539"/>
                <a:gd name="connsiteX2" fmla="*/ 768850 w 776421"/>
                <a:gd name="connsiteY2" fmla="*/ 464121 h 776539"/>
                <a:gd name="connsiteX3" fmla="*/ 653445 w 776421"/>
                <a:gd name="connsiteY3" fmla="*/ 671594 h 776539"/>
                <a:gd name="connsiteX4" fmla="*/ 653445 w 776421"/>
                <a:gd name="connsiteY4" fmla="*/ 671594 h 776539"/>
                <a:gd name="connsiteX5" fmla="*/ 104948 w 776421"/>
                <a:gd name="connsiteY5" fmla="*/ 653878 h 776539"/>
                <a:gd name="connsiteX6" fmla="*/ 7555 w 776421"/>
                <a:gd name="connsiteY6" fmla="*/ 312311 h 776539"/>
                <a:gd name="connsiteX7" fmla="*/ 743170 w 776421"/>
                <a:gd name="connsiteY7" fmla="*/ 459092 h 776539"/>
                <a:gd name="connsiteX8" fmla="*/ 458630 w 776421"/>
                <a:gd name="connsiteY8" fmla="*/ 33591 h 776539"/>
                <a:gd name="connsiteX9" fmla="*/ 33129 w 776421"/>
                <a:gd name="connsiteY9" fmla="*/ 318122 h 776539"/>
                <a:gd name="connsiteX10" fmla="*/ 317670 w 776421"/>
                <a:gd name="connsiteY10" fmla="*/ 743632 h 776539"/>
                <a:gd name="connsiteX11" fmla="*/ 635729 w 776421"/>
                <a:gd name="connsiteY11" fmla="*/ 652640 h 776539"/>
                <a:gd name="connsiteX12" fmla="*/ 742885 w 776421"/>
                <a:gd name="connsiteY12" fmla="*/ 459092 h 77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6421" h="776539">
                  <a:moveTo>
                    <a:pt x="7555" y="312311"/>
                  </a:moveTo>
                  <a:cubicBezTo>
                    <a:pt x="49474" y="102085"/>
                    <a:pt x="253881" y="-34351"/>
                    <a:pt x="464107" y="7569"/>
                  </a:cubicBezTo>
                  <a:cubicBezTo>
                    <a:pt x="674333" y="49488"/>
                    <a:pt x="810779" y="253894"/>
                    <a:pt x="768850" y="464121"/>
                  </a:cubicBezTo>
                  <a:cubicBezTo>
                    <a:pt x="753001" y="543636"/>
                    <a:pt x="712643" y="616187"/>
                    <a:pt x="653445" y="671594"/>
                  </a:cubicBezTo>
                  <a:lnTo>
                    <a:pt x="653445" y="671594"/>
                  </a:lnTo>
                  <a:cubicBezTo>
                    <a:pt x="497092" y="818165"/>
                    <a:pt x="251518" y="810240"/>
                    <a:pt x="104948" y="653878"/>
                  </a:cubicBezTo>
                  <a:cubicBezTo>
                    <a:pt x="19223" y="562438"/>
                    <a:pt x="-17048" y="435212"/>
                    <a:pt x="7555" y="312311"/>
                  </a:cubicBezTo>
                  <a:close/>
                  <a:moveTo>
                    <a:pt x="743170" y="459092"/>
                  </a:moveTo>
                  <a:cubicBezTo>
                    <a:pt x="782099" y="263019"/>
                    <a:pt x="654703" y="72510"/>
                    <a:pt x="458630" y="33591"/>
                  </a:cubicBezTo>
                  <a:cubicBezTo>
                    <a:pt x="262558" y="-5338"/>
                    <a:pt x="72058" y="122049"/>
                    <a:pt x="33129" y="318122"/>
                  </a:cubicBezTo>
                  <a:cubicBezTo>
                    <a:pt x="-5799" y="514194"/>
                    <a:pt x="121598" y="704703"/>
                    <a:pt x="317670" y="743632"/>
                  </a:cubicBezTo>
                  <a:cubicBezTo>
                    <a:pt x="432160" y="766359"/>
                    <a:pt x="550584" y="732478"/>
                    <a:pt x="635729" y="652640"/>
                  </a:cubicBezTo>
                  <a:cubicBezTo>
                    <a:pt x="690774" y="600890"/>
                    <a:pt x="728245" y="533206"/>
                    <a:pt x="742885" y="45909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5856D4DC-03E7-B361-1CB7-9FEA07D7FC12}"/>
                </a:ext>
              </a:extLst>
            </p:cNvPr>
            <p:cNvSpPr/>
            <p:nvPr/>
          </p:nvSpPr>
          <p:spPr>
            <a:xfrm>
              <a:off x="9898729" y="4710006"/>
              <a:ext cx="959547" cy="1536706"/>
            </a:xfrm>
            <a:custGeom>
              <a:avLst/>
              <a:gdLst>
                <a:gd name="connsiteX0" fmla="*/ 36566 w 506910"/>
                <a:gd name="connsiteY0" fmla="*/ 806196 h 811812"/>
                <a:gd name="connsiteX1" fmla="*/ 15420 w 506910"/>
                <a:gd name="connsiteY1" fmla="*/ 794385 h 811812"/>
                <a:gd name="connsiteX2" fmla="*/ 7801 w 506910"/>
                <a:gd name="connsiteY2" fmla="*/ 727710 h 811812"/>
                <a:gd name="connsiteX3" fmla="*/ 407851 w 506910"/>
                <a:gd name="connsiteY3" fmla="*/ 0 h 811812"/>
                <a:gd name="connsiteX4" fmla="*/ 506910 w 506910"/>
                <a:gd name="connsiteY4" fmla="*/ 55721 h 811812"/>
                <a:gd name="connsiteX5" fmla="*/ 107718 w 506910"/>
                <a:gd name="connsiteY5" fmla="*/ 782288 h 811812"/>
                <a:gd name="connsiteX6" fmla="*/ 36566 w 506910"/>
                <a:gd name="connsiteY6" fmla="*/ 806196 h 81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910" h="811812">
                  <a:moveTo>
                    <a:pt x="36566" y="806196"/>
                  </a:moveTo>
                  <a:lnTo>
                    <a:pt x="15420" y="794385"/>
                  </a:lnTo>
                  <a:cubicBezTo>
                    <a:pt x="-3630" y="783812"/>
                    <a:pt x="-3630" y="748379"/>
                    <a:pt x="7801" y="727710"/>
                  </a:cubicBezTo>
                  <a:lnTo>
                    <a:pt x="407851" y="0"/>
                  </a:lnTo>
                  <a:lnTo>
                    <a:pt x="506910" y="55721"/>
                  </a:lnTo>
                  <a:lnTo>
                    <a:pt x="107718" y="782288"/>
                  </a:lnTo>
                  <a:cubicBezTo>
                    <a:pt x="92763" y="807434"/>
                    <a:pt x="60760" y="819817"/>
                    <a:pt x="36566" y="80619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AE6B0650-0FE5-08C4-0DBE-C331DA6B2859}"/>
                </a:ext>
              </a:extLst>
            </p:cNvPr>
            <p:cNvSpPr/>
            <p:nvPr/>
          </p:nvSpPr>
          <p:spPr>
            <a:xfrm>
              <a:off x="9957489" y="5229997"/>
              <a:ext cx="626686" cy="480504"/>
            </a:xfrm>
            <a:custGeom>
              <a:avLst/>
              <a:gdLst>
                <a:gd name="connsiteX0" fmla="*/ 6191 w 331066"/>
                <a:gd name="connsiteY0" fmla="*/ 133921 h 253841"/>
                <a:gd name="connsiteX1" fmla="*/ 23050 w 331066"/>
                <a:gd name="connsiteY1" fmla="*/ 130397 h 253841"/>
                <a:gd name="connsiteX2" fmla="*/ 111347 w 331066"/>
                <a:gd name="connsiteY2" fmla="*/ 55150 h 253841"/>
                <a:gd name="connsiteX3" fmla="*/ 159734 w 331066"/>
                <a:gd name="connsiteY3" fmla="*/ 14478 h 253841"/>
                <a:gd name="connsiteX4" fmla="*/ 173831 w 331066"/>
                <a:gd name="connsiteY4" fmla="*/ 8001 h 253841"/>
                <a:gd name="connsiteX5" fmla="*/ 221456 w 331066"/>
                <a:gd name="connsiteY5" fmla="*/ 0 h 253841"/>
                <a:gd name="connsiteX6" fmla="*/ 207073 w 331066"/>
                <a:gd name="connsiteY6" fmla="*/ 32385 h 253841"/>
                <a:gd name="connsiteX7" fmla="*/ 180880 w 331066"/>
                <a:gd name="connsiteY7" fmla="*/ 46006 h 253841"/>
                <a:gd name="connsiteX8" fmla="*/ 156876 w 331066"/>
                <a:gd name="connsiteY8" fmla="*/ 74581 h 253841"/>
                <a:gd name="connsiteX9" fmla="*/ 159925 w 331066"/>
                <a:gd name="connsiteY9" fmla="*/ 80677 h 253841"/>
                <a:gd name="connsiteX10" fmla="*/ 326993 w 331066"/>
                <a:gd name="connsiteY10" fmla="*/ 117062 h 253841"/>
                <a:gd name="connsiteX11" fmla="*/ 325545 w 331066"/>
                <a:gd name="connsiteY11" fmla="*/ 140055 h 253841"/>
                <a:gd name="connsiteX12" fmla="*/ 322612 w 331066"/>
                <a:gd name="connsiteY12" fmla="*/ 142113 h 253841"/>
                <a:gd name="connsiteX13" fmla="*/ 310610 w 331066"/>
                <a:gd name="connsiteY13" fmla="*/ 143256 h 253841"/>
                <a:gd name="connsiteX14" fmla="*/ 295370 w 331066"/>
                <a:gd name="connsiteY14" fmla="*/ 177070 h 253841"/>
                <a:gd name="connsiteX15" fmla="*/ 282226 w 331066"/>
                <a:gd name="connsiteY15" fmla="*/ 210788 h 253841"/>
                <a:gd name="connsiteX16" fmla="*/ 256127 w 331066"/>
                <a:gd name="connsiteY16" fmla="*/ 233744 h 253841"/>
                <a:gd name="connsiteX17" fmla="*/ 135064 w 331066"/>
                <a:gd name="connsiteY17" fmla="*/ 250126 h 253841"/>
                <a:gd name="connsiteX18" fmla="*/ 22670 w 331066"/>
                <a:gd name="connsiteY18" fmla="*/ 250126 h 253841"/>
                <a:gd name="connsiteX19" fmla="*/ 0 w 331066"/>
                <a:gd name="connsiteY19" fmla="*/ 253841 h 25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1066" h="253841">
                  <a:moveTo>
                    <a:pt x="6191" y="133921"/>
                  </a:moveTo>
                  <a:lnTo>
                    <a:pt x="23050" y="130397"/>
                  </a:lnTo>
                  <a:lnTo>
                    <a:pt x="111347" y="55150"/>
                  </a:lnTo>
                  <a:lnTo>
                    <a:pt x="159734" y="14478"/>
                  </a:lnTo>
                  <a:cubicBezTo>
                    <a:pt x="163773" y="11097"/>
                    <a:pt x="168640" y="8868"/>
                    <a:pt x="173831" y="8001"/>
                  </a:cubicBezTo>
                  <a:lnTo>
                    <a:pt x="221456" y="0"/>
                  </a:lnTo>
                  <a:cubicBezTo>
                    <a:pt x="225380" y="12868"/>
                    <a:pt x="219256" y="26670"/>
                    <a:pt x="207073" y="32385"/>
                  </a:cubicBezTo>
                  <a:lnTo>
                    <a:pt x="180880" y="46006"/>
                  </a:lnTo>
                  <a:lnTo>
                    <a:pt x="156876" y="74581"/>
                  </a:lnTo>
                  <a:lnTo>
                    <a:pt x="159925" y="80677"/>
                  </a:lnTo>
                  <a:cubicBezTo>
                    <a:pt x="159925" y="80677"/>
                    <a:pt x="317182" y="105061"/>
                    <a:pt x="326993" y="117062"/>
                  </a:cubicBezTo>
                  <a:cubicBezTo>
                    <a:pt x="332947" y="123806"/>
                    <a:pt x="332298" y="134102"/>
                    <a:pt x="325545" y="140055"/>
                  </a:cubicBezTo>
                  <a:cubicBezTo>
                    <a:pt x="324650" y="140846"/>
                    <a:pt x="323659" y="141532"/>
                    <a:pt x="322612" y="142113"/>
                  </a:cubicBezTo>
                  <a:cubicBezTo>
                    <a:pt x="318764" y="143446"/>
                    <a:pt x="314649" y="143837"/>
                    <a:pt x="310610" y="143256"/>
                  </a:cubicBezTo>
                  <a:cubicBezTo>
                    <a:pt x="310610" y="143256"/>
                    <a:pt x="318230" y="161734"/>
                    <a:pt x="295370" y="177070"/>
                  </a:cubicBezTo>
                  <a:cubicBezTo>
                    <a:pt x="295370" y="177070"/>
                    <a:pt x="312801" y="199930"/>
                    <a:pt x="282226" y="210788"/>
                  </a:cubicBezTo>
                  <a:cubicBezTo>
                    <a:pt x="276625" y="221371"/>
                    <a:pt x="267338" y="229543"/>
                    <a:pt x="256127" y="233744"/>
                  </a:cubicBezTo>
                  <a:cubicBezTo>
                    <a:pt x="216094" y="241363"/>
                    <a:pt x="175679" y="246831"/>
                    <a:pt x="135064" y="250126"/>
                  </a:cubicBezTo>
                  <a:lnTo>
                    <a:pt x="22670" y="250126"/>
                  </a:lnTo>
                  <a:lnTo>
                    <a:pt x="0" y="253841"/>
                  </a:ln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BA1F0407-584E-56CD-B84A-9B3DEE96CEAE}"/>
                </a:ext>
              </a:extLst>
            </p:cNvPr>
            <p:cNvSpPr/>
            <p:nvPr/>
          </p:nvSpPr>
          <p:spPr>
            <a:xfrm>
              <a:off x="10389131" y="5493357"/>
              <a:ext cx="163714" cy="14776"/>
            </a:xfrm>
            <a:custGeom>
              <a:avLst/>
              <a:gdLst>
                <a:gd name="connsiteX0" fmla="*/ 86487 w 86487"/>
                <a:gd name="connsiteY0" fmla="*/ 4509 h 7806"/>
                <a:gd name="connsiteX1" fmla="*/ 43053 w 86487"/>
                <a:gd name="connsiteY1" fmla="*/ 6890 h 7806"/>
                <a:gd name="connsiteX2" fmla="*/ 0 w 86487"/>
                <a:gd name="connsiteY2" fmla="*/ 508 h 7806"/>
                <a:gd name="connsiteX3" fmla="*/ 43339 w 86487"/>
                <a:gd name="connsiteY3" fmla="*/ 1937 h 7806"/>
                <a:gd name="connsiteX4" fmla="*/ 86487 w 86487"/>
                <a:gd name="connsiteY4" fmla="*/ 4509 h 7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7806">
                  <a:moveTo>
                    <a:pt x="86487" y="4509"/>
                  </a:moveTo>
                  <a:cubicBezTo>
                    <a:pt x="72266" y="7862"/>
                    <a:pt x="57559" y="8662"/>
                    <a:pt x="43053" y="6890"/>
                  </a:cubicBezTo>
                  <a:cubicBezTo>
                    <a:pt x="28489" y="6547"/>
                    <a:pt x="14030" y="4404"/>
                    <a:pt x="0" y="508"/>
                  </a:cubicBezTo>
                  <a:cubicBezTo>
                    <a:pt x="14459" y="-492"/>
                    <a:pt x="28975" y="-16"/>
                    <a:pt x="43339" y="1937"/>
                  </a:cubicBezTo>
                  <a:cubicBezTo>
                    <a:pt x="57759" y="2061"/>
                    <a:pt x="72161" y="2928"/>
                    <a:pt x="86487" y="4509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304F08A3-3A45-660C-775A-F65930287CE0}"/>
                </a:ext>
              </a:extLst>
            </p:cNvPr>
            <p:cNvSpPr/>
            <p:nvPr/>
          </p:nvSpPr>
          <p:spPr>
            <a:xfrm>
              <a:off x="10378311" y="5562833"/>
              <a:ext cx="138832" cy="12143"/>
            </a:xfrm>
            <a:custGeom>
              <a:avLst/>
              <a:gdLst>
                <a:gd name="connsiteX0" fmla="*/ 73343 w 73342"/>
                <a:gd name="connsiteY0" fmla="*/ 1429 h 6415"/>
                <a:gd name="connsiteX1" fmla="*/ 62675 w 73342"/>
                <a:gd name="connsiteY1" fmla="*/ 3524 h 6415"/>
                <a:gd name="connsiteX2" fmla="*/ 36862 w 73342"/>
                <a:gd name="connsiteY2" fmla="*/ 6287 h 6415"/>
                <a:gd name="connsiteX3" fmla="*/ 10763 w 73342"/>
                <a:gd name="connsiteY3" fmla="*/ 5715 h 6415"/>
                <a:gd name="connsiteX4" fmla="*/ 0 w 73342"/>
                <a:gd name="connsiteY4" fmla="*/ 4763 h 6415"/>
                <a:gd name="connsiteX5" fmla="*/ 10763 w 73342"/>
                <a:gd name="connsiteY5" fmla="*/ 2191 h 6415"/>
                <a:gd name="connsiteX6" fmla="*/ 36576 w 73342"/>
                <a:gd name="connsiteY6" fmla="*/ 1334 h 6415"/>
                <a:gd name="connsiteX7" fmla="*/ 62484 w 73342"/>
                <a:gd name="connsiteY7" fmla="*/ 0 h 6415"/>
                <a:gd name="connsiteX8" fmla="*/ 73343 w 73342"/>
                <a:gd name="connsiteY8" fmla="*/ 1429 h 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342" h="6415">
                  <a:moveTo>
                    <a:pt x="73343" y="1429"/>
                  </a:moveTo>
                  <a:cubicBezTo>
                    <a:pt x="73343" y="2096"/>
                    <a:pt x="69247" y="2667"/>
                    <a:pt x="62675" y="3524"/>
                  </a:cubicBezTo>
                  <a:cubicBezTo>
                    <a:pt x="56102" y="4381"/>
                    <a:pt x="47054" y="5620"/>
                    <a:pt x="36862" y="6287"/>
                  </a:cubicBezTo>
                  <a:cubicBezTo>
                    <a:pt x="28156" y="6572"/>
                    <a:pt x="19451" y="6382"/>
                    <a:pt x="10763" y="5715"/>
                  </a:cubicBezTo>
                  <a:cubicBezTo>
                    <a:pt x="7154" y="5810"/>
                    <a:pt x="3543" y="5486"/>
                    <a:pt x="0" y="4763"/>
                  </a:cubicBezTo>
                  <a:cubicBezTo>
                    <a:pt x="0" y="4001"/>
                    <a:pt x="4001" y="2667"/>
                    <a:pt x="10763" y="2191"/>
                  </a:cubicBezTo>
                  <a:cubicBezTo>
                    <a:pt x="17526" y="1714"/>
                    <a:pt x="26575" y="2191"/>
                    <a:pt x="36576" y="1334"/>
                  </a:cubicBezTo>
                  <a:cubicBezTo>
                    <a:pt x="46577" y="476"/>
                    <a:pt x="55626" y="0"/>
                    <a:pt x="62484" y="0"/>
                  </a:cubicBezTo>
                  <a:cubicBezTo>
                    <a:pt x="69342" y="0"/>
                    <a:pt x="73343" y="762"/>
                    <a:pt x="73343" y="1429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BB133FD4-DABC-622F-6925-4E711946F6B8}"/>
                </a:ext>
              </a:extLst>
            </p:cNvPr>
            <p:cNvSpPr/>
            <p:nvPr/>
          </p:nvSpPr>
          <p:spPr>
            <a:xfrm>
              <a:off x="10343322" y="5626513"/>
              <a:ext cx="154889" cy="31989"/>
            </a:xfrm>
            <a:custGeom>
              <a:avLst/>
              <a:gdLst>
                <a:gd name="connsiteX0" fmla="*/ 81826 w 81825"/>
                <a:gd name="connsiteY0" fmla="*/ 839 h 16899"/>
                <a:gd name="connsiteX1" fmla="*/ 39439 w 81825"/>
                <a:gd name="connsiteY1" fmla="*/ 6554 h 16899"/>
                <a:gd name="connsiteX2" fmla="*/ 10864 w 81825"/>
                <a:gd name="connsiteY2" fmla="*/ 11031 h 16899"/>
                <a:gd name="connsiteX3" fmla="*/ 101 w 81825"/>
                <a:gd name="connsiteY3" fmla="*/ 16841 h 16899"/>
                <a:gd name="connsiteX4" fmla="*/ 9626 w 81825"/>
                <a:gd name="connsiteY4" fmla="*/ 7888 h 16899"/>
                <a:gd name="connsiteX5" fmla="*/ 39725 w 81825"/>
                <a:gd name="connsiteY5" fmla="*/ 1601 h 16899"/>
                <a:gd name="connsiteX6" fmla="*/ 81826 w 81825"/>
                <a:gd name="connsiteY6" fmla="*/ 839 h 1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25" h="16899">
                  <a:moveTo>
                    <a:pt x="81826" y="839"/>
                  </a:moveTo>
                  <a:cubicBezTo>
                    <a:pt x="67967" y="4392"/>
                    <a:pt x="53746" y="6316"/>
                    <a:pt x="39439" y="6554"/>
                  </a:cubicBezTo>
                  <a:cubicBezTo>
                    <a:pt x="29753" y="6668"/>
                    <a:pt x="20123" y="8174"/>
                    <a:pt x="10864" y="11031"/>
                  </a:cubicBezTo>
                  <a:cubicBezTo>
                    <a:pt x="3911" y="13698"/>
                    <a:pt x="768" y="17413"/>
                    <a:pt x="101" y="16841"/>
                  </a:cubicBezTo>
                  <a:cubicBezTo>
                    <a:pt x="-566" y="16270"/>
                    <a:pt x="2006" y="11698"/>
                    <a:pt x="9626" y="7888"/>
                  </a:cubicBezTo>
                  <a:cubicBezTo>
                    <a:pt x="19142" y="3811"/>
                    <a:pt x="29371" y="1668"/>
                    <a:pt x="39725" y="1601"/>
                  </a:cubicBezTo>
                  <a:cubicBezTo>
                    <a:pt x="53689" y="-237"/>
                    <a:pt x="67805" y="-494"/>
                    <a:pt x="81826" y="839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29E74161-4A89-4A83-1648-850FF0599A67}"/>
                </a:ext>
              </a:extLst>
            </p:cNvPr>
            <p:cNvSpPr/>
            <p:nvPr/>
          </p:nvSpPr>
          <p:spPr>
            <a:xfrm>
              <a:off x="9877255" y="5440587"/>
              <a:ext cx="179581" cy="335362"/>
            </a:xfrm>
            <a:custGeom>
              <a:avLst/>
              <a:gdLst>
                <a:gd name="connsiteX0" fmla="*/ 0 w 94869"/>
                <a:gd name="connsiteY0" fmla="*/ 27718 h 177165"/>
                <a:gd name="connsiteX1" fmla="*/ 25527 w 94869"/>
                <a:gd name="connsiteY1" fmla="*/ 177165 h 177165"/>
                <a:gd name="connsiteX2" fmla="*/ 94869 w 94869"/>
                <a:gd name="connsiteY2" fmla="*/ 156877 h 177165"/>
                <a:gd name="connsiteX3" fmla="*/ 74009 w 94869"/>
                <a:gd name="connsiteY3" fmla="*/ 0 h 177165"/>
                <a:gd name="connsiteX4" fmla="*/ 0 w 94869"/>
                <a:gd name="connsiteY4" fmla="*/ 27718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869" h="177165">
                  <a:moveTo>
                    <a:pt x="0" y="27718"/>
                  </a:moveTo>
                  <a:lnTo>
                    <a:pt x="25527" y="177165"/>
                  </a:lnTo>
                  <a:lnTo>
                    <a:pt x="94869" y="156877"/>
                  </a:lnTo>
                  <a:lnTo>
                    <a:pt x="74009" y="0"/>
                  </a:lnTo>
                  <a:lnTo>
                    <a:pt x="0" y="27718"/>
                  </a:ln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932077FC-A03A-D739-8B74-6CBB72F8D54D}"/>
                </a:ext>
              </a:extLst>
            </p:cNvPr>
            <p:cNvSpPr/>
            <p:nvPr/>
          </p:nvSpPr>
          <p:spPr>
            <a:xfrm>
              <a:off x="9877074" y="5435900"/>
              <a:ext cx="183726" cy="345458"/>
            </a:xfrm>
            <a:custGeom>
              <a:avLst/>
              <a:gdLst>
                <a:gd name="connsiteX0" fmla="*/ 95 w 97059"/>
                <a:gd name="connsiteY0" fmla="*/ 30194 h 182499"/>
                <a:gd name="connsiteX1" fmla="*/ 4858 w 97059"/>
                <a:gd name="connsiteY1" fmla="*/ 28004 h 182499"/>
                <a:gd name="connsiteX2" fmla="*/ 19241 w 97059"/>
                <a:gd name="connsiteY2" fmla="*/ 22098 h 182499"/>
                <a:gd name="connsiteX3" fmla="*/ 73438 w 97059"/>
                <a:gd name="connsiteY3" fmla="*/ 762 h 182499"/>
                <a:gd name="connsiteX4" fmla="*/ 75533 w 97059"/>
                <a:gd name="connsiteY4" fmla="*/ 0 h 182499"/>
                <a:gd name="connsiteX5" fmla="*/ 75533 w 97059"/>
                <a:gd name="connsiteY5" fmla="*/ 2286 h 182499"/>
                <a:gd name="connsiteX6" fmla="*/ 96108 w 97059"/>
                <a:gd name="connsiteY6" fmla="*/ 152400 h 182499"/>
                <a:gd name="connsiteX7" fmla="*/ 97060 w 97059"/>
                <a:gd name="connsiteY7" fmla="*/ 158972 h 182499"/>
                <a:gd name="connsiteX8" fmla="*/ 97060 w 97059"/>
                <a:gd name="connsiteY8" fmla="*/ 161068 h 182499"/>
                <a:gd name="connsiteX9" fmla="*/ 95155 w 97059"/>
                <a:gd name="connsiteY9" fmla="*/ 161639 h 182499"/>
                <a:gd name="connsiteX10" fmla="*/ 25718 w 97059"/>
                <a:gd name="connsiteY10" fmla="*/ 181832 h 182499"/>
                <a:gd name="connsiteX11" fmla="*/ 23336 w 97059"/>
                <a:gd name="connsiteY11" fmla="*/ 182499 h 182499"/>
                <a:gd name="connsiteX12" fmla="*/ 23336 w 97059"/>
                <a:gd name="connsiteY12" fmla="*/ 180023 h 182499"/>
                <a:gd name="connsiteX13" fmla="*/ 5906 w 97059"/>
                <a:gd name="connsiteY13" fmla="*/ 71723 h 182499"/>
                <a:gd name="connsiteX14" fmla="*/ 1238 w 97059"/>
                <a:gd name="connsiteY14" fmla="*/ 40958 h 182499"/>
                <a:gd name="connsiteX15" fmla="*/ 0 w 97059"/>
                <a:gd name="connsiteY15" fmla="*/ 30194 h 182499"/>
                <a:gd name="connsiteX16" fmla="*/ 2572 w 97059"/>
                <a:gd name="connsiteY16" fmla="*/ 41624 h 182499"/>
                <a:gd name="connsiteX17" fmla="*/ 8477 w 97059"/>
                <a:gd name="connsiteY17" fmla="*/ 72581 h 182499"/>
                <a:gd name="connsiteX18" fmla="*/ 27527 w 97059"/>
                <a:gd name="connsiteY18" fmla="*/ 179261 h 182499"/>
                <a:gd name="connsiteX19" fmla="*/ 24670 w 97059"/>
                <a:gd name="connsiteY19" fmla="*/ 177546 h 182499"/>
                <a:gd name="connsiteX20" fmla="*/ 94012 w 97059"/>
                <a:gd name="connsiteY20" fmla="*/ 157067 h 182499"/>
                <a:gd name="connsiteX21" fmla="*/ 92297 w 97059"/>
                <a:gd name="connsiteY21" fmla="*/ 159639 h 182499"/>
                <a:gd name="connsiteX22" fmla="*/ 91440 w 97059"/>
                <a:gd name="connsiteY22" fmla="*/ 153067 h 182499"/>
                <a:gd name="connsiteX23" fmla="*/ 72390 w 97059"/>
                <a:gd name="connsiteY23" fmla="*/ 2762 h 182499"/>
                <a:gd name="connsiteX24" fmla="*/ 74772 w 97059"/>
                <a:gd name="connsiteY24" fmla="*/ 4191 h 182499"/>
                <a:gd name="connsiteX25" fmla="*/ 20860 w 97059"/>
                <a:gd name="connsiteY25" fmla="*/ 23241 h 182499"/>
                <a:gd name="connsiteX26" fmla="*/ 5810 w 97059"/>
                <a:gd name="connsiteY26" fmla="*/ 28480 h 182499"/>
                <a:gd name="connsiteX27" fmla="*/ 95 w 97059"/>
                <a:gd name="connsiteY27" fmla="*/ 30194 h 18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7059" h="182499">
                  <a:moveTo>
                    <a:pt x="95" y="30194"/>
                  </a:moveTo>
                  <a:cubicBezTo>
                    <a:pt x="1600" y="29299"/>
                    <a:pt x="3200" y="28566"/>
                    <a:pt x="4858" y="28004"/>
                  </a:cubicBezTo>
                  <a:lnTo>
                    <a:pt x="19241" y="22098"/>
                  </a:lnTo>
                  <a:lnTo>
                    <a:pt x="73438" y="762"/>
                  </a:lnTo>
                  <a:lnTo>
                    <a:pt x="75533" y="0"/>
                  </a:lnTo>
                  <a:lnTo>
                    <a:pt x="75533" y="2286"/>
                  </a:lnTo>
                  <a:cubicBezTo>
                    <a:pt x="81058" y="42386"/>
                    <a:pt x="88297" y="94869"/>
                    <a:pt x="96108" y="152400"/>
                  </a:cubicBezTo>
                  <a:cubicBezTo>
                    <a:pt x="96108" y="154591"/>
                    <a:pt x="96679" y="156782"/>
                    <a:pt x="97060" y="158972"/>
                  </a:cubicBezTo>
                  <a:lnTo>
                    <a:pt x="97060" y="161068"/>
                  </a:lnTo>
                  <a:lnTo>
                    <a:pt x="95155" y="161639"/>
                  </a:lnTo>
                  <a:lnTo>
                    <a:pt x="25718" y="181832"/>
                  </a:lnTo>
                  <a:lnTo>
                    <a:pt x="23336" y="182499"/>
                  </a:lnTo>
                  <a:lnTo>
                    <a:pt x="23336" y="180023"/>
                  </a:lnTo>
                  <a:cubicBezTo>
                    <a:pt x="15907" y="135922"/>
                    <a:pt x="9906" y="98203"/>
                    <a:pt x="5906" y="71723"/>
                  </a:cubicBezTo>
                  <a:cubicBezTo>
                    <a:pt x="4001" y="59055"/>
                    <a:pt x="2381" y="48768"/>
                    <a:pt x="1238" y="40958"/>
                  </a:cubicBezTo>
                  <a:cubicBezTo>
                    <a:pt x="553" y="37405"/>
                    <a:pt x="143" y="33804"/>
                    <a:pt x="0" y="30194"/>
                  </a:cubicBezTo>
                  <a:cubicBezTo>
                    <a:pt x="1096" y="33947"/>
                    <a:pt x="1953" y="37767"/>
                    <a:pt x="2572" y="41624"/>
                  </a:cubicBezTo>
                  <a:cubicBezTo>
                    <a:pt x="4096" y="49435"/>
                    <a:pt x="6001" y="59817"/>
                    <a:pt x="8477" y="72581"/>
                  </a:cubicBezTo>
                  <a:cubicBezTo>
                    <a:pt x="13430" y="99060"/>
                    <a:pt x="20193" y="136017"/>
                    <a:pt x="27527" y="179261"/>
                  </a:cubicBezTo>
                  <a:lnTo>
                    <a:pt x="24670" y="177546"/>
                  </a:lnTo>
                  <a:lnTo>
                    <a:pt x="94012" y="157067"/>
                  </a:lnTo>
                  <a:lnTo>
                    <a:pt x="92297" y="159639"/>
                  </a:lnTo>
                  <a:lnTo>
                    <a:pt x="91440" y="153067"/>
                  </a:lnTo>
                  <a:cubicBezTo>
                    <a:pt x="84011" y="95917"/>
                    <a:pt x="77153" y="42863"/>
                    <a:pt x="72390" y="2762"/>
                  </a:cubicBezTo>
                  <a:lnTo>
                    <a:pt x="74772" y="4191"/>
                  </a:lnTo>
                  <a:lnTo>
                    <a:pt x="20860" y="23241"/>
                  </a:lnTo>
                  <a:lnTo>
                    <a:pt x="5810" y="28480"/>
                  </a:lnTo>
                  <a:cubicBezTo>
                    <a:pt x="3963" y="29213"/>
                    <a:pt x="2048" y="29794"/>
                    <a:pt x="95" y="3019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9553266C-3499-0DDB-63C8-138D2C6ADA7A}"/>
                </a:ext>
              </a:extLst>
            </p:cNvPr>
            <p:cNvSpPr/>
            <p:nvPr/>
          </p:nvSpPr>
          <p:spPr>
            <a:xfrm>
              <a:off x="8970576" y="4573156"/>
              <a:ext cx="1013957" cy="1447574"/>
            </a:xfrm>
            <a:custGeom>
              <a:avLst/>
              <a:gdLst>
                <a:gd name="connsiteX0" fmla="*/ 125508 w 535654"/>
                <a:gd name="connsiteY0" fmla="*/ 0 h 764725"/>
                <a:gd name="connsiteX1" fmla="*/ 1112 w 535654"/>
                <a:gd name="connsiteY1" fmla="*/ 154400 h 764725"/>
                <a:gd name="connsiteX2" fmla="*/ 24924 w 535654"/>
                <a:gd name="connsiteY2" fmla="*/ 536829 h 764725"/>
                <a:gd name="connsiteX3" fmla="*/ 177324 w 535654"/>
                <a:gd name="connsiteY3" fmla="*/ 764096 h 764725"/>
                <a:gd name="connsiteX4" fmla="*/ 535655 w 535654"/>
                <a:gd name="connsiteY4" fmla="*/ 637318 h 764725"/>
                <a:gd name="connsiteX5" fmla="*/ 509366 w 535654"/>
                <a:gd name="connsiteY5" fmla="*/ 472535 h 764725"/>
                <a:gd name="connsiteX6" fmla="*/ 243428 w 535654"/>
                <a:gd name="connsiteY6" fmla="*/ 549973 h 764725"/>
                <a:gd name="connsiteX7" fmla="*/ 217615 w 535654"/>
                <a:gd name="connsiteY7" fmla="*/ 233077 h 764725"/>
                <a:gd name="connsiteX8" fmla="*/ 208090 w 535654"/>
                <a:gd name="connsiteY8" fmla="*/ 175069 h 76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654" h="764725">
                  <a:moveTo>
                    <a:pt x="125508" y="0"/>
                  </a:moveTo>
                  <a:cubicBezTo>
                    <a:pt x="125508" y="0"/>
                    <a:pt x="9970" y="46101"/>
                    <a:pt x="1112" y="154400"/>
                  </a:cubicBezTo>
                  <a:cubicBezTo>
                    <a:pt x="-5746" y="238696"/>
                    <a:pt x="21210" y="491871"/>
                    <a:pt x="24924" y="536829"/>
                  </a:cubicBezTo>
                  <a:cubicBezTo>
                    <a:pt x="35878" y="670179"/>
                    <a:pt x="75312" y="748189"/>
                    <a:pt x="177324" y="764096"/>
                  </a:cubicBezTo>
                  <a:cubicBezTo>
                    <a:pt x="247619" y="775144"/>
                    <a:pt x="535655" y="637318"/>
                    <a:pt x="535655" y="637318"/>
                  </a:cubicBezTo>
                  <a:lnTo>
                    <a:pt x="509366" y="472535"/>
                  </a:lnTo>
                  <a:lnTo>
                    <a:pt x="243428" y="549973"/>
                  </a:lnTo>
                  <a:lnTo>
                    <a:pt x="217615" y="233077"/>
                  </a:lnTo>
                  <a:cubicBezTo>
                    <a:pt x="217615" y="233077"/>
                    <a:pt x="215138" y="208216"/>
                    <a:pt x="208090" y="175069"/>
                  </a:cubicBezTo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3F95E612-1AD1-67E8-31AA-E36C1179AD0D}"/>
                </a:ext>
              </a:extLst>
            </p:cNvPr>
            <p:cNvSpPr/>
            <p:nvPr/>
          </p:nvSpPr>
          <p:spPr>
            <a:xfrm>
              <a:off x="8966495" y="4574417"/>
              <a:ext cx="1021285" cy="1450460"/>
            </a:xfrm>
            <a:custGeom>
              <a:avLst/>
              <a:gdLst>
                <a:gd name="connsiteX0" fmla="*/ 210437 w 539525"/>
                <a:gd name="connsiteY0" fmla="*/ 174403 h 766250"/>
                <a:gd name="connsiteX1" fmla="*/ 211960 w 539525"/>
                <a:gd name="connsiteY1" fmla="*/ 180975 h 766250"/>
                <a:gd name="connsiteX2" fmla="*/ 215771 w 539525"/>
                <a:gd name="connsiteY2" fmla="*/ 200025 h 766250"/>
                <a:gd name="connsiteX3" fmla="*/ 220438 w 539525"/>
                <a:gd name="connsiteY3" fmla="*/ 231648 h 766250"/>
                <a:gd name="connsiteX4" fmla="*/ 224248 w 539525"/>
                <a:gd name="connsiteY4" fmla="*/ 274987 h 766250"/>
                <a:gd name="connsiteX5" fmla="*/ 247298 w 539525"/>
                <a:gd name="connsiteY5" fmla="*/ 548830 h 766250"/>
                <a:gd name="connsiteX6" fmla="*/ 244917 w 539525"/>
                <a:gd name="connsiteY6" fmla="*/ 547211 h 766250"/>
                <a:gd name="connsiteX7" fmla="*/ 510855 w 539525"/>
                <a:gd name="connsiteY7" fmla="*/ 469487 h 766250"/>
                <a:gd name="connsiteX8" fmla="*/ 513236 w 539525"/>
                <a:gd name="connsiteY8" fmla="*/ 468725 h 766250"/>
                <a:gd name="connsiteX9" fmla="*/ 513236 w 539525"/>
                <a:gd name="connsiteY9" fmla="*/ 471202 h 766250"/>
                <a:gd name="connsiteX10" fmla="*/ 539525 w 539525"/>
                <a:gd name="connsiteY10" fmla="*/ 635984 h 766250"/>
                <a:gd name="connsiteX11" fmla="*/ 539525 w 539525"/>
                <a:gd name="connsiteY11" fmla="*/ 637699 h 766250"/>
                <a:gd name="connsiteX12" fmla="*/ 537906 w 539525"/>
                <a:gd name="connsiteY12" fmla="*/ 638461 h 766250"/>
                <a:gd name="connsiteX13" fmla="*/ 329880 w 539525"/>
                <a:gd name="connsiteY13" fmla="*/ 727805 h 766250"/>
                <a:gd name="connsiteX14" fmla="*/ 227677 w 539525"/>
                <a:gd name="connsiteY14" fmla="*/ 760476 h 766250"/>
                <a:gd name="connsiteX15" fmla="*/ 201483 w 539525"/>
                <a:gd name="connsiteY15" fmla="*/ 765143 h 766250"/>
                <a:gd name="connsiteX16" fmla="*/ 174908 w 539525"/>
                <a:gd name="connsiteY16" fmla="*/ 765143 h 766250"/>
                <a:gd name="connsiteX17" fmla="*/ 125283 w 539525"/>
                <a:gd name="connsiteY17" fmla="*/ 749332 h 766250"/>
                <a:gd name="connsiteX18" fmla="*/ 84421 w 539525"/>
                <a:gd name="connsiteY18" fmla="*/ 718471 h 766250"/>
                <a:gd name="connsiteX19" fmla="*/ 56513 w 539525"/>
                <a:gd name="connsiteY19" fmla="*/ 676847 h 766250"/>
                <a:gd name="connsiteX20" fmla="*/ 29747 w 539525"/>
                <a:gd name="connsiteY20" fmla="*/ 584073 h 766250"/>
                <a:gd name="connsiteX21" fmla="*/ 20222 w 539525"/>
                <a:gd name="connsiteY21" fmla="*/ 493014 h 766250"/>
                <a:gd name="connsiteX22" fmla="*/ 12507 w 539525"/>
                <a:gd name="connsiteY22" fmla="*/ 407289 h 766250"/>
                <a:gd name="connsiteX23" fmla="*/ 1744 w 539525"/>
                <a:gd name="connsiteY23" fmla="*/ 252698 h 766250"/>
                <a:gd name="connsiteX24" fmla="*/ 29 w 539525"/>
                <a:gd name="connsiteY24" fmla="*/ 185071 h 766250"/>
                <a:gd name="connsiteX25" fmla="*/ 1172 w 539525"/>
                <a:gd name="connsiteY25" fmla="*/ 153829 h 766250"/>
                <a:gd name="connsiteX26" fmla="*/ 6697 w 539525"/>
                <a:gd name="connsiteY26" fmla="*/ 125254 h 766250"/>
                <a:gd name="connsiteX27" fmla="*/ 16222 w 539525"/>
                <a:gd name="connsiteY27" fmla="*/ 99536 h 766250"/>
                <a:gd name="connsiteX28" fmla="*/ 29081 w 539525"/>
                <a:gd name="connsiteY28" fmla="*/ 77724 h 766250"/>
                <a:gd name="connsiteX29" fmla="*/ 57656 w 539525"/>
                <a:gd name="connsiteY29" fmla="*/ 44291 h 766250"/>
                <a:gd name="connsiteX30" fmla="*/ 107376 w 539525"/>
                <a:gd name="connsiteY30" fmla="*/ 8954 h 766250"/>
                <a:gd name="connsiteX31" fmla="*/ 121568 w 539525"/>
                <a:gd name="connsiteY31" fmla="*/ 1905 h 766250"/>
                <a:gd name="connsiteX32" fmla="*/ 126616 w 539525"/>
                <a:gd name="connsiteY32" fmla="*/ 0 h 766250"/>
                <a:gd name="connsiteX33" fmla="*/ 121854 w 539525"/>
                <a:gd name="connsiteY33" fmla="*/ 2381 h 766250"/>
                <a:gd name="connsiteX34" fmla="*/ 107852 w 539525"/>
                <a:gd name="connsiteY34" fmla="*/ 9811 h 766250"/>
                <a:gd name="connsiteX35" fmla="*/ 58894 w 539525"/>
                <a:gd name="connsiteY35" fmla="*/ 45720 h 766250"/>
                <a:gd name="connsiteX36" fmla="*/ 30319 w 539525"/>
                <a:gd name="connsiteY36" fmla="*/ 79058 h 766250"/>
                <a:gd name="connsiteX37" fmla="*/ 17746 w 539525"/>
                <a:gd name="connsiteY37" fmla="*/ 100679 h 766250"/>
                <a:gd name="connsiteX38" fmla="*/ 8221 w 539525"/>
                <a:gd name="connsiteY38" fmla="*/ 126016 h 766250"/>
                <a:gd name="connsiteX39" fmla="*/ 2982 w 539525"/>
                <a:gd name="connsiteY39" fmla="*/ 154591 h 766250"/>
                <a:gd name="connsiteX40" fmla="*/ 2030 w 539525"/>
                <a:gd name="connsiteY40" fmla="*/ 185547 h 766250"/>
                <a:gd name="connsiteX41" fmla="*/ 4030 w 539525"/>
                <a:gd name="connsiteY41" fmla="*/ 252984 h 766250"/>
                <a:gd name="connsiteX42" fmla="*/ 15365 w 539525"/>
                <a:gd name="connsiteY42" fmla="*/ 407384 h 766250"/>
                <a:gd name="connsiteX43" fmla="*/ 23366 w 539525"/>
                <a:gd name="connsiteY43" fmla="*/ 493109 h 766250"/>
                <a:gd name="connsiteX44" fmla="*/ 32891 w 539525"/>
                <a:gd name="connsiteY44" fmla="*/ 583978 h 766250"/>
                <a:gd name="connsiteX45" fmla="*/ 59370 w 539525"/>
                <a:gd name="connsiteY45" fmla="*/ 675418 h 766250"/>
                <a:gd name="connsiteX46" fmla="*/ 86612 w 539525"/>
                <a:gd name="connsiteY46" fmla="*/ 715899 h 766250"/>
                <a:gd name="connsiteX47" fmla="*/ 126140 w 539525"/>
                <a:gd name="connsiteY47" fmla="*/ 745808 h 766250"/>
                <a:gd name="connsiteX48" fmla="*/ 174432 w 539525"/>
                <a:gd name="connsiteY48" fmla="*/ 761143 h 766250"/>
                <a:gd name="connsiteX49" fmla="*/ 199673 w 539525"/>
                <a:gd name="connsiteY49" fmla="*/ 761143 h 766250"/>
                <a:gd name="connsiteX50" fmla="*/ 225296 w 539525"/>
                <a:gd name="connsiteY50" fmla="*/ 756476 h 766250"/>
                <a:gd name="connsiteX51" fmla="*/ 326927 w 539525"/>
                <a:gd name="connsiteY51" fmla="*/ 723995 h 766250"/>
                <a:gd name="connsiteX52" fmla="*/ 534667 w 539525"/>
                <a:gd name="connsiteY52" fmla="*/ 634937 h 766250"/>
                <a:gd name="connsiteX53" fmla="*/ 533429 w 539525"/>
                <a:gd name="connsiteY53" fmla="*/ 637318 h 766250"/>
                <a:gd name="connsiteX54" fmla="*/ 507331 w 539525"/>
                <a:gd name="connsiteY54" fmla="*/ 472630 h 766250"/>
                <a:gd name="connsiteX55" fmla="*/ 510188 w 539525"/>
                <a:gd name="connsiteY55" fmla="*/ 474345 h 766250"/>
                <a:gd name="connsiteX56" fmla="*/ 244060 w 539525"/>
                <a:gd name="connsiteY56" fmla="*/ 551402 h 766250"/>
                <a:gd name="connsiteX57" fmla="*/ 241869 w 539525"/>
                <a:gd name="connsiteY57" fmla="*/ 552069 h 766250"/>
                <a:gd name="connsiteX58" fmla="*/ 241869 w 539525"/>
                <a:gd name="connsiteY58" fmla="*/ 549783 h 766250"/>
                <a:gd name="connsiteX59" fmla="*/ 220438 w 539525"/>
                <a:gd name="connsiteY59" fmla="*/ 275844 h 766250"/>
                <a:gd name="connsiteX60" fmla="*/ 217199 w 539525"/>
                <a:gd name="connsiteY60" fmla="*/ 232505 h 766250"/>
                <a:gd name="connsiteX61" fmla="*/ 213008 w 539525"/>
                <a:gd name="connsiteY61" fmla="*/ 200882 h 766250"/>
                <a:gd name="connsiteX62" fmla="*/ 209770 w 539525"/>
                <a:gd name="connsiteY62" fmla="*/ 181832 h 766250"/>
                <a:gd name="connsiteX63" fmla="*/ 210437 w 539525"/>
                <a:gd name="connsiteY63" fmla="*/ 174403 h 7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39525" h="766250">
                  <a:moveTo>
                    <a:pt x="210437" y="174403"/>
                  </a:moveTo>
                  <a:cubicBezTo>
                    <a:pt x="210437" y="174403"/>
                    <a:pt x="211008" y="176594"/>
                    <a:pt x="211960" y="180975"/>
                  </a:cubicBezTo>
                  <a:cubicBezTo>
                    <a:pt x="212913" y="185357"/>
                    <a:pt x="214247" y="191834"/>
                    <a:pt x="215771" y="200025"/>
                  </a:cubicBezTo>
                  <a:cubicBezTo>
                    <a:pt x="217294" y="208217"/>
                    <a:pt x="219009" y="219075"/>
                    <a:pt x="220438" y="231648"/>
                  </a:cubicBezTo>
                  <a:cubicBezTo>
                    <a:pt x="221866" y="244221"/>
                    <a:pt x="222819" y="258794"/>
                    <a:pt x="224248" y="274987"/>
                  </a:cubicBezTo>
                  <a:cubicBezTo>
                    <a:pt x="229772" y="340328"/>
                    <a:pt x="237583" y="434054"/>
                    <a:pt x="247298" y="548830"/>
                  </a:cubicBezTo>
                  <a:lnTo>
                    <a:pt x="244917" y="547211"/>
                  </a:lnTo>
                  <a:lnTo>
                    <a:pt x="510855" y="469487"/>
                  </a:lnTo>
                  <a:lnTo>
                    <a:pt x="513236" y="468725"/>
                  </a:lnTo>
                  <a:lnTo>
                    <a:pt x="513236" y="471202"/>
                  </a:lnTo>
                  <a:cubicBezTo>
                    <a:pt x="521714" y="524066"/>
                    <a:pt x="530476" y="579120"/>
                    <a:pt x="539525" y="635984"/>
                  </a:cubicBezTo>
                  <a:lnTo>
                    <a:pt x="539525" y="637699"/>
                  </a:lnTo>
                  <a:lnTo>
                    <a:pt x="537906" y="638461"/>
                  </a:lnTo>
                  <a:cubicBezTo>
                    <a:pt x="472279" y="669322"/>
                    <a:pt x="402841" y="700183"/>
                    <a:pt x="329880" y="727805"/>
                  </a:cubicBezTo>
                  <a:cubicBezTo>
                    <a:pt x="296524" y="740798"/>
                    <a:pt x="262386" y="751713"/>
                    <a:pt x="227677" y="760476"/>
                  </a:cubicBezTo>
                  <a:cubicBezTo>
                    <a:pt x="219038" y="762505"/>
                    <a:pt x="210294" y="764067"/>
                    <a:pt x="201483" y="765143"/>
                  </a:cubicBezTo>
                  <a:cubicBezTo>
                    <a:pt x="192682" y="766620"/>
                    <a:pt x="183710" y="766620"/>
                    <a:pt x="174908" y="765143"/>
                  </a:cubicBezTo>
                  <a:cubicBezTo>
                    <a:pt x="157697" y="762267"/>
                    <a:pt x="140990" y="756942"/>
                    <a:pt x="125283" y="749332"/>
                  </a:cubicBezTo>
                  <a:cubicBezTo>
                    <a:pt x="109938" y="741550"/>
                    <a:pt x="96098" y="731101"/>
                    <a:pt x="84421" y="718471"/>
                  </a:cubicBezTo>
                  <a:cubicBezTo>
                    <a:pt x="73134" y="706031"/>
                    <a:pt x="63733" y="692010"/>
                    <a:pt x="56513" y="676847"/>
                  </a:cubicBezTo>
                  <a:cubicBezTo>
                    <a:pt x="43187" y="647367"/>
                    <a:pt x="34176" y="616125"/>
                    <a:pt x="29747" y="584073"/>
                  </a:cubicBezTo>
                  <a:cubicBezTo>
                    <a:pt x="24890" y="553022"/>
                    <a:pt x="23366" y="522446"/>
                    <a:pt x="20222" y="493014"/>
                  </a:cubicBezTo>
                  <a:cubicBezTo>
                    <a:pt x="17079" y="463582"/>
                    <a:pt x="14983" y="434721"/>
                    <a:pt x="12507" y="407289"/>
                  </a:cubicBezTo>
                  <a:cubicBezTo>
                    <a:pt x="7744" y="351758"/>
                    <a:pt x="3934" y="300038"/>
                    <a:pt x="1744" y="252698"/>
                  </a:cubicBezTo>
                  <a:cubicBezTo>
                    <a:pt x="601" y="228981"/>
                    <a:pt x="-161" y="206407"/>
                    <a:pt x="29" y="185071"/>
                  </a:cubicBezTo>
                  <a:cubicBezTo>
                    <a:pt x="29" y="174308"/>
                    <a:pt x="601" y="163925"/>
                    <a:pt x="1172" y="153829"/>
                  </a:cubicBezTo>
                  <a:cubicBezTo>
                    <a:pt x="2248" y="144171"/>
                    <a:pt x="4096" y="134617"/>
                    <a:pt x="6697" y="125254"/>
                  </a:cubicBezTo>
                  <a:cubicBezTo>
                    <a:pt x="9154" y="116434"/>
                    <a:pt x="12336" y="107833"/>
                    <a:pt x="16222" y="99536"/>
                  </a:cubicBezTo>
                  <a:cubicBezTo>
                    <a:pt x="20003" y="91983"/>
                    <a:pt x="24299" y="84696"/>
                    <a:pt x="29081" y="77724"/>
                  </a:cubicBezTo>
                  <a:cubicBezTo>
                    <a:pt x="37329" y="65551"/>
                    <a:pt x="46911" y="54331"/>
                    <a:pt x="57656" y="44291"/>
                  </a:cubicBezTo>
                  <a:cubicBezTo>
                    <a:pt x="72724" y="30528"/>
                    <a:pt x="89421" y="18660"/>
                    <a:pt x="107376" y="8954"/>
                  </a:cubicBezTo>
                  <a:cubicBezTo>
                    <a:pt x="113472" y="5620"/>
                    <a:pt x="118330" y="3334"/>
                    <a:pt x="121568" y="1905"/>
                  </a:cubicBezTo>
                  <a:cubicBezTo>
                    <a:pt x="123216" y="1172"/>
                    <a:pt x="124902" y="533"/>
                    <a:pt x="126616" y="0"/>
                  </a:cubicBezTo>
                  <a:lnTo>
                    <a:pt x="121854" y="2381"/>
                  </a:lnTo>
                  <a:cubicBezTo>
                    <a:pt x="118616" y="4001"/>
                    <a:pt x="113853" y="6382"/>
                    <a:pt x="107852" y="9811"/>
                  </a:cubicBezTo>
                  <a:cubicBezTo>
                    <a:pt x="90164" y="19793"/>
                    <a:pt x="73734" y="31852"/>
                    <a:pt x="58894" y="45720"/>
                  </a:cubicBezTo>
                  <a:cubicBezTo>
                    <a:pt x="48111" y="55693"/>
                    <a:pt x="38529" y="66885"/>
                    <a:pt x="30319" y="79058"/>
                  </a:cubicBezTo>
                  <a:cubicBezTo>
                    <a:pt x="25613" y="85954"/>
                    <a:pt x="21413" y="93183"/>
                    <a:pt x="17746" y="100679"/>
                  </a:cubicBezTo>
                  <a:cubicBezTo>
                    <a:pt x="13888" y="108852"/>
                    <a:pt x="10697" y="117320"/>
                    <a:pt x="8221" y="126016"/>
                  </a:cubicBezTo>
                  <a:cubicBezTo>
                    <a:pt x="5687" y="135379"/>
                    <a:pt x="3934" y="144942"/>
                    <a:pt x="2982" y="154591"/>
                  </a:cubicBezTo>
                  <a:cubicBezTo>
                    <a:pt x="2410" y="164592"/>
                    <a:pt x="1934" y="174879"/>
                    <a:pt x="2030" y="185547"/>
                  </a:cubicBezTo>
                  <a:cubicBezTo>
                    <a:pt x="2030" y="206788"/>
                    <a:pt x="2791" y="229362"/>
                    <a:pt x="4030" y="252984"/>
                  </a:cubicBezTo>
                  <a:cubicBezTo>
                    <a:pt x="6506" y="300609"/>
                    <a:pt x="10507" y="351949"/>
                    <a:pt x="15365" y="407384"/>
                  </a:cubicBezTo>
                  <a:cubicBezTo>
                    <a:pt x="17965" y="435073"/>
                    <a:pt x="20632" y="463648"/>
                    <a:pt x="23366" y="493109"/>
                  </a:cubicBezTo>
                  <a:cubicBezTo>
                    <a:pt x="26604" y="522637"/>
                    <a:pt x="28128" y="553212"/>
                    <a:pt x="32891" y="583978"/>
                  </a:cubicBezTo>
                  <a:cubicBezTo>
                    <a:pt x="37263" y="615572"/>
                    <a:pt x="46178" y="646376"/>
                    <a:pt x="59370" y="675418"/>
                  </a:cubicBezTo>
                  <a:cubicBezTo>
                    <a:pt x="66418" y="690172"/>
                    <a:pt x="75601" y="703812"/>
                    <a:pt x="86612" y="715899"/>
                  </a:cubicBezTo>
                  <a:cubicBezTo>
                    <a:pt x="97918" y="728129"/>
                    <a:pt x="111300" y="738254"/>
                    <a:pt x="126140" y="745808"/>
                  </a:cubicBezTo>
                  <a:cubicBezTo>
                    <a:pt x="141457" y="753104"/>
                    <a:pt x="157706" y="758266"/>
                    <a:pt x="174432" y="761143"/>
                  </a:cubicBezTo>
                  <a:cubicBezTo>
                    <a:pt x="182785" y="762524"/>
                    <a:pt x="191320" y="762524"/>
                    <a:pt x="199673" y="761143"/>
                  </a:cubicBezTo>
                  <a:cubicBezTo>
                    <a:pt x="208293" y="760057"/>
                    <a:pt x="216847" y="758495"/>
                    <a:pt x="225296" y="756476"/>
                  </a:cubicBezTo>
                  <a:cubicBezTo>
                    <a:pt x="259814" y="747779"/>
                    <a:pt x="293761" y="736930"/>
                    <a:pt x="326927" y="723995"/>
                  </a:cubicBezTo>
                  <a:cubicBezTo>
                    <a:pt x="399698" y="696468"/>
                    <a:pt x="469135" y="665607"/>
                    <a:pt x="534667" y="634937"/>
                  </a:cubicBezTo>
                  <a:lnTo>
                    <a:pt x="533429" y="637318"/>
                  </a:lnTo>
                  <a:cubicBezTo>
                    <a:pt x="523904" y="580168"/>
                    <a:pt x="515713" y="525399"/>
                    <a:pt x="507331" y="472630"/>
                  </a:cubicBezTo>
                  <a:lnTo>
                    <a:pt x="510188" y="474345"/>
                  </a:lnTo>
                  <a:lnTo>
                    <a:pt x="244060" y="551402"/>
                  </a:lnTo>
                  <a:lnTo>
                    <a:pt x="241869" y="552069"/>
                  </a:lnTo>
                  <a:lnTo>
                    <a:pt x="241869" y="549783"/>
                  </a:lnTo>
                  <a:cubicBezTo>
                    <a:pt x="232916" y="435007"/>
                    <a:pt x="225581" y="341186"/>
                    <a:pt x="220438" y="275844"/>
                  </a:cubicBezTo>
                  <a:cubicBezTo>
                    <a:pt x="219199" y="259556"/>
                    <a:pt x="218152" y="245078"/>
                    <a:pt x="217199" y="232505"/>
                  </a:cubicBezTo>
                  <a:cubicBezTo>
                    <a:pt x="216247" y="219932"/>
                    <a:pt x="214342" y="209455"/>
                    <a:pt x="213008" y="200882"/>
                  </a:cubicBezTo>
                  <a:cubicBezTo>
                    <a:pt x="211675" y="192310"/>
                    <a:pt x="210532" y="186023"/>
                    <a:pt x="209770" y="181832"/>
                  </a:cubicBezTo>
                  <a:cubicBezTo>
                    <a:pt x="209008" y="177641"/>
                    <a:pt x="210437" y="174403"/>
                    <a:pt x="210437" y="17440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>
              <a:extLst>
                <a:ext uri="{FF2B5EF4-FFF2-40B4-BE49-F238E27FC236}">
                  <a16:creationId xmlns:a16="http://schemas.microsoft.com/office/drawing/2014/main" id="{A15D9013-3EC1-AB7D-61D9-DD500061999D}"/>
                </a:ext>
              </a:extLst>
            </p:cNvPr>
            <p:cNvSpPr/>
            <p:nvPr/>
          </p:nvSpPr>
          <p:spPr>
            <a:xfrm>
              <a:off x="9350594" y="5601057"/>
              <a:ext cx="90331" cy="140995"/>
            </a:xfrm>
            <a:custGeom>
              <a:avLst/>
              <a:gdLst>
                <a:gd name="connsiteX0" fmla="*/ 0 w 47720"/>
                <a:gd name="connsiteY0" fmla="*/ 74486 h 74485"/>
                <a:gd name="connsiteX1" fmla="*/ 15716 w 47720"/>
                <a:gd name="connsiteY1" fmla="*/ 32099 h 74485"/>
                <a:gd name="connsiteX2" fmla="*/ 47720 w 47720"/>
                <a:gd name="connsiteY2" fmla="*/ 0 h 74485"/>
                <a:gd name="connsiteX3" fmla="*/ 19812 w 47720"/>
                <a:gd name="connsiteY3" fmla="*/ 34671 h 74485"/>
                <a:gd name="connsiteX4" fmla="*/ 0 w 47720"/>
                <a:gd name="connsiteY4" fmla="*/ 74486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20" h="74485">
                  <a:moveTo>
                    <a:pt x="0" y="74486"/>
                  </a:moveTo>
                  <a:cubicBezTo>
                    <a:pt x="1419" y="59217"/>
                    <a:pt x="6839" y="44596"/>
                    <a:pt x="15716" y="32099"/>
                  </a:cubicBezTo>
                  <a:cubicBezTo>
                    <a:pt x="23308" y="18726"/>
                    <a:pt x="34366" y="7639"/>
                    <a:pt x="47720" y="0"/>
                  </a:cubicBezTo>
                  <a:cubicBezTo>
                    <a:pt x="37747" y="11001"/>
                    <a:pt x="28423" y="22574"/>
                    <a:pt x="19812" y="34671"/>
                  </a:cubicBezTo>
                  <a:cubicBezTo>
                    <a:pt x="12525" y="47587"/>
                    <a:pt x="5915" y="60884"/>
                    <a:pt x="0" y="7448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08193D6C-D48F-AFF4-8C5E-2D5454B665F0}"/>
                </a:ext>
              </a:extLst>
            </p:cNvPr>
            <p:cNvSpPr/>
            <p:nvPr/>
          </p:nvSpPr>
          <p:spPr>
            <a:xfrm>
              <a:off x="10747134" y="4806051"/>
              <a:ext cx="116370" cy="232643"/>
            </a:xfrm>
            <a:custGeom>
              <a:avLst/>
              <a:gdLst>
                <a:gd name="connsiteX0" fmla="*/ 4422 w 61476"/>
                <a:gd name="connsiteY0" fmla="*/ 3839 h 122901"/>
                <a:gd name="connsiteX1" fmla="*/ 17566 w 61476"/>
                <a:gd name="connsiteY1" fmla="*/ 315 h 122901"/>
                <a:gd name="connsiteX2" fmla="*/ 27948 w 61476"/>
                <a:gd name="connsiteY2" fmla="*/ 7554 h 122901"/>
                <a:gd name="connsiteX3" fmla="*/ 61476 w 61476"/>
                <a:gd name="connsiteY3" fmla="*/ 89183 h 122901"/>
                <a:gd name="connsiteX4" fmla="*/ 46522 w 61476"/>
                <a:gd name="connsiteY4" fmla="*/ 122902 h 122901"/>
                <a:gd name="connsiteX5" fmla="*/ 33473 w 61476"/>
                <a:gd name="connsiteY5" fmla="*/ 115282 h 122901"/>
                <a:gd name="connsiteX6" fmla="*/ 15661 w 61476"/>
                <a:gd name="connsiteY6" fmla="*/ 94898 h 122901"/>
                <a:gd name="connsiteX7" fmla="*/ 1659 w 61476"/>
                <a:gd name="connsiteY7" fmla="*/ 22032 h 122901"/>
                <a:gd name="connsiteX8" fmla="*/ 4422 w 61476"/>
                <a:gd name="connsiteY8" fmla="*/ 3839 h 122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476" h="122901">
                  <a:moveTo>
                    <a:pt x="4422" y="3839"/>
                  </a:moveTo>
                  <a:cubicBezTo>
                    <a:pt x="8003" y="648"/>
                    <a:pt x="12870" y="-657"/>
                    <a:pt x="17566" y="315"/>
                  </a:cubicBezTo>
                  <a:cubicBezTo>
                    <a:pt x="21567" y="1839"/>
                    <a:pt x="25138" y="4325"/>
                    <a:pt x="27948" y="7554"/>
                  </a:cubicBezTo>
                  <a:cubicBezTo>
                    <a:pt x="49236" y="29423"/>
                    <a:pt x="61248" y="58665"/>
                    <a:pt x="61476" y="89183"/>
                  </a:cubicBezTo>
                  <a:cubicBezTo>
                    <a:pt x="61476" y="102137"/>
                    <a:pt x="58048" y="116996"/>
                    <a:pt x="46522" y="122902"/>
                  </a:cubicBezTo>
                  <a:lnTo>
                    <a:pt x="33473" y="115282"/>
                  </a:lnTo>
                  <a:cubicBezTo>
                    <a:pt x="29377" y="110138"/>
                    <a:pt x="17280" y="101375"/>
                    <a:pt x="15661" y="94898"/>
                  </a:cubicBezTo>
                  <a:cubicBezTo>
                    <a:pt x="8898" y="67847"/>
                    <a:pt x="18614" y="68990"/>
                    <a:pt x="1659" y="22032"/>
                  </a:cubicBezTo>
                  <a:cubicBezTo>
                    <a:pt x="-1322" y="15984"/>
                    <a:pt x="-217" y="8725"/>
                    <a:pt x="4422" y="3839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>
              <a:extLst>
                <a:ext uri="{FF2B5EF4-FFF2-40B4-BE49-F238E27FC236}">
                  <a16:creationId xmlns:a16="http://schemas.microsoft.com/office/drawing/2014/main" id="{9449D1A0-B047-C4FC-6152-B6F023A34448}"/>
                </a:ext>
              </a:extLst>
            </p:cNvPr>
            <p:cNvSpPr/>
            <p:nvPr/>
          </p:nvSpPr>
          <p:spPr>
            <a:xfrm>
              <a:off x="10680395" y="4843058"/>
              <a:ext cx="126760" cy="250808"/>
            </a:xfrm>
            <a:custGeom>
              <a:avLst/>
              <a:gdLst>
                <a:gd name="connsiteX0" fmla="*/ 42727 w 66965"/>
                <a:gd name="connsiteY0" fmla="*/ 22674 h 132497"/>
                <a:gd name="connsiteX1" fmla="*/ 29773 w 66965"/>
                <a:gd name="connsiteY1" fmla="*/ 5530 h 132497"/>
                <a:gd name="connsiteX2" fmla="*/ 12532 w 66965"/>
                <a:gd name="connsiteY2" fmla="*/ 386 h 132497"/>
                <a:gd name="connsiteX3" fmla="*/ 150 w 66965"/>
                <a:gd name="connsiteY3" fmla="*/ 28389 h 132497"/>
                <a:gd name="connsiteX4" fmla="*/ 11389 w 66965"/>
                <a:gd name="connsiteY4" fmla="*/ 62775 h 132497"/>
                <a:gd name="connsiteX5" fmla="*/ 43584 w 66965"/>
                <a:gd name="connsiteY5" fmla="*/ 132498 h 132497"/>
                <a:gd name="connsiteX6" fmla="*/ 49775 w 66965"/>
                <a:gd name="connsiteY6" fmla="*/ 127926 h 132497"/>
                <a:gd name="connsiteX7" fmla="*/ 62272 w 66965"/>
                <a:gd name="connsiteY7" fmla="*/ 127078 h 132497"/>
                <a:gd name="connsiteX8" fmla="*/ 63681 w 66965"/>
                <a:gd name="connsiteY8" fmla="*/ 124878 h 132497"/>
                <a:gd name="connsiteX9" fmla="*/ 66730 w 66965"/>
                <a:gd name="connsiteY9" fmla="*/ 105828 h 132497"/>
                <a:gd name="connsiteX10" fmla="*/ 42727 w 66965"/>
                <a:gd name="connsiteY10" fmla="*/ 22674 h 13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65" h="132497">
                  <a:moveTo>
                    <a:pt x="42727" y="22674"/>
                  </a:moveTo>
                  <a:cubicBezTo>
                    <a:pt x="39441" y="16255"/>
                    <a:pt x="35050" y="10444"/>
                    <a:pt x="29773" y="5530"/>
                  </a:cubicBezTo>
                  <a:cubicBezTo>
                    <a:pt x="25248" y="1043"/>
                    <a:pt x="18781" y="-890"/>
                    <a:pt x="12532" y="386"/>
                  </a:cubicBezTo>
                  <a:cubicBezTo>
                    <a:pt x="3579" y="3244"/>
                    <a:pt x="-898" y="16293"/>
                    <a:pt x="150" y="28389"/>
                  </a:cubicBezTo>
                  <a:cubicBezTo>
                    <a:pt x="1893" y="40410"/>
                    <a:pt x="5694" y="52040"/>
                    <a:pt x="11389" y="62775"/>
                  </a:cubicBezTo>
                  <a:lnTo>
                    <a:pt x="43584" y="132498"/>
                  </a:lnTo>
                  <a:lnTo>
                    <a:pt x="49775" y="127926"/>
                  </a:lnTo>
                  <a:cubicBezTo>
                    <a:pt x="53461" y="131145"/>
                    <a:pt x="59062" y="130764"/>
                    <a:pt x="62272" y="127078"/>
                  </a:cubicBezTo>
                  <a:cubicBezTo>
                    <a:pt x="62853" y="126421"/>
                    <a:pt x="63320" y="125678"/>
                    <a:pt x="63681" y="124878"/>
                  </a:cubicBezTo>
                  <a:cubicBezTo>
                    <a:pt x="66425" y="118925"/>
                    <a:pt x="67482" y="112334"/>
                    <a:pt x="66730" y="105828"/>
                  </a:cubicBezTo>
                  <a:cubicBezTo>
                    <a:pt x="65567" y="76576"/>
                    <a:pt x="57338" y="48040"/>
                    <a:pt x="42727" y="22674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43A25A40-093B-BB81-7C40-402BDC5FF0A0}"/>
                </a:ext>
              </a:extLst>
            </p:cNvPr>
            <p:cNvSpPr/>
            <p:nvPr/>
          </p:nvSpPr>
          <p:spPr>
            <a:xfrm>
              <a:off x="10608308" y="4912510"/>
              <a:ext cx="152690" cy="227693"/>
            </a:xfrm>
            <a:custGeom>
              <a:avLst/>
              <a:gdLst>
                <a:gd name="connsiteX0" fmla="*/ 64997 w 80663"/>
                <a:gd name="connsiteY0" fmla="*/ 55517 h 120286"/>
                <a:gd name="connsiteX1" fmla="*/ 32803 w 80663"/>
                <a:gd name="connsiteY1" fmla="*/ 12369 h 120286"/>
                <a:gd name="connsiteX2" fmla="*/ 17849 w 80663"/>
                <a:gd name="connsiteY2" fmla="*/ 1034 h 120286"/>
                <a:gd name="connsiteX3" fmla="*/ 1084 w 80663"/>
                <a:gd name="connsiteY3" fmla="*/ 5892 h 120286"/>
                <a:gd name="connsiteX4" fmla="*/ 3371 w 80663"/>
                <a:gd name="connsiteY4" fmla="*/ 23037 h 120286"/>
                <a:gd name="connsiteX5" fmla="*/ 58711 w 80663"/>
                <a:gd name="connsiteY5" fmla="*/ 120287 h 120286"/>
                <a:gd name="connsiteX6" fmla="*/ 77761 w 80663"/>
                <a:gd name="connsiteY6" fmla="*/ 101237 h 120286"/>
                <a:gd name="connsiteX7" fmla="*/ 64997 w 80663"/>
                <a:gd name="connsiteY7" fmla="*/ 55517 h 12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663" h="120286">
                  <a:moveTo>
                    <a:pt x="64997" y="55517"/>
                  </a:moveTo>
                  <a:cubicBezTo>
                    <a:pt x="56768" y="39429"/>
                    <a:pt x="45890" y="24837"/>
                    <a:pt x="32803" y="12369"/>
                  </a:cubicBezTo>
                  <a:cubicBezTo>
                    <a:pt x="28831" y="7416"/>
                    <a:pt x="23688" y="3520"/>
                    <a:pt x="17849" y="1034"/>
                  </a:cubicBezTo>
                  <a:cubicBezTo>
                    <a:pt x="11810" y="-1414"/>
                    <a:pt x="4875" y="596"/>
                    <a:pt x="1084" y="5892"/>
                  </a:cubicBezTo>
                  <a:cubicBezTo>
                    <a:pt x="-944" y="11645"/>
                    <a:pt x="-96" y="18017"/>
                    <a:pt x="3371" y="23037"/>
                  </a:cubicBezTo>
                  <a:cubicBezTo>
                    <a:pt x="19516" y="56708"/>
                    <a:pt x="38004" y="89207"/>
                    <a:pt x="58711" y="120287"/>
                  </a:cubicBezTo>
                  <a:lnTo>
                    <a:pt x="77761" y="101237"/>
                  </a:lnTo>
                  <a:cubicBezTo>
                    <a:pt x="86715" y="85235"/>
                    <a:pt x="72808" y="71900"/>
                    <a:pt x="64997" y="55517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CE11D9AF-A717-5DFB-401C-9627950E8A1F}"/>
                </a:ext>
              </a:extLst>
            </p:cNvPr>
            <p:cNvSpPr/>
            <p:nvPr/>
          </p:nvSpPr>
          <p:spPr>
            <a:xfrm>
              <a:off x="10995846" y="4305948"/>
              <a:ext cx="643137" cy="450808"/>
            </a:xfrm>
            <a:custGeom>
              <a:avLst/>
              <a:gdLst>
                <a:gd name="connsiteX0" fmla="*/ 339757 w 339757"/>
                <a:gd name="connsiteY0" fmla="*/ 0 h 238153"/>
                <a:gd name="connsiteX1" fmla="*/ 338614 w 339757"/>
                <a:gd name="connsiteY1" fmla="*/ 4381 h 238153"/>
                <a:gd name="connsiteX2" fmla="*/ 334137 w 339757"/>
                <a:gd name="connsiteY2" fmla="*/ 16478 h 238153"/>
                <a:gd name="connsiteX3" fmla="*/ 313277 w 339757"/>
                <a:gd name="connsiteY3" fmla="*/ 59150 h 238153"/>
                <a:gd name="connsiteX4" fmla="*/ 208502 w 339757"/>
                <a:gd name="connsiteY4" fmla="*/ 174879 h 238153"/>
                <a:gd name="connsiteX5" fmla="*/ 133065 w 339757"/>
                <a:gd name="connsiteY5" fmla="*/ 216979 h 238153"/>
                <a:gd name="connsiteX6" fmla="*/ 64961 w 339757"/>
                <a:gd name="connsiteY6" fmla="*/ 235363 h 238153"/>
                <a:gd name="connsiteX7" fmla="*/ 17336 w 339757"/>
                <a:gd name="connsiteY7" fmla="*/ 238030 h 238153"/>
                <a:gd name="connsiteX8" fmla="*/ 4477 w 339757"/>
                <a:gd name="connsiteY8" fmla="*/ 237268 h 238153"/>
                <a:gd name="connsiteX9" fmla="*/ 0 w 339757"/>
                <a:gd name="connsiteY9" fmla="*/ 236506 h 238153"/>
                <a:gd name="connsiteX10" fmla="*/ 17336 w 339757"/>
                <a:gd name="connsiteY10" fmla="*/ 236029 h 238153"/>
                <a:gd name="connsiteX11" fmla="*/ 64199 w 339757"/>
                <a:gd name="connsiteY11" fmla="*/ 231743 h 238153"/>
                <a:gd name="connsiteX12" fmla="*/ 130874 w 339757"/>
                <a:gd name="connsiteY12" fmla="*/ 212693 h 238153"/>
                <a:gd name="connsiteX13" fmla="*/ 204978 w 339757"/>
                <a:gd name="connsiteY13" fmla="*/ 170783 h 238153"/>
                <a:gd name="connsiteX14" fmla="*/ 309753 w 339757"/>
                <a:gd name="connsiteY14" fmla="*/ 57436 h 238153"/>
                <a:gd name="connsiteX15" fmla="*/ 331947 w 339757"/>
                <a:gd name="connsiteY15" fmla="*/ 15907 h 238153"/>
                <a:gd name="connsiteX16" fmla="*/ 339757 w 339757"/>
                <a:gd name="connsiteY16" fmla="*/ 0 h 23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9757" h="238153">
                  <a:moveTo>
                    <a:pt x="339757" y="0"/>
                  </a:moveTo>
                  <a:cubicBezTo>
                    <a:pt x="339652" y="1514"/>
                    <a:pt x="339262" y="3000"/>
                    <a:pt x="338614" y="4381"/>
                  </a:cubicBezTo>
                  <a:cubicBezTo>
                    <a:pt x="337566" y="7144"/>
                    <a:pt x="336328" y="11335"/>
                    <a:pt x="334137" y="16478"/>
                  </a:cubicBezTo>
                  <a:cubicBezTo>
                    <a:pt x="328222" y="31185"/>
                    <a:pt x="321250" y="45453"/>
                    <a:pt x="313277" y="59150"/>
                  </a:cubicBezTo>
                  <a:cubicBezTo>
                    <a:pt x="286912" y="104689"/>
                    <a:pt x="251203" y="144123"/>
                    <a:pt x="208502" y="174879"/>
                  </a:cubicBezTo>
                  <a:cubicBezTo>
                    <a:pt x="185090" y="191824"/>
                    <a:pt x="159773" y="205949"/>
                    <a:pt x="133065" y="216979"/>
                  </a:cubicBezTo>
                  <a:cubicBezTo>
                    <a:pt x="111195" y="225857"/>
                    <a:pt x="88325" y="232038"/>
                    <a:pt x="64961" y="235363"/>
                  </a:cubicBezTo>
                  <a:cubicBezTo>
                    <a:pt x="49187" y="237611"/>
                    <a:pt x="33261" y="238506"/>
                    <a:pt x="17336" y="238030"/>
                  </a:cubicBezTo>
                  <a:cubicBezTo>
                    <a:pt x="11716" y="238030"/>
                    <a:pt x="7811" y="237458"/>
                    <a:pt x="4477" y="237268"/>
                  </a:cubicBezTo>
                  <a:cubicBezTo>
                    <a:pt x="2953" y="237277"/>
                    <a:pt x="1438" y="237020"/>
                    <a:pt x="0" y="236506"/>
                  </a:cubicBezTo>
                  <a:cubicBezTo>
                    <a:pt x="5763" y="236020"/>
                    <a:pt x="11554" y="235868"/>
                    <a:pt x="17336" y="236029"/>
                  </a:cubicBezTo>
                  <a:cubicBezTo>
                    <a:pt x="33033" y="235658"/>
                    <a:pt x="48692" y="234220"/>
                    <a:pt x="64199" y="231743"/>
                  </a:cubicBezTo>
                  <a:cubicBezTo>
                    <a:pt x="87078" y="227962"/>
                    <a:pt x="109452" y="221561"/>
                    <a:pt x="130874" y="212693"/>
                  </a:cubicBezTo>
                  <a:cubicBezTo>
                    <a:pt x="157086" y="201578"/>
                    <a:pt x="181947" y="187519"/>
                    <a:pt x="204978" y="170783"/>
                  </a:cubicBezTo>
                  <a:cubicBezTo>
                    <a:pt x="247155" y="140418"/>
                    <a:pt x="282788" y="101870"/>
                    <a:pt x="309753" y="57436"/>
                  </a:cubicBezTo>
                  <a:cubicBezTo>
                    <a:pt x="317954" y="44044"/>
                    <a:pt x="325364" y="30175"/>
                    <a:pt x="331947" y="15907"/>
                  </a:cubicBezTo>
                  <a:cubicBezTo>
                    <a:pt x="334223" y="10449"/>
                    <a:pt x="336833" y="5144"/>
                    <a:pt x="339757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54677F26-9BB9-93F8-70B7-47B96E55FE9F}"/>
                </a:ext>
              </a:extLst>
            </p:cNvPr>
            <p:cNvSpPr/>
            <p:nvPr/>
          </p:nvSpPr>
          <p:spPr>
            <a:xfrm>
              <a:off x="11659177" y="4167837"/>
              <a:ext cx="24621" cy="87806"/>
            </a:xfrm>
            <a:custGeom>
              <a:avLst/>
              <a:gdLst>
                <a:gd name="connsiteX0" fmla="*/ 12954 w 13007"/>
                <a:gd name="connsiteY0" fmla="*/ 0 h 46386"/>
                <a:gd name="connsiteX1" fmla="*/ 8954 w 13007"/>
                <a:gd name="connsiteY1" fmla="*/ 23908 h 46386"/>
                <a:gd name="connsiteX2" fmla="*/ 0 w 13007"/>
                <a:gd name="connsiteY2" fmla="*/ 46387 h 46386"/>
                <a:gd name="connsiteX3" fmla="*/ 12954 w 13007"/>
                <a:gd name="connsiteY3" fmla="*/ 0 h 4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07" h="46386">
                  <a:moveTo>
                    <a:pt x="12954" y="0"/>
                  </a:moveTo>
                  <a:cubicBezTo>
                    <a:pt x="13306" y="8163"/>
                    <a:pt x="11935" y="16307"/>
                    <a:pt x="8954" y="23908"/>
                  </a:cubicBezTo>
                  <a:cubicBezTo>
                    <a:pt x="7611" y="31956"/>
                    <a:pt x="4553" y="39614"/>
                    <a:pt x="0" y="46387"/>
                  </a:cubicBezTo>
                  <a:cubicBezTo>
                    <a:pt x="838" y="30156"/>
                    <a:pt x="5258" y="14316"/>
                    <a:pt x="12954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0259081D-D442-856D-9DEC-D252D46744E3}"/>
                </a:ext>
              </a:extLst>
            </p:cNvPr>
            <p:cNvSpPr/>
            <p:nvPr/>
          </p:nvSpPr>
          <p:spPr>
            <a:xfrm>
              <a:off x="10448332" y="3542348"/>
              <a:ext cx="515419" cy="534254"/>
            </a:xfrm>
            <a:custGeom>
              <a:avLst/>
              <a:gdLst>
                <a:gd name="connsiteX0" fmla="*/ 272286 w 272286"/>
                <a:gd name="connsiteY0" fmla="*/ 11 h 282236"/>
                <a:gd name="connsiteX1" fmla="*/ 256951 w 272286"/>
                <a:gd name="connsiteY1" fmla="*/ 5250 h 282236"/>
                <a:gd name="connsiteX2" fmla="*/ 18826 w 272286"/>
                <a:gd name="connsiteY2" fmla="*/ 224325 h 282236"/>
                <a:gd name="connsiteX3" fmla="*/ 4919 w 272286"/>
                <a:gd name="connsiteY3" fmla="*/ 266711 h 282236"/>
                <a:gd name="connsiteX4" fmla="*/ 157 w 272286"/>
                <a:gd name="connsiteY4" fmla="*/ 282237 h 282236"/>
                <a:gd name="connsiteX5" fmla="*/ 157 w 272286"/>
                <a:gd name="connsiteY5" fmla="*/ 278046 h 282236"/>
                <a:gd name="connsiteX6" fmla="*/ 2538 w 272286"/>
                <a:gd name="connsiteY6" fmla="*/ 266235 h 282236"/>
                <a:gd name="connsiteX7" fmla="*/ 15492 w 272286"/>
                <a:gd name="connsiteY7" fmla="*/ 223658 h 282236"/>
                <a:gd name="connsiteX8" fmla="*/ 214469 w 272286"/>
                <a:gd name="connsiteY8" fmla="*/ 17633 h 282236"/>
                <a:gd name="connsiteX9" fmla="*/ 256570 w 272286"/>
                <a:gd name="connsiteY9" fmla="*/ 3250 h 282236"/>
                <a:gd name="connsiteX10" fmla="*/ 268286 w 272286"/>
                <a:gd name="connsiteY10" fmla="*/ 487 h 282236"/>
                <a:gd name="connsiteX11" fmla="*/ 272286 w 272286"/>
                <a:gd name="connsiteY11" fmla="*/ 11 h 282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286" h="282236">
                  <a:moveTo>
                    <a:pt x="272286" y="11"/>
                  </a:moveTo>
                  <a:cubicBezTo>
                    <a:pt x="267295" y="2078"/>
                    <a:pt x="262171" y="3831"/>
                    <a:pt x="256951" y="5250"/>
                  </a:cubicBezTo>
                  <a:cubicBezTo>
                    <a:pt x="148671" y="38759"/>
                    <a:pt x="61222" y="119207"/>
                    <a:pt x="18826" y="224325"/>
                  </a:cubicBezTo>
                  <a:cubicBezTo>
                    <a:pt x="13445" y="238203"/>
                    <a:pt x="8806" y="252348"/>
                    <a:pt x="4919" y="266711"/>
                  </a:cubicBezTo>
                  <a:cubicBezTo>
                    <a:pt x="3700" y="271998"/>
                    <a:pt x="2110" y="277179"/>
                    <a:pt x="157" y="282237"/>
                  </a:cubicBezTo>
                  <a:cubicBezTo>
                    <a:pt x="-52" y="280846"/>
                    <a:pt x="-52" y="279437"/>
                    <a:pt x="157" y="278046"/>
                  </a:cubicBezTo>
                  <a:cubicBezTo>
                    <a:pt x="728" y="275284"/>
                    <a:pt x="1300" y="271283"/>
                    <a:pt x="2538" y="266235"/>
                  </a:cubicBezTo>
                  <a:cubicBezTo>
                    <a:pt x="5843" y="251757"/>
                    <a:pt x="10177" y="237527"/>
                    <a:pt x="15492" y="223658"/>
                  </a:cubicBezTo>
                  <a:cubicBezTo>
                    <a:pt x="50478" y="130428"/>
                    <a:pt x="122515" y="55847"/>
                    <a:pt x="214469" y="17633"/>
                  </a:cubicBezTo>
                  <a:cubicBezTo>
                    <a:pt x="228157" y="11889"/>
                    <a:pt x="242225" y="7079"/>
                    <a:pt x="256570" y="3250"/>
                  </a:cubicBezTo>
                  <a:cubicBezTo>
                    <a:pt x="261618" y="1821"/>
                    <a:pt x="266095" y="1154"/>
                    <a:pt x="268286" y="487"/>
                  </a:cubicBezTo>
                  <a:cubicBezTo>
                    <a:pt x="269581" y="116"/>
                    <a:pt x="270933" y="-46"/>
                    <a:pt x="272286" y="1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>
              <a:extLst>
                <a:ext uri="{FF2B5EF4-FFF2-40B4-BE49-F238E27FC236}">
                  <a16:creationId xmlns:a16="http://schemas.microsoft.com/office/drawing/2014/main" id="{584A47EE-C872-6FA9-C408-329DD0535EBF}"/>
                </a:ext>
              </a:extLst>
            </p:cNvPr>
            <p:cNvSpPr/>
            <p:nvPr/>
          </p:nvSpPr>
          <p:spPr>
            <a:xfrm flipH="1">
              <a:off x="10657238" y="3879896"/>
              <a:ext cx="753660" cy="583817"/>
            </a:xfrm>
            <a:custGeom>
              <a:avLst/>
              <a:gdLst>
                <a:gd name="connsiteX0" fmla="*/ 0 w 398144"/>
                <a:gd name="connsiteY0" fmla="*/ 164783 h 308419"/>
                <a:gd name="connsiteX1" fmla="*/ 54483 w 398144"/>
                <a:gd name="connsiteY1" fmla="*/ 104489 h 308419"/>
                <a:gd name="connsiteX2" fmla="*/ 170116 w 398144"/>
                <a:gd name="connsiteY2" fmla="*/ 197263 h 308419"/>
                <a:gd name="connsiteX3" fmla="*/ 341947 w 398144"/>
                <a:gd name="connsiteY3" fmla="*/ 0 h 308419"/>
                <a:gd name="connsiteX4" fmla="*/ 398145 w 398144"/>
                <a:gd name="connsiteY4" fmla="*/ 54769 h 308419"/>
                <a:gd name="connsiteX5" fmla="*/ 167544 w 398144"/>
                <a:gd name="connsiteY5" fmla="*/ 308420 h 308419"/>
                <a:gd name="connsiteX6" fmla="*/ 0 w 398144"/>
                <a:gd name="connsiteY6" fmla="*/ 164783 h 308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8144" h="308419">
                  <a:moveTo>
                    <a:pt x="0" y="164783"/>
                  </a:moveTo>
                  <a:lnTo>
                    <a:pt x="54483" y="104489"/>
                  </a:lnTo>
                  <a:lnTo>
                    <a:pt x="170116" y="197263"/>
                  </a:lnTo>
                  <a:lnTo>
                    <a:pt x="341947" y="0"/>
                  </a:lnTo>
                  <a:lnTo>
                    <a:pt x="398145" y="54769"/>
                  </a:lnTo>
                  <a:lnTo>
                    <a:pt x="167544" y="308420"/>
                  </a:lnTo>
                  <a:lnTo>
                    <a:pt x="0" y="16478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420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593F44C7-0A40-59CD-6EFD-91A130DE76B3}"/>
              </a:ext>
            </a:extLst>
          </p:cNvPr>
          <p:cNvGrpSpPr/>
          <p:nvPr/>
        </p:nvGrpSpPr>
        <p:grpSpPr>
          <a:xfrm>
            <a:off x="1085724" y="2634354"/>
            <a:ext cx="6788903" cy="3207646"/>
            <a:chOff x="635781" y="2346305"/>
            <a:chExt cx="6788903" cy="3802914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C383B5F3-2C2B-BDE6-966B-828A0B3C46D9}"/>
                </a:ext>
              </a:extLst>
            </p:cNvPr>
            <p:cNvSpPr/>
            <p:nvPr/>
          </p:nvSpPr>
          <p:spPr>
            <a:xfrm>
              <a:off x="635781" y="2346305"/>
              <a:ext cx="6788903" cy="3802914"/>
            </a:xfrm>
            <a:prstGeom prst="roundRect">
              <a:avLst>
                <a:gd name="adj" fmla="val 2566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D411353-2AF0-AE69-385C-4DC9BD8E6118}"/>
                </a:ext>
              </a:extLst>
            </p:cNvPr>
            <p:cNvSpPr/>
            <p:nvPr/>
          </p:nvSpPr>
          <p:spPr>
            <a:xfrm>
              <a:off x="635781" y="2346305"/>
              <a:ext cx="6788903" cy="3802914"/>
            </a:xfrm>
            <a:prstGeom prst="roundRect">
              <a:avLst>
                <a:gd name="adj" fmla="val 497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54" name="图形 52">
            <a:extLst>
              <a:ext uri="{FF2B5EF4-FFF2-40B4-BE49-F238E27FC236}">
                <a16:creationId xmlns:a16="http://schemas.microsoft.com/office/drawing/2014/main" id="{9E17436E-5B0B-D3EC-AD71-18489E215548}"/>
              </a:ext>
            </a:extLst>
          </p:cNvPr>
          <p:cNvGrpSpPr/>
          <p:nvPr/>
        </p:nvGrpSpPr>
        <p:grpSpPr>
          <a:xfrm>
            <a:off x="7032439" y="4981039"/>
            <a:ext cx="745743" cy="1330487"/>
            <a:chOff x="4030634" y="10013970"/>
            <a:chExt cx="672227" cy="1199327"/>
          </a:xfrm>
        </p:grpSpPr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8A04DCC3-05CE-C088-25FB-855802A571E4}"/>
                </a:ext>
              </a:extLst>
            </p:cNvPr>
            <p:cNvSpPr/>
            <p:nvPr/>
          </p:nvSpPr>
          <p:spPr>
            <a:xfrm>
              <a:off x="4338146" y="10306699"/>
              <a:ext cx="59701" cy="670207"/>
            </a:xfrm>
            <a:custGeom>
              <a:avLst/>
              <a:gdLst>
                <a:gd name="connsiteX0" fmla="*/ 31921 w 59701"/>
                <a:gd name="connsiteY0" fmla="*/ 670207 h 670207"/>
                <a:gd name="connsiteX1" fmla="*/ 171 w 59701"/>
                <a:gd name="connsiteY1" fmla="*/ 294046 h 670207"/>
                <a:gd name="connsiteX2" fmla="*/ 171 w 59701"/>
                <a:gd name="connsiteY2" fmla="*/ 0 h 670207"/>
                <a:gd name="connsiteX3" fmla="*/ 16118 w 59701"/>
                <a:gd name="connsiteY3" fmla="*/ 0 h 670207"/>
                <a:gd name="connsiteX4" fmla="*/ 17056 w 59701"/>
                <a:gd name="connsiteY4" fmla="*/ 440166 h 670207"/>
                <a:gd name="connsiteX5" fmla="*/ 59702 w 59701"/>
                <a:gd name="connsiteY5" fmla="*/ 670135 h 670207"/>
                <a:gd name="connsiteX6" fmla="*/ 32065 w 59701"/>
                <a:gd name="connsiteY6" fmla="*/ 670135 h 67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701" h="670207">
                  <a:moveTo>
                    <a:pt x="31921" y="670207"/>
                  </a:moveTo>
                  <a:cubicBezTo>
                    <a:pt x="31921" y="670207"/>
                    <a:pt x="-2715" y="432085"/>
                    <a:pt x="171" y="294046"/>
                  </a:cubicBezTo>
                  <a:cubicBezTo>
                    <a:pt x="3057" y="156006"/>
                    <a:pt x="171" y="0"/>
                    <a:pt x="171" y="0"/>
                  </a:cubicBezTo>
                  <a:lnTo>
                    <a:pt x="16118" y="0"/>
                  </a:lnTo>
                  <a:cubicBezTo>
                    <a:pt x="16118" y="0"/>
                    <a:pt x="5294" y="274635"/>
                    <a:pt x="17056" y="440166"/>
                  </a:cubicBezTo>
                  <a:cubicBezTo>
                    <a:pt x="28818" y="605698"/>
                    <a:pt x="59702" y="670135"/>
                    <a:pt x="59702" y="670135"/>
                  </a:cubicBezTo>
                  <a:lnTo>
                    <a:pt x="32065" y="670135"/>
                  </a:lnTo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CE03ED71-7D5F-0757-AC57-FA9226FC530E}"/>
                </a:ext>
              </a:extLst>
            </p:cNvPr>
            <p:cNvSpPr/>
            <p:nvPr/>
          </p:nvSpPr>
          <p:spPr>
            <a:xfrm>
              <a:off x="4313711" y="10013970"/>
              <a:ext cx="178138" cy="373474"/>
            </a:xfrm>
            <a:custGeom>
              <a:avLst/>
              <a:gdLst>
                <a:gd name="connsiteX0" fmla="*/ 159398 w 178138"/>
                <a:gd name="connsiteY0" fmla="*/ 25093 h 373474"/>
                <a:gd name="connsiteX1" fmla="*/ 144966 w 178138"/>
                <a:gd name="connsiteY1" fmla="*/ 3879 h 373474"/>
                <a:gd name="connsiteX2" fmla="*/ 110330 w 178138"/>
                <a:gd name="connsiteY2" fmla="*/ 3879 h 373474"/>
                <a:gd name="connsiteX3" fmla="*/ 0 w 178138"/>
                <a:gd name="connsiteY3" fmla="*/ 157937 h 373474"/>
                <a:gd name="connsiteX4" fmla="*/ 63788 w 178138"/>
                <a:gd name="connsiteY4" fmla="*/ 373474 h 373474"/>
                <a:gd name="connsiteX5" fmla="*/ 159398 w 178138"/>
                <a:gd name="connsiteY5" fmla="*/ 25093 h 373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138" h="373474">
                  <a:moveTo>
                    <a:pt x="159398" y="25093"/>
                  </a:moveTo>
                  <a:cubicBezTo>
                    <a:pt x="156930" y="16687"/>
                    <a:pt x="151879" y="9262"/>
                    <a:pt x="144966" y="3879"/>
                  </a:cubicBezTo>
                  <a:cubicBezTo>
                    <a:pt x="134864" y="-2543"/>
                    <a:pt x="121659" y="127"/>
                    <a:pt x="110330" y="3879"/>
                  </a:cubicBezTo>
                  <a:cubicBezTo>
                    <a:pt x="62201" y="20908"/>
                    <a:pt x="19483" y="110745"/>
                    <a:pt x="0" y="157937"/>
                  </a:cubicBezTo>
                  <a:lnTo>
                    <a:pt x="63788" y="373474"/>
                  </a:lnTo>
                  <a:cubicBezTo>
                    <a:pt x="179242" y="266536"/>
                    <a:pt x="199230" y="126115"/>
                    <a:pt x="159398" y="25093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>
              <a:extLst>
                <a:ext uri="{FF2B5EF4-FFF2-40B4-BE49-F238E27FC236}">
                  <a16:creationId xmlns:a16="http://schemas.microsoft.com/office/drawing/2014/main" id="{E1CEF7E1-78FA-E4E1-ED8E-BF0F60758685}"/>
                </a:ext>
              </a:extLst>
            </p:cNvPr>
            <p:cNvSpPr/>
            <p:nvPr/>
          </p:nvSpPr>
          <p:spPr>
            <a:xfrm>
              <a:off x="4377440" y="10026652"/>
              <a:ext cx="77413" cy="278531"/>
            </a:xfrm>
            <a:custGeom>
              <a:avLst/>
              <a:gdLst>
                <a:gd name="connsiteX0" fmla="*/ 77413 w 77413"/>
                <a:gd name="connsiteY0" fmla="*/ 0 h 278531"/>
                <a:gd name="connsiteX1" fmla="*/ 76475 w 77413"/>
                <a:gd name="connsiteY1" fmla="*/ 2814 h 278531"/>
                <a:gd name="connsiteX2" fmla="*/ 73373 w 77413"/>
                <a:gd name="connsiteY2" fmla="*/ 10680 h 278531"/>
                <a:gd name="connsiteX3" fmla="*/ 61899 w 77413"/>
                <a:gd name="connsiteY3" fmla="*/ 39543 h 278531"/>
                <a:gd name="connsiteX4" fmla="*/ 29789 w 77413"/>
                <a:gd name="connsiteY4" fmla="*/ 136740 h 278531"/>
                <a:gd name="connsiteX5" fmla="*/ 7203 w 77413"/>
                <a:gd name="connsiteY5" fmla="*/ 236680 h 278531"/>
                <a:gd name="connsiteX6" fmla="*/ 2080 w 77413"/>
                <a:gd name="connsiteY6" fmla="*/ 267275 h 278531"/>
                <a:gd name="connsiteX7" fmla="*/ 709 w 77413"/>
                <a:gd name="connsiteY7" fmla="*/ 275645 h 278531"/>
                <a:gd name="connsiteX8" fmla="*/ 60 w 77413"/>
                <a:gd name="connsiteY8" fmla="*/ 278532 h 278531"/>
                <a:gd name="connsiteX9" fmla="*/ 60 w 77413"/>
                <a:gd name="connsiteY9" fmla="*/ 275573 h 278531"/>
                <a:gd name="connsiteX10" fmla="*/ 925 w 77413"/>
                <a:gd name="connsiteY10" fmla="*/ 267130 h 278531"/>
                <a:gd name="connsiteX11" fmla="*/ 5183 w 77413"/>
                <a:gd name="connsiteY11" fmla="*/ 236319 h 278531"/>
                <a:gd name="connsiteX12" fmla="*/ 26830 w 77413"/>
                <a:gd name="connsiteY12" fmla="*/ 136091 h 278531"/>
                <a:gd name="connsiteX13" fmla="*/ 59807 w 77413"/>
                <a:gd name="connsiteY13" fmla="*/ 38893 h 278531"/>
                <a:gd name="connsiteX14" fmla="*/ 72002 w 77413"/>
                <a:gd name="connsiteY14" fmla="*/ 10030 h 278531"/>
                <a:gd name="connsiteX15" fmla="*/ 75609 w 77413"/>
                <a:gd name="connsiteY15" fmla="*/ 2309 h 278531"/>
                <a:gd name="connsiteX16" fmla="*/ 77413 w 77413"/>
                <a:gd name="connsiteY16" fmla="*/ 0 h 278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413" h="278531">
                  <a:moveTo>
                    <a:pt x="77413" y="0"/>
                  </a:moveTo>
                  <a:cubicBezTo>
                    <a:pt x="77183" y="967"/>
                    <a:pt x="76872" y="1905"/>
                    <a:pt x="76475" y="2814"/>
                  </a:cubicBezTo>
                  <a:cubicBezTo>
                    <a:pt x="75609" y="4907"/>
                    <a:pt x="74599" y="7505"/>
                    <a:pt x="73373" y="10680"/>
                  </a:cubicBezTo>
                  <a:cubicBezTo>
                    <a:pt x="70558" y="17462"/>
                    <a:pt x="66590" y="27348"/>
                    <a:pt x="61899" y="39543"/>
                  </a:cubicBezTo>
                  <a:cubicBezTo>
                    <a:pt x="52447" y="64004"/>
                    <a:pt x="40252" y="98208"/>
                    <a:pt x="29789" y="136740"/>
                  </a:cubicBezTo>
                  <a:cubicBezTo>
                    <a:pt x="19326" y="175273"/>
                    <a:pt x="11749" y="210847"/>
                    <a:pt x="7203" y="236680"/>
                  </a:cubicBezTo>
                  <a:cubicBezTo>
                    <a:pt x="4894" y="249596"/>
                    <a:pt x="3162" y="260059"/>
                    <a:pt x="2080" y="267275"/>
                  </a:cubicBezTo>
                  <a:cubicBezTo>
                    <a:pt x="1575" y="270666"/>
                    <a:pt x="1070" y="273408"/>
                    <a:pt x="709" y="275645"/>
                  </a:cubicBezTo>
                  <a:cubicBezTo>
                    <a:pt x="666" y="276641"/>
                    <a:pt x="442" y="277615"/>
                    <a:pt x="60" y="278532"/>
                  </a:cubicBezTo>
                  <a:cubicBezTo>
                    <a:pt x="-20" y="277550"/>
                    <a:pt x="-20" y="276554"/>
                    <a:pt x="60" y="275573"/>
                  </a:cubicBezTo>
                  <a:cubicBezTo>
                    <a:pt x="60" y="273336"/>
                    <a:pt x="565" y="270594"/>
                    <a:pt x="925" y="267130"/>
                  </a:cubicBezTo>
                  <a:cubicBezTo>
                    <a:pt x="1719" y="259915"/>
                    <a:pt x="3162" y="249307"/>
                    <a:pt x="5183" y="236319"/>
                  </a:cubicBezTo>
                  <a:cubicBezTo>
                    <a:pt x="10573" y="202541"/>
                    <a:pt x="17796" y="169082"/>
                    <a:pt x="26830" y="136091"/>
                  </a:cubicBezTo>
                  <a:cubicBezTo>
                    <a:pt x="36002" y="103100"/>
                    <a:pt x="47006" y="70650"/>
                    <a:pt x="59807" y="38893"/>
                  </a:cubicBezTo>
                  <a:cubicBezTo>
                    <a:pt x="64713" y="26699"/>
                    <a:pt x="68971" y="17246"/>
                    <a:pt x="72002" y="10030"/>
                  </a:cubicBezTo>
                  <a:lnTo>
                    <a:pt x="75609" y="2309"/>
                  </a:lnTo>
                  <a:cubicBezTo>
                    <a:pt x="76136" y="1486"/>
                    <a:pt x="76742" y="714"/>
                    <a:pt x="77413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>
              <a:extLst>
                <a:ext uri="{FF2B5EF4-FFF2-40B4-BE49-F238E27FC236}">
                  <a16:creationId xmlns:a16="http://schemas.microsoft.com/office/drawing/2014/main" id="{70A3B26E-424D-A5DC-3E58-7209042ABE08}"/>
                </a:ext>
              </a:extLst>
            </p:cNvPr>
            <p:cNvSpPr/>
            <p:nvPr/>
          </p:nvSpPr>
          <p:spPr>
            <a:xfrm>
              <a:off x="4250404" y="10124649"/>
              <a:ext cx="147459" cy="314604"/>
            </a:xfrm>
            <a:custGeom>
              <a:avLst/>
              <a:gdLst>
                <a:gd name="connsiteX0" fmla="*/ 98737 w 147459"/>
                <a:gd name="connsiteY0" fmla="*/ 314605 h 314604"/>
                <a:gd name="connsiteX1" fmla="*/ 241 w 147459"/>
                <a:gd name="connsiteY1" fmla="*/ 150805 h 314604"/>
                <a:gd name="connsiteX2" fmla="*/ 29104 w 147459"/>
                <a:gd name="connsiteY2" fmla="*/ 11179 h 314604"/>
                <a:gd name="connsiteX3" fmla="*/ 35887 w 147459"/>
                <a:gd name="connsiteY3" fmla="*/ 1004 h 314604"/>
                <a:gd name="connsiteX4" fmla="*/ 52195 w 147459"/>
                <a:gd name="connsiteY4" fmla="*/ 3602 h 314604"/>
                <a:gd name="connsiteX5" fmla="*/ 136187 w 147459"/>
                <a:gd name="connsiteY5" fmla="*/ 123746 h 314604"/>
                <a:gd name="connsiteX6" fmla="*/ 146073 w 147459"/>
                <a:gd name="connsiteY6" fmla="*/ 222603 h 314604"/>
                <a:gd name="connsiteX7" fmla="*/ 98665 w 147459"/>
                <a:gd name="connsiteY7" fmla="*/ 314605 h 3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459" h="314604">
                  <a:moveTo>
                    <a:pt x="98737" y="314605"/>
                  </a:moveTo>
                  <a:cubicBezTo>
                    <a:pt x="39538" y="280965"/>
                    <a:pt x="2196" y="218865"/>
                    <a:pt x="241" y="150805"/>
                  </a:cubicBezTo>
                  <a:cubicBezTo>
                    <a:pt x="-2068" y="102964"/>
                    <a:pt x="12580" y="56061"/>
                    <a:pt x="29104" y="11179"/>
                  </a:cubicBezTo>
                  <a:cubicBezTo>
                    <a:pt x="30136" y="7109"/>
                    <a:pt x="32524" y="3523"/>
                    <a:pt x="35887" y="1004"/>
                  </a:cubicBezTo>
                  <a:cubicBezTo>
                    <a:pt x="41407" y="-973"/>
                    <a:pt x="47562" y="8"/>
                    <a:pt x="52195" y="3602"/>
                  </a:cubicBezTo>
                  <a:cubicBezTo>
                    <a:pt x="95490" y="28352"/>
                    <a:pt x="122189" y="75760"/>
                    <a:pt x="136187" y="123746"/>
                  </a:cubicBezTo>
                  <a:cubicBezTo>
                    <a:pt x="146282" y="155662"/>
                    <a:pt x="149652" y="189323"/>
                    <a:pt x="146073" y="222603"/>
                  </a:cubicBezTo>
                  <a:cubicBezTo>
                    <a:pt x="140582" y="257571"/>
                    <a:pt x="123956" y="289833"/>
                    <a:pt x="98665" y="314605"/>
                  </a:cubicBezTo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id="{4A1B65A8-A358-E2E0-6FA0-2F55F2D25CFC}"/>
                </a:ext>
              </a:extLst>
            </p:cNvPr>
            <p:cNvSpPr/>
            <p:nvPr/>
          </p:nvSpPr>
          <p:spPr>
            <a:xfrm>
              <a:off x="4306928" y="10159568"/>
              <a:ext cx="43222" cy="279685"/>
            </a:xfrm>
            <a:custGeom>
              <a:avLst/>
              <a:gdLst>
                <a:gd name="connsiteX0" fmla="*/ 42213 w 43222"/>
                <a:gd name="connsiteY0" fmla="*/ 279686 h 279685"/>
                <a:gd name="connsiteX1" fmla="*/ 42213 w 43222"/>
                <a:gd name="connsiteY1" fmla="*/ 276800 h 279685"/>
                <a:gd name="connsiteX2" fmla="*/ 42213 w 43222"/>
                <a:gd name="connsiteY2" fmla="*/ 268501 h 279685"/>
                <a:gd name="connsiteX3" fmla="*/ 41347 w 43222"/>
                <a:gd name="connsiteY3" fmla="*/ 238123 h 279685"/>
                <a:gd name="connsiteX4" fmla="*/ 30162 w 43222"/>
                <a:gd name="connsiteY4" fmla="*/ 138616 h 279685"/>
                <a:gd name="connsiteX5" fmla="*/ 9525 w 43222"/>
                <a:gd name="connsiteY5" fmla="*/ 40481 h 279685"/>
                <a:gd name="connsiteX6" fmla="*/ 2309 w 43222"/>
                <a:gd name="connsiteY6" fmla="*/ 10896 h 279685"/>
                <a:gd name="connsiteX7" fmla="*/ 433 w 43222"/>
                <a:gd name="connsiteY7" fmla="*/ 2886 h 279685"/>
                <a:gd name="connsiteX8" fmla="*/ 0 w 43222"/>
                <a:gd name="connsiteY8" fmla="*/ 0 h 279685"/>
                <a:gd name="connsiteX9" fmla="*/ 938 w 43222"/>
                <a:gd name="connsiteY9" fmla="*/ 2742 h 279685"/>
                <a:gd name="connsiteX10" fmla="*/ 3319 w 43222"/>
                <a:gd name="connsiteY10" fmla="*/ 10679 h 279685"/>
                <a:gd name="connsiteX11" fmla="*/ 11185 w 43222"/>
                <a:gd name="connsiteY11" fmla="*/ 40048 h 279685"/>
                <a:gd name="connsiteX12" fmla="*/ 32832 w 43222"/>
                <a:gd name="connsiteY12" fmla="*/ 138183 h 279685"/>
                <a:gd name="connsiteX13" fmla="*/ 43223 w 43222"/>
                <a:gd name="connsiteY13" fmla="*/ 238051 h 279685"/>
                <a:gd name="connsiteX14" fmla="*/ 43223 w 43222"/>
                <a:gd name="connsiteY14" fmla="*/ 268501 h 279685"/>
                <a:gd name="connsiteX15" fmla="*/ 43223 w 43222"/>
                <a:gd name="connsiteY15" fmla="*/ 276800 h 279685"/>
                <a:gd name="connsiteX16" fmla="*/ 42213 w 43222"/>
                <a:gd name="connsiteY16" fmla="*/ 279686 h 279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222" h="279685">
                  <a:moveTo>
                    <a:pt x="42213" y="279686"/>
                  </a:moveTo>
                  <a:cubicBezTo>
                    <a:pt x="42047" y="278733"/>
                    <a:pt x="42047" y="277752"/>
                    <a:pt x="42213" y="276800"/>
                  </a:cubicBezTo>
                  <a:cubicBezTo>
                    <a:pt x="42213" y="274635"/>
                    <a:pt x="42213" y="271893"/>
                    <a:pt x="42213" y="268501"/>
                  </a:cubicBezTo>
                  <a:cubicBezTo>
                    <a:pt x="42213" y="261286"/>
                    <a:pt x="42213" y="250967"/>
                    <a:pt x="41347" y="238123"/>
                  </a:cubicBezTo>
                  <a:cubicBezTo>
                    <a:pt x="39629" y="204757"/>
                    <a:pt x="35892" y="171528"/>
                    <a:pt x="30162" y="138616"/>
                  </a:cubicBezTo>
                  <a:cubicBezTo>
                    <a:pt x="23524" y="100011"/>
                    <a:pt x="15731" y="65448"/>
                    <a:pt x="9525" y="40481"/>
                  </a:cubicBezTo>
                  <a:cubicBezTo>
                    <a:pt x="6639" y="28286"/>
                    <a:pt x="4185" y="18256"/>
                    <a:pt x="2309" y="10896"/>
                  </a:cubicBezTo>
                  <a:cubicBezTo>
                    <a:pt x="1515" y="7649"/>
                    <a:pt x="938" y="4979"/>
                    <a:pt x="433" y="2886"/>
                  </a:cubicBezTo>
                  <a:cubicBezTo>
                    <a:pt x="195" y="1941"/>
                    <a:pt x="43" y="974"/>
                    <a:pt x="0" y="0"/>
                  </a:cubicBezTo>
                  <a:cubicBezTo>
                    <a:pt x="419" y="873"/>
                    <a:pt x="736" y="1797"/>
                    <a:pt x="938" y="2742"/>
                  </a:cubicBezTo>
                  <a:cubicBezTo>
                    <a:pt x="1587" y="4834"/>
                    <a:pt x="2381" y="7432"/>
                    <a:pt x="3319" y="10679"/>
                  </a:cubicBezTo>
                  <a:cubicBezTo>
                    <a:pt x="5268" y="17895"/>
                    <a:pt x="8010" y="27637"/>
                    <a:pt x="11185" y="40048"/>
                  </a:cubicBezTo>
                  <a:cubicBezTo>
                    <a:pt x="17607" y="64943"/>
                    <a:pt x="25616" y="99506"/>
                    <a:pt x="32832" y="138183"/>
                  </a:cubicBezTo>
                  <a:cubicBezTo>
                    <a:pt x="38612" y="171189"/>
                    <a:pt x="42083" y="204562"/>
                    <a:pt x="43223" y="238051"/>
                  </a:cubicBezTo>
                  <a:cubicBezTo>
                    <a:pt x="43223" y="250895"/>
                    <a:pt x="43223" y="261358"/>
                    <a:pt x="43223" y="268501"/>
                  </a:cubicBezTo>
                  <a:cubicBezTo>
                    <a:pt x="43223" y="271893"/>
                    <a:pt x="43223" y="274635"/>
                    <a:pt x="43223" y="276800"/>
                  </a:cubicBezTo>
                  <a:cubicBezTo>
                    <a:pt x="42963" y="277788"/>
                    <a:pt x="42631" y="278755"/>
                    <a:pt x="42213" y="27968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401DD696-B610-E96B-3DCD-CBCAA0578233}"/>
                </a:ext>
              </a:extLst>
            </p:cNvPr>
            <p:cNvSpPr/>
            <p:nvPr/>
          </p:nvSpPr>
          <p:spPr>
            <a:xfrm>
              <a:off x="4250404" y="10124649"/>
              <a:ext cx="147459" cy="314604"/>
            </a:xfrm>
            <a:custGeom>
              <a:avLst/>
              <a:gdLst>
                <a:gd name="connsiteX0" fmla="*/ 98737 w 147459"/>
                <a:gd name="connsiteY0" fmla="*/ 314605 h 314604"/>
                <a:gd name="connsiteX1" fmla="*/ 241 w 147459"/>
                <a:gd name="connsiteY1" fmla="*/ 150805 h 314604"/>
                <a:gd name="connsiteX2" fmla="*/ 29104 w 147459"/>
                <a:gd name="connsiteY2" fmla="*/ 11179 h 314604"/>
                <a:gd name="connsiteX3" fmla="*/ 35887 w 147459"/>
                <a:gd name="connsiteY3" fmla="*/ 1004 h 314604"/>
                <a:gd name="connsiteX4" fmla="*/ 52195 w 147459"/>
                <a:gd name="connsiteY4" fmla="*/ 3602 h 314604"/>
                <a:gd name="connsiteX5" fmla="*/ 136187 w 147459"/>
                <a:gd name="connsiteY5" fmla="*/ 123746 h 314604"/>
                <a:gd name="connsiteX6" fmla="*/ 146073 w 147459"/>
                <a:gd name="connsiteY6" fmla="*/ 222603 h 314604"/>
                <a:gd name="connsiteX7" fmla="*/ 98665 w 147459"/>
                <a:gd name="connsiteY7" fmla="*/ 314605 h 3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459" h="314604">
                  <a:moveTo>
                    <a:pt x="98737" y="314605"/>
                  </a:moveTo>
                  <a:cubicBezTo>
                    <a:pt x="39538" y="280965"/>
                    <a:pt x="2196" y="218865"/>
                    <a:pt x="241" y="150805"/>
                  </a:cubicBezTo>
                  <a:cubicBezTo>
                    <a:pt x="-2068" y="102964"/>
                    <a:pt x="12580" y="56061"/>
                    <a:pt x="29104" y="11179"/>
                  </a:cubicBezTo>
                  <a:cubicBezTo>
                    <a:pt x="30136" y="7109"/>
                    <a:pt x="32524" y="3523"/>
                    <a:pt x="35887" y="1004"/>
                  </a:cubicBezTo>
                  <a:cubicBezTo>
                    <a:pt x="41407" y="-973"/>
                    <a:pt x="47562" y="8"/>
                    <a:pt x="52195" y="3602"/>
                  </a:cubicBezTo>
                  <a:cubicBezTo>
                    <a:pt x="95490" y="28352"/>
                    <a:pt x="122189" y="75760"/>
                    <a:pt x="136187" y="123746"/>
                  </a:cubicBezTo>
                  <a:cubicBezTo>
                    <a:pt x="146282" y="155662"/>
                    <a:pt x="149652" y="189323"/>
                    <a:pt x="146073" y="222603"/>
                  </a:cubicBezTo>
                  <a:cubicBezTo>
                    <a:pt x="140582" y="257571"/>
                    <a:pt x="123956" y="289833"/>
                    <a:pt x="98665" y="314605"/>
                  </a:cubicBezTo>
                </a:path>
              </a:pathLst>
            </a:custGeom>
            <a:solidFill>
              <a:srgbClr val="00000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5F2BBD1A-E0C6-2178-BFEA-CD1EA057E664}"/>
                </a:ext>
              </a:extLst>
            </p:cNvPr>
            <p:cNvSpPr/>
            <p:nvPr/>
          </p:nvSpPr>
          <p:spPr>
            <a:xfrm>
              <a:off x="4416609" y="10798059"/>
              <a:ext cx="274707" cy="124295"/>
            </a:xfrm>
            <a:custGeom>
              <a:avLst/>
              <a:gdLst>
                <a:gd name="connsiteX0" fmla="*/ 0 w 274707"/>
                <a:gd name="connsiteY0" fmla="*/ 5090 h 124295"/>
                <a:gd name="connsiteX1" fmla="*/ 164449 w 274707"/>
                <a:gd name="connsiteY1" fmla="*/ 79846 h 124295"/>
                <a:gd name="connsiteX2" fmla="*/ 274707 w 274707"/>
                <a:gd name="connsiteY2" fmla="*/ 124296 h 124295"/>
                <a:gd name="connsiteX3" fmla="*/ 233793 w 274707"/>
                <a:gd name="connsiteY3" fmla="*/ 83598 h 124295"/>
                <a:gd name="connsiteX4" fmla="*/ 84714 w 274707"/>
                <a:gd name="connsiteY4" fmla="*/ 12450 h 124295"/>
                <a:gd name="connsiteX5" fmla="*/ 1660 w 274707"/>
                <a:gd name="connsiteY5" fmla="*/ 3069 h 12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707" h="124295">
                  <a:moveTo>
                    <a:pt x="0" y="5090"/>
                  </a:moveTo>
                  <a:cubicBezTo>
                    <a:pt x="58953" y="18006"/>
                    <a:pt x="107516" y="59642"/>
                    <a:pt x="164449" y="79846"/>
                  </a:cubicBezTo>
                  <a:cubicBezTo>
                    <a:pt x="202116" y="93267"/>
                    <a:pt x="244689" y="97958"/>
                    <a:pt x="274707" y="124296"/>
                  </a:cubicBezTo>
                  <a:cubicBezTo>
                    <a:pt x="267491" y="106112"/>
                    <a:pt x="250390" y="93989"/>
                    <a:pt x="233793" y="83598"/>
                  </a:cubicBezTo>
                  <a:cubicBezTo>
                    <a:pt x="186948" y="54324"/>
                    <a:pt x="136935" y="30454"/>
                    <a:pt x="84714" y="12450"/>
                  </a:cubicBezTo>
                  <a:cubicBezTo>
                    <a:pt x="57943" y="3214"/>
                    <a:pt x="28935" y="-4507"/>
                    <a:pt x="1660" y="3069"/>
                  </a:cubicBezTo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936178A5-E1E5-E376-D263-9CE81853F7A0}"/>
                </a:ext>
              </a:extLst>
            </p:cNvPr>
            <p:cNvSpPr/>
            <p:nvPr/>
          </p:nvSpPr>
          <p:spPr>
            <a:xfrm>
              <a:off x="4106256" y="10777746"/>
              <a:ext cx="225206" cy="77934"/>
            </a:xfrm>
            <a:custGeom>
              <a:avLst/>
              <a:gdLst>
                <a:gd name="connsiteX0" fmla="*/ 225206 w 225206"/>
                <a:gd name="connsiteY0" fmla="*/ 77934 h 77934"/>
                <a:gd name="connsiteX1" fmla="*/ 0 w 225206"/>
                <a:gd name="connsiteY1" fmla="*/ 10105 h 77934"/>
                <a:gd name="connsiteX2" fmla="*/ 225206 w 225206"/>
                <a:gd name="connsiteY2" fmla="*/ 77934 h 7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206" h="77934">
                  <a:moveTo>
                    <a:pt x="225206" y="77934"/>
                  </a:moveTo>
                  <a:cubicBezTo>
                    <a:pt x="151316" y="76708"/>
                    <a:pt x="73674" y="13858"/>
                    <a:pt x="0" y="10105"/>
                  </a:cubicBezTo>
                  <a:cubicBezTo>
                    <a:pt x="76921" y="-14717"/>
                    <a:pt x="187107" y="5559"/>
                    <a:pt x="225206" y="77934"/>
                  </a:cubicBezTo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6A69BF58-F98D-1F93-BE65-B67A37180379}"/>
                </a:ext>
              </a:extLst>
            </p:cNvPr>
            <p:cNvSpPr/>
            <p:nvPr/>
          </p:nvSpPr>
          <p:spPr>
            <a:xfrm>
              <a:off x="4360181" y="10588258"/>
              <a:ext cx="233649" cy="113508"/>
            </a:xfrm>
            <a:custGeom>
              <a:avLst/>
              <a:gdLst>
                <a:gd name="connsiteX0" fmla="*/ 144 w 233649"/>
                <a:gd name="connsiteY0" fmla="*/ 90201 h 113508"/>
                <a:gd name="connsiteX1" fmla="*/ 118196 w 233649"/>
                <a:gd name="connsiteY1" fmla="*/ 82191 h 113508"/>
                <a:gd name="connsiteX2" fmla="*/ 233649 w 233649"/>
                <a:gd name="connsiteY2" fmla="*/ 113508 h 113508"/>
                <a:gd name="connsiteX3" fmla="*/ 189632 w 233649"/>
                <a:gd name="connsiteY3" fmla="*/ 51524 h 113508"/>
                <a:gd name="connsiteX4" fmla="*/ 143018 w 233649"/>
                <a:gd name="connsiteY4" fmla="*/ 15661 h 113508"/>
                <a:gd name="connsiteX5" fmla="*/ 87528 w 233649"/>
                <a:gd name="connsiteY5" fmla="*/ 3 h 113508"/>
                <a:gd name="connsiteX6" fmla="*/ 26266 w 233649"/>
                <a:gd name="connsiteY6" fmla="*/ 30887 h 113508"/>
                <a:gd name="connsiteX7" fmla="*/ 0 w 233649"/>
                <a:gd name="connsiteY7" fmla="*/ 89912 h 11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3649" h="113508">
                  <a:moveTo>
                    <a:pt x="144" y="90201"/>
                  </a:moveTo>
                  <a:cubicBezTo>
                    <a:pt x="38215" y="77739"/>
                    <a:pt x="78790" y="74990"/>
                    <a:pt x="118196" y="82191"/>
                  </a:cubicBezTo>
                  <a:cubicBezTo>
                    <a:pt x="157479" y="89414"/>
                    <a:pt x="196098" y="99885"/>
                    <a:pt x="233649" y="113508"/>
                  </a:cubicBezTo>
                  <a:cubicBezTo>
                    <a:pt x="229897" y="87892"/>
                    <a:pt x="209115" y="68626"/>
                    <a:pt x="189632" y="51524"/>
                  </a:cubicBezTo>
                  <a:cubicBezTo>
                    <a:pt x="175280" y="38102"/>
                    <a:pt x="159672" y="26095"/>
                    <a:pt x="143018" y="15661"/>
                  </a:cubicBezTo>
                  <a:cubicBezTo>
                    <a:pt x="126378" y="5285"/>
                    <a:pt x="107134" y="-141"/>
                    <a:pt x="87528" y="3"/>
                  </a:cubicBezTo>
                  <a:cubicBezTo>
                    <a:pt x="63759" y="1554"/>
                    <a:pt x="41650" y="12703"/>
                    <a:pt x="26266" y="30887"/>
                  </a:cubicBezTo>
                  <a:cubicBezTo>
                    <a:pt x="11307" y="47173"/>
                    <a:pt x="2085" y="67897"/>
                    <a:pt x="0" y="89912"/>
                  </a:cubicBezTo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88015FEE-85CE-AD5F-20B2-0999369E99D7}"/>
                </a:ext>
              </a:extLst>
            </p:cNvPr>
            <p:cNvSpPr/>
            <p:nvPr/>
          </p:nvSpPr>
          <p:spPr>
            <a:xfrm>
              <a:off x="4030634" y="10561346"/>
              <a:ext cx="276252" cy="172963"/>
            </a:xfrm>
            <a:custGeom>
              <a:avLst/>
              <a:gdLst>
                <a:gd name="connsiteX0" fmla="*/ 178087 w 276252"/>
                <a:gd name="connsiteY0" fmla="*/ 35358 h 172963"/>
                <a:gd name="connsiteX1" fmla="*/ 0 w 276252"/>
                <a:gd name="connsiteY1" fmla="*/ 866 h 172963"/>
                <a:gd name="connsiteX2" fmla="*/ 276150 w 276252"/>
                <a:gd name="connsiteY2" fmla="*/ 172964 h 172963"/>
                <a:gd name="connsiteX3" fmla="*/ 178087 w 276252"/>
                <a:gd name="connsiteY3" fmla="*/ 35358 h 1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52" h="172963">
                  <a:moveTo>
                    <a:pt x="178087" y="35358"/>
                  </a:moveTo>
                  <a:cubicBezTo>
                    <a:pt x="131545" y="-4329"/>
                    <a:pt x="61118" y="-722"/>
                    <a:pt x="0" y="866"/>
                  </a:cubicBezTo>
                  <a:cubicBezTo>
                    <a:pt x="98193" y="47733"/>
                    <a:pt x="190823" y="105460"/>
                    <a:pt x="276150" y="172964"/>
                  </a:cubicBezTo>
                  <a:cubicBezTo>
                    <a:pt x="278604" y="129957"/>
                    <a:pt x="236824" y="85869"/>
                    <a:pt x="178087" y="35358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DC9C32B7-36B5-2C1A-C03B-CAB03A142FBF}"/>
                </a:ext>
              </a:extLst>
            </p:cNvPr>
            <p:cNvSpPr/>
            <p:nvPr/>
          </p:nvSpPr>
          <p:spPr>
            <a:xfrm>
              <a:off x="4030634" y="10561346"/>
              <a:ext cx="276252" cy="172963"/>
            </a:xfrm>
            <a:custGeom>
              <a:avLst/>
              <a:gdLst>
                <a:gd name="connsiteX0" fmla="*/ 178087 w 276252"/>
                <a:gd name="connsiteY0" fmla="*/ 35358 h 172963"/>
                <a:gd name="connsiteX1" fmla="*/ 0 w 276252"/>
                <a:gd name="connsiteY1" fmla="*/ 866 h 172963"/>
                <a:gd name="connsiteX2" fmla="*/ 276150 w 276252"/>
                <a:gd name="connsiteY2" fmla="*/ 172964 h 172963"/>
                <a:gd name="connsiteX3" fmla="*/ 178087 w 276252"/>
                <a:gd name="connsiteY3" fmla="*/ 35358 h 1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52" h="172963">
                  <a:moveTo>
                    <a:pt x="178087" y="35358"/>
                  </a:moveTo>
                  <a:cubicBezTo>
                    <a:pt x="131545" y="-4329"/>
                    <a:pt x="61118" y="-722"/>
                    <a:pt x="0" y="866"/>
                  </a:cubicBezTo>
                  <a:cubicBezTo>
                    <a:pt x="98193" y="47733"/>
                    <a:pt x="190823" y="105460"/>
                    <a:pt x="276150" y="172964"/>
                  </a:cubicBezTo>
                  <a:cubicBezTo>
                    <a:pt x="278604" y="129957"/>
                    <a:pt x="236824" y="85869"/>
                    <a:pt x="178087" y="35358"/>
                  </a:cubicBezTo>
                  <a:close/>
                </a:path>
              </a:pathLst>
            </a:custGeom>
            <a:solidFill>
              <a:srgbClr val="00000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B3FB3FB0-EBD9-CF35-CE32-792D0A4823C4}"/>
                </a:ext>
              </a:extLst>
            </p:cNvPr>
            <p:cNvSpPr/>
            <p:nvPr/>
          </p:nvSpPr>
          <p:spPr>
            <a:xfrm>
              <a:off x="4381252" y="10351211"/>
              <a:ext cx="321610" cy="190868"/>
            </a:xfrm>
            <a:custGeom>
              <a:avLst/>
              <a:gdLst>
                <a:gd name="connsiteX0" fmla="*/ 0 w 321610"/>
                <a:gd name="connsiteY0" fmla="*/ 190869 h 190868"/>
                <a:gd name="connsiteX1" fmla="*/ 71509 w 321610"/>
                <a:gd name="connsiteY1" fmla="*/ 149306 h 190868"/>
                <a:gd name="connsiteX2" fmla="*/ 142441 w 321610"/>
                <a:gd name="connsiteY2" fmla="*/ 107670 h 190868"/>
                <a:gd name="connsiteX3" fmla="*/ 227804 w 321610"/>
                <a:gd name="connsiteY3" fmla="*/ 47418 h 190868"/>
                <a:gd name="connsiteX4" fmla="*/ 321610 w 321610"/>
                <a:gd name="connsiteY4" fmla="*/ 2824 h 190868"/>
                <a:gd name="connsiteX5" fmla="*/ 236535 w 321610"/>
                <a:gd name="connsiteY5" fmla="*/ 7731 h 190868"/>
                <a:gd name="connsiteX6" fmla="*/ 156512 w 321610"/>
                <a:gd name="connsiteY6" fmla="*/ 38903 h 190868"/>
                <a:gd name="connsiteX7" fmla="*/ 53686 w 321610"/>
                <a:gd name="connsiteY7" fmla="*/ 98506 h 190868"/>
                <a:gd name="connsiteX8" fmla="*/ 361 w 321610"/>
                <a:gd name="connsiteY8" fmla="*/ 190869 h 19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10" h="190868">
                  <a:moveTo>
                    <a:pt x="0" y="190869"/>
                  </a:moveTo>
                  <a:cubicBezTo>
                    <a:pt x="22679" y="175117"/>
                    <a:pt x="46593" y="161212"/>
                    <a:pt x="71509" y="149306"/>
                  </a:cubicBezTo>
                  <a:cubicBezTo>
                    <a:pt x="95971" y="138193"/>
                    <a:pt x="118773" y="120443"/>
                    <a:pt x="142441" y="107670"/>
                  </a:cubicBezTo>
                  <a:cubicBezTo>
                    <a:pt x="173108" y="91074"/>
                    <a:pt x="199662" y="67983"/>
                    <a:pt x="227804" y="47418"/>
                  </a:cubicBezTo>
                  <a:cubicBezTo>
                    <a:pt x="255946" y="26853"/>
                    <a:pt x="286830" y="8308"/>
                    <a:pt x="321610" y="2824"/>
                  </a:cubicBezTo>
                  <a:cubicBezTo>
                    <a:pt x="293259" y="-2191"/>
                    <a:pt x="264122" y="-510"/>
                    <a:pt x="236535" y="7731"/>
                  </a:cubicBezTo>
                  <a:cubicBezTo>
                    <a:pt x="209094" y="16036"/>
                    <a:pt x="182337" y="26456"/>
                    <a:pt x="156512" y="38903"/>
                  </a:cubicBezTo>
                  <a:cubicBezTo>
                    <a:pt x="120432" y="55211"/>
                    <a:pt x="83271" y="72024"/>
                    <a:pt x="53686" y="98506"/>
                  </a:cubicBezTo>
                  <a:cubicBezTo>
                    <a:pt x="24101" y="124988"/>
                    <a:pt x="-2814" y="151254"/>
                    <a:pt x="361" y="190869"/>
                  </a:cubicBezTo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D5B1F4C5-4D0B-FB2D-CEB1-404401A90413}"/>
                </a:ext>
              </a:extLst>
            </p:cNvPr>
            <p:cNvSpPr/>
            <p:nvPr/>
          </p:nvSpPr>
          <p:spPr>
            <a:xfrm>
              <a:off x="4355707" y="10799978"/>
              <a:ext cx="224129" cy="55702"/>
            </a:xfrm>
            <a:custGeom>
              <a:avLst/>
              <a:gdLst>
                <a:gd name="connsiteX0" fmla="*/ 224124 w 224129"/>
                <a:gd name="connsiteY0" fmla="*/ 55702 h 55702"/>
                <a:gd name="connsiteX1" fmla="*/ 221815 w 224129"/>
                <a:gd name="connsiteY1" fmla="*/ 54692 h 55702"/>
                <a:gd name="connsiteX2" fmla="*/ 215321 w 224129"/>
                <a:gd name="connsiteY2" fmla="*/ 51373 h 55702"/>
                <a:gd name="connsiteX3" fmla="*/ 191725 w 224129"/>
                <a:gd name="connsiteY3" fmla="*/ 38961 h 55702"/>
                <a:gd name="connsiteX4" fmla="*/ 175273 w 224129"/>
                <a:gd name="connsiteY4" fmla="*/ 30735 h 55702"/>
                <a:gd name="connsiteX5" fmla="*/ 156079 w 224129"/>
                <a:gd name="connsiteY5" fmla="*/ 22004 h 55702"/>
                <a:gd name="connsiteX6" fmla="*/ 110619 w 224129"/>
                <a:gd name="connsiteY6" fmla="*/ 6129 h 55702"/>
                <a:gd name="connsiteX7" fmla="*/ 63211 w 224129"/>
                <a:gd name="connsiteY7" fmla="*/ 4903 h 55702"/>
                <a:gd name="connsiteX8" fmla="*/ 43151 w 224129"/>
                <a:gd name="connsiteY8" fmla="*/ 10892 h 55702"/>
                <a:gd name="connsiteX9" fmla="*/ 26915 w 224129"/>
                <a:gd name="connsiteY9" fmla="*/ 19262 h 55702"/>
                <a:gd name="connsiteX10" fmla="*/ 6566 w 224129"/>
                <a:gd name="connsiteY10" fmla="*/ 36075 h 55702"/>
                <a:gd name="connsiteX11" fmla="*/ 0 w 224129"/>
                <a:gd name="connsiteY11" fmla="*/ 43291 h 55702"/>
                <a:gd name="connsiteX12" fmla="*/ 1299 w 224129"/>
                <a:gd name="connsiteY12" fmla="*/ 41126 h 55702"/>
                <a:gd name="connsiteX13" fmla="*/ 5773 w 224129"/>
                <a:gd name="connsiteY13" fmla="*/ 35354 h 55702"/>
                <a:gd name="connsiteX14" fmla="*/ 25905 w 224129"/>
                <a:gd name="connsiteY14" fmla="*/ 17675 h 55702"/>
                <a:gd name="connsiteX15" fmla="*/ 42285 w 224129"/>
                <a:gd name="connsiteY15" fmla="*/ 8871 h 55702"/>
                <a:gd name="connsiteX16" fmla="*/ 62634 w 224129"/>
                <a:gd name="connsiteY16" fmla="*/ 2594 h 55702"/>
                <a:gd name="connsiteX17" fmla="*/ 111196 w 224129"/>
                <a:gd name="connsiteY17" fmla="*/ 3532 h 55702"/>
                <a:gd name="connsiteX18" fmla="*/ 157017 w 224129"/>
                <a:gd name="connsiteY18" fmla="*/ 19767 h 55702"/>
                <a:gd name="connsiteX19" fmla="*/ 176211 w 224129"/>
                <a:gd name="connsiteY19" fmla="*/ 28787 h 55702"/>
                <a:gd name="connsiteX20" fmla="*/ 192591 w 224129"/>
                <a:gd name="connsiteY20" fmla="*/ 37302 h 55702"/>
                <a:gd name="connsiteX21" fmla="*/ 215826 w 224129"/>
                <a:gd name="connsiteY21" fmla="*/ 50435 h 55702"/>
                <a:gd name="connsiteX22" fmla="*/ 222032 w 224129"/>
                <a:gd name="connsiteY22" fmla="*/ 54259 h 55702"/>
                <a:gd name="connsiteX23" fmla="*/ 224124 w 224129"/>
                <a:gd name="connsiteY23" fmla="*/ 55702 h 5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4129" h="55702">
                  <a:moveTo>
                    <a:pt x="224124" y="55702"/>
                  </a:moveTo>
                  <a:cubicBezTo>
                    <a:pt x="223316" y="55471"/>
                    <a:pt x="222537" y="55132"/>
                    <a:pt x="221815" y="54692"/>
                  </a:cubicBezTo>
                  <a:lnTo>
                    <a:pt x="215321" y="51373"/>
                  </a:lnTo>
                  <a:cubicBezTo>
                    <a:pt x="209765" y="48414"/>
                    <a:pt x="201827" y="44157"/>
                    <a:pt x="191725" y="38961"/>
                  </a:cubicBezTo>
                  <a:cubicBezTo>
                    <a:pt x="186912" y="36270"/>
                    <a:pt x="181428" y="33528"/>
                    <a:pt x="175273" y="30735"/>
                  </a:cubicBezTo>
                  <a:cubicBezTo>
                    <a:pt x="169356" y="27849"/>
                    <a:pt x="162862" y="24890"/>
                    <a:pt x="156079" y="22004"/>
                  </a:cubicBezTo>
                  <a:cubicBezTo>
                    <a:pt x="141409" y="15423"/>
                    <a:pt x="126198" y="10112"/>
                    <a:pt x="110619" y="6129"/>
                  </a:cubicBezTo>
                  <a:cubicBezTo>
                    <a:pt x="95155" y="1858"/>
                    <a:pt x="78876" y="1439"/>
                    <a:pt x="63211" y="4903"/>
                  </a:cubicBezTo>
                  <a:cubicBezTo>
                    <a:pt x="56385" y="6404"/>
                    <a:pt x="49681" y="8410"/>
                    <a:pt x="43151" y="10892"/>
                  </a:cubicBezTo>
                  <a:cubicBezTo>
                    <a:pt x="37494" y="13179"/>
                    <a:pt x="32060" y="15986"/>
                    <a:pt x="26915" y="19262"/>
                  </a:cubicBezTo>
                  <a:cubicBezTo>
                    <a:pt x="19432" y="23960"/>
                    <a:pt x="12592" y="29610"/>
                    <a:pt x="6566" y="36075"/>
                  </a:cubicBezTo>
                  <a:cubicBezTo>
                    <a:pt x="2237" y="40621"/>
                    <a:pt x="216" y="43291"/>
                    <a:pt x="0" y="43291"/>
                  </a:cubicBezTo>
                  <a:cubicBezTo>
                    <a:pt x="339" y="42519"/>
                    <a:pt x="772" y="41790"/>
                    <a:pt x="1299" y="41126"/>
                  </a:cubicBezTo>
                  <a:cubicBezTo>
                    <a:pt x="2237" y="39755"/>
                    <a:pt x="3752" y="37807"/>
                    <a:pt x="5773" y="35354"/>
                  </a:cubicBezTo>
                  <a:cubicBezTo>
                    <a:pt x="11632" y="28556"/>
                    <a:pt x="18408" y="22603"/>
                    <a:pt x="25905" y="17675"/>
                  </a:cubicBezTo>
                  <a:cubicBezTo>
                    <a:pt x="31108" y="14290"/>
                    <a:pt x="36592" y="11346"/>
                    <a:pt x="42285" y="8871"/>
                  </a:cubicBezTo>
                  <a:cubicBezTo>
                    <a:pt x="48895" y="6245"/>
                    <a:pt x="55692" y="4145"/>
                    <a:pt x="62634" y="2594"/>
                  </a:cubicBezTo>
                  <a:cubicBezTo>
                    <a:pt x="78646" y="-1159"/>
                    <a:pt x="95343" y="-834"/>
                    <a:pt x="111196" y="3532"/>
                  </a:cubicBezTo>
                  <a:cubicBezTo>
                    <a:pt x="126927" y="7551"/>
                    <a:pt x="142260" y="12992"/>
                    <a:pt x="157017" y="19767"/>
                  </a:cubicBezTo>
                  <a:cubicBezTo>
                    <a:pt x="164233" y="22798"/>
                    <a:pt x="170294" y="25756"/>
                    <a:pt x="176211" y="28787"/>
                  </a:cubicBezTo>
                  <a:cubicBezTo>
                    <a:pt x="182128" y="31818"/>
                    <a:pt x="187684" y="34560"/>
                    <a:pt x="192591" y="37302"/>
                  </a:cubicBezTo>
                  <a:cubicBezTo>
                    <a:pt x="202549" y="42569"/>
                    <a:pt x="210414" y="47187"/>
                    <a:pt x="215826" y="50435"/>
                  </a:cubicBezTo>
                  <a:lnTo>
                    <a:pt x="222032" y="54259"/>
                  </a:lnTo>
                  <a:cubicBezTo>
                    <a:pt x="223475" y="55125"/>
                    <a:pt x="224196" y="55630"/>
                    <a:pt x="224124" y="55702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68EA15FC-D28F-4A3E-BA90-016C11766E9E}"/>
                </a:ext>
              </a:extLst>
            </p:cNvPr>
            <p:cNvSpPr/>
            <p:nvPr/>
          </p:nvSpPr>
          <p:spPr>
            <a:xfrm>
              <a:off x="4276331" y="10819096"/>
              <a:ext cx="85654" cy="82260"/>
            </a:xfrm>
            <a:custGeom>
              <a:avLst/>
              <a:gdLst>
                <a:gd name="connsiteX0" fmla="*/ 2 w 85654"/>
                <a:gd name="connsiteY0" fmla="*/ 0 h 82260"/>
                <a:gd name="connsiteX1" fmla="*/ 4621 w 85654"/>
                <a:gd name="connsiteY1" fmla="*/ 1299 h 82260"/>
                <a:gd name="connsiteX2" fmla="*/ 16671 w 85654"/>
                <a:gd name="connsiteY2" fmla="*/ 6566 h 82260"/>
                <a:gd name="connsiteX3" fmla="*/ 51957 w 85654"/>
                <a:gd name="connsiteY3" fmla="*/ 31605 h 82260"/>
                <a:gd name="connsiteX4" fmla="*/ 78366 w 85654"/>
                <a:gd name="connsiteY4" fmla="*/ 65881 h 82260"/>
                <a:gd name="connsiteX5" fmla="*/ 84067 w 85654"/>
                <a:gd name="connsiteY5" fmla="*/ 77642 h 82260"/>
                <a:gd name="connsiteX6" fmla="*/ 85655 w 85654"/>
                <a:gd name="connsiteY6" fmla="*/ 82261 h 82260"/>
                <a:gd name="connsiteX7" fmla="*/ 76779 w 85654"/>
                <a:gd name="connsiteY7" fmla="*/ 66819 h 82260"/>
                <a:gd name="connsiteX8" fmla="*/ 15805 w 85654"/>
                <a:gd name="connsiteY8" fmla="*/ 8226 h 82260"/>
                <a:gd name="connsiteX9" fmla="*/ 2 w 85654"/>
                <a:gd name="connsiteY9" fmla="*/ 0 h 8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654" h="82260">
                  <a:moveTo>
                    <a:pt x="2" y="0"/>
                  </a:moveTo>
                  <a:cubicBezTo>
                    <a:pt x="1604" y="173"/>
                    <a:pt x="3163" y="613"/>
                    <a:pt x="4621" y="1299"/>
                  </a:cubicBezTo>
                  <a:cubicBezTo>
                    <a:pt x="8741" y="2814"/>
                    <a:pt x="12760" y="4575"/>
                    <a:pt x="16671" y="6566"/>
                  </a:cubicBezTo>
                  <a:cubicBezTo>
                    <a:pt x="29609" y="13111"/>
                    <a:pt x="41501" y="21554"/>
                    <a:pt x="51957" y="31605"/>
                  </a:cubicBezTo>
                  <a:cubicBezTo>
                    <a:pt x="62434" y="41635"/>
                    <a:pt x="71338" y="53195"/>
                    <a:pt x="78366" y="65881"/>
                  </a:cubicBezTo>
                  <a:cubicBezTo>
                    <a:pt x="80531" y="69669"/>
                    <a:pt x="82436" y="73594"/>
                    <a:pt x="84067" y="77642"/>
                  </a:cubicBezTo>
                  <a:cubicBezTo>
                    <a:pt x="84781" y="79107"/>
                    <a:pt x="85315" y="80659"/>
                    <a:pt x="85655" y="82261"/>
                  </a:cubicBezTo>
                  <a:cubicBezTo>
                    <a:pt x="85222" y="82261"/>
                    <a:pt x="82480" y="76199"/>
                    <a:pt x="76779" y="66819"/>
                  </a:cubicBezTo>
                  <a:cubicBezTo>
                    <a:pt x="61972" y="42256"/>
                    <a:pt x="40938" y="22044"/>
                    <a:pt x="15805" y="8226"/>
                  </a:cubicBezTo>
                  <a:cubicBezTo>
                    <a:pt x="6208" y="2886"/>
                    <a:pt x="-142" y="433"/>
                    <a:pt x="2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5E751442-9D28-F78C-0555-6019C479BABF}"/>
                </a:ext>
              </a:extLst>
            </p:cNvPr>
            <p:cNvSpPr/>
            <p:nvPr/>
          </p:nvSpPr>
          <p:spPr>
            <a:xfrm>
              <a:off x="4112894" y="10593168"/>
              <a:ext cx="243029" cy="202620"/>
            </a:xfrm>
            <a:custGeom>
              <a:avLst/>
              <a:gdLst>
                <a:gd name="connsiteX0" fmla="*/ 0 w 243029"/>
                <a:gd name="connsiteY0" fmla="*/ 0 h 202620"/>
                <a:gd name="connsiteX1" fmla="*/ 3175 w 243029"/>
                <a:gd name="connsiteY1" fmla="*/ 938 h 202620"/>
                <a:gd name="connsiteX2" fmla="*/ 12050 w 243029"/>
                <a:gd name="connsiteY2" fmla="*/ 4113 h 202620"/>
                <a:gd name="connsiteX3" fmla="*/ 25977 w 243029"/>
                <a:gd name="connsiteY3" fmla="*/ 9236 h 202620"/>
                <a:gd name="connsiteX4" fmla="*/ 44089 w 243029"/>
                <a:gd name="connsiteY4" fmla="*/ 17246 h 202620"/>
                <a:gd name="connsiteX5" fmla="*/ 140204 w 243029"/>
                <a:gd name="connsiteY5" fmla="*/ 78508 h 202620"/>
                <a:gd name="connsiteX6" fmla="*/ 185086 w 243029"/>
                <a:gd name="connsiteY6" fmla="*/ 122669 h 202620"/>
                <a:gd name="connsiteX7" fmla="*/ 217125 w 243029"/>
                <a:gd name="connsiteY7" fmla="*/ 163006 h 202620"/>
                <a:gd name="connsiteX8" fmla="*/ 236319 w 243029"/>
                <a:gd name="connsiteY8" fmla="*/ 191869 h 202620"/>
                <a:gd name="connsiteX9" fmla="*/ 241370 w 243029"/>
                <a:gd name="connsiteY9" fmla="*/ 199807 h 202620"/>
                <a:gd name="connsiteX10" fmla="*/ 243030 w 243029"/>
                <a:gd name="connsiteY10" fmla="*/ 202621 h 202620"/>
                <a:gd name="connsiteX11" fmla="*/ 240937 w 243029"/>
                <a:gd name="connsiteY11" fmla="*/ 200095 h 202620"/>
                <a:gd name="connsiteX12" fmla="*/ 235453 w 243029"/>
                <a:gd name="connsiteY12" fmla="*/ 192446 h 202620"/>
                <a:gd name="connsiteX13" fmla="*/ 215609 w 243029"/>
                <a:gd name="connsiteY13" fmla="*/ 164160 h 202620"/>
                <a:gd name="connsiteX14" fmla="*/ 183499 w 243029"/>
                <a:gd name="connsiteY14" fmla="*/ 124329 h 202620"/>
                <a:gd name="connsiteX15" fmla="*/ 138761 w 243029"/>
                <a:gd name="connsiteY15" fmla="*/ 80601 h 202620"/>
                <a:gd name="connsiteX16" fmla="*/ 43512 w 243029"/>
                <a:gd name="connsiteY16" fmla="*/ 18978 h 202620"/>
                <a:gd name="connsiteX17" fmla="*/ 25616 w 243029"/>
                <a:gd name="connsiteY17" fmla="*/ 10679 h 202620"/>
                <a:gd name="connsiteX18" fmla="*/ 11834 w 243029"/>
                <a:gd name="connsiteY18" fmla="*/ 5123 h 202620"/>
                <a:gd name="connsiteX19" fmla="*/ 3175 w 243029"/>
                <a:gd name="connsiteY19" fmla="*/ 1515 h 202620"/>
                <a:gd name="connsiteX20" fmla="*/ 0 w 243029"/>
                <a:gd name="connsiteY20" fmla="*/ 0 h 20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3029" h="202620">
                  <a:moveTo>
                    <a:pt x="0" y="0"/>
                  </a:moveTo>
                  <a:lnTo>
                    <a:pt x="3175" y="938"/>
                  </a:lnTo>
                  <a:lnTo>
                    <a:pt x="12050" y="4113"/>
                  </a:lnTo>
                  <a:lnTo>
                    <a:pt x="25977" y="9236"/>
                  </a:lnTo>
                  <a:cubicBezTo>
                    <a:pt x="31461" y="11329"/>
                    <a:pt x="37378" y="14287"/>
                    <a:pt x="44089" y="17246"/>
                  </a:cubicBezTo>
                  <a:cubicBezTo>
                    <a:pt x="78728" y="33265"/>
                    <a:pt x="111059" y="53874"/>
                    <a:pt x="140204" y="78508"/>
                  </a:cubicBezTo>
                  <a:cubicBezTo>
                    <a:pt x="156144" y="92204"/>
                    <a:pt x="171138" y="106953"/>
                    <a:pt x="185086" y="122669"/>
                  </a:cubicBezTo>
                  <a:cubicBezTo>
                    <a:pt x="196466" y="135542"/>
                    <a:pt x="207160" y="149007"/>
                    <a:pt x="217125" y="163006"/>
                  </a:cubicBezTo>
                  <a:cubicBezTo>
                    <a:pt x="225567" y="174912"/>
                    <a:pt x="231989" y="184653"/>
                    <a:pt x="236319" y="191869"/>
                  </a:cubicBezTo>
                  <a:lnTo>
                    <a:pt x="241370" y="199807"/>
                  </a:lnTo>
                  <a:cubicBezTo>
                    <a:pt x="242019" y="200687"/>
                    <a:pt x="242575" y="201625"/>
                    <a:pt x="243030" y="202621"/>
                  </a:cubicBezTo>
                  <a:cubicBezTo>
                    <a:pt x="242229" y="201870"/>
                    <a:pt x="241529" y="201019"/>
                    <a:pt x="240937" y="200095"/>
                  </a:cubicBezTo>
                  <a:cubicBezTo>
                    <a:pt x="239638" y="198363"/>
                    <a:pt x="237762" y="195766"/>
                    <a:pt x="235453" y="192446"/>
                  </a:cubicBezTo>
                  <a:cubicBezTo>
                    <a:pt x="230835" y="185736"/>
                    <a:pt x="224196" y="175922"/>
                    <a:pt x="215609" y="164160"/>
                  </a:cubicBezTo>
                  <a:cubicBezTo>
                    <a:pt x="207023" y="152399"/>
                    <a:pt x="196199" y="138761"/>
                    <a:pt x="183499" y="124329"/>
                  </a:cubicBezTo>
                  <a:cubicBezTo>
                    <a:pt x="169515" y="108829"/>
                    <a:pt x="154578" y="94224"/>
                    <a:pt x="138761" y="80601"/>
                  </a:cubicBezTo>
                  <a:cubicBezTo>
                    <a:pt x="109724" y="56139"/>
                    <a:pt x="77725" y="35437"/>
                    <a:pt x="43512" y="18978"/>
                  </a:cubicBezTo>
                  <a:cubicBezTo>
                    <a:pt x="36873" y="15947"/>
                    <a:pt x="31028" y="12844"/>
                    <a:pt x="25616" y="10679"/>
                  </a:cubicBezTo>
                  <a:lnTo>
                    <a:pt x="11834" y="5123"/>
                  </a:lnTo>
                  <a:lnTo>
                    <a:pt x="3175" y="1515"/>
                  </a:lnTo>
                  <a:cubicBezTo>
                    <a:pt x="2056" y="1147"/>
                    <a:pt x="989" y="64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00452633-6B7B-CF99-2F28-A9099888F314}"/>
                </a:ext>
              </a:extLst>
            </p:cNvPr>
            <p:cNvSpPr/>
            <p:nvPr/>
          </p:nvSpPr>
          <p:spPr>
            <a:xfrm>
              <a:off x="4350729" y="10631730"/>
              <a:ext cx="120432" cy="67222"/>
            </a:xfrm>
            <a:custGeom>
              <a:avLst/>
              <a:gdLst>
                <a:gd name="connsiteX0" fmla="*/ 120432 w 120432"/>
                <a:gd name="connsiteY0" fmla="*/ 5238 h 67222"/>
                <a:gd name="connsiteX1" fmla="*/ 114515 w 120432"/>
                <a:gd name="connsiteY1" fmla="*/ 4445 h 67222"/>
                <a:gd name="connsiteX2" fmla="*/ 107733 w 120432"/>
                <a:gd name="connsiteY2" fmla="*/ 3218 h 67222"/>
                <a:gd name="connsiteX3" fmla="*/ 98641 w 120432"/>
                <a:gd name="connsiteY3" fmla="*/ 2352 h 67222"/>
                <a:gd name="connsiteX4" fmla="*/ 48130 w 120432"/>
                <a:gd name="connsiteY4" fmla="*/ 12382 h 67222"/>
                <a:gd name="connsiteX5" fmla="*/ 25039 w 120432"/>
                <a:gd name="connsiteY5" fmla="*/ 29484 h 67222"/>
                <a:gd name="connsiteX6" fmla="*/ 10174 w 120432"/>
                <a:gd name="connsiteY6" fmla="*/ 47884 h 67222"/>
                <a:gd name="connsiteX7" fmla="*/ 0 w 120432"/>
                <a:gd name="connsiteY7" fmla="*/ 67223 h 67222"/>
                <a:gd name="connsiteX8" fmla="*/ 1515 w 120432"/>
                <a:gd name="connsiteY8" fmla="*/ 61450 h 67222"/>
                <a:gd name="connsiteX9" fmla="*/ 8731 w 120432"/>
                <a:gd name="connsiteY9" fmla="*/ 47018 h 67222"/>
                <a:gd name="connsiteX10" fmla="*/ 23163 w 120432"/>
                <a:gd name="connsiteY10" fmla="*/ 27896 h 67222"/>
                <a:gd name="connsiteX11" fmla="*/ 46759 w 120432"/>
                <a:gd name="connsiteY11" fmla="*/ 10145 h 67222"/>
                <a:gd name="connsiteX12" fmla="*/ 98929 w 120432"/>
                <a:gd name="connsiteY12" fmla="*/ 620 h 67222"/>
                <a:gd name="connsiteX13" fmla="*/ 108093 w 120432"/>
                <a:gd name="connsiteY13" fmla="*/ 1919 h 67222"/>
                <a:gd name="connsiteX14" fmla="*/ 114804 w 120432"/>
                <a:gd name="connsiteY14" fmla="*/ 3579 h 67222"/>
                <a:gd name="connsiteX15" fmla="*/ 120432 w 120432"/>
                <a:gd name="connsiteY15" fmla="*/ 5238 h 6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32" h="67222">
                  <a:moveTo>
                    <a:pt x="120432" y="5238"/>
                  </a:moveTo>
                  <a:cubicBezTo>
                    <a:pt x="118441" y="5166"/>
                    <a:pt x="116457" y="4899"/>
                    <a:pt x="114515" y="4445"/>
                  </a:cubicBezTo>
                  <a:lnTo>
                    <a:pt x="107733" y="3218"/>
                  </a:lnTo>
                  <a:cubicBezTo>
                    <a:pt x="105135" y="2713"/>
                    <a:pt x="102032" y="2713"/>
                    <a:pt x="98641" y="2352"/>
                  </a:cubicBezTo>
                  <a:cubicBezTo>
                    <a:pt x="81193" y="837"/>
                    <a:pt x="63673" y="4315"/>
                    <a:pt x="48130" y="12382"/>
                  </a:cubicBezTo>
                  <a:cubicBezTo>
                    <a:pt x="39572" y="16820"/>
                    <a:pt x="31779" y="22592"/>
                    <a:pt x="25039" y="29484"/>
                  </a:cubicBezTo>
                  <a:cubicBezTo>
                    <a:pt x="19367" y="35004"/>
                    <a:pt x="14381" y="41180"/>
                    <a:pt x="10174" y="47884"/>
                  </a:cubicBezTo>
                  <a:cubicBezTo>
                    <a:pt x="6307" y="54068"/>
                    <a:pt x="2908" y="60533"/>
                    <a:pt x="0" y="67223"/>
                  </a:cubicBezTo>
                  <a:cubicBezTo>
                    <a:pt x="253" y="65238"/>
                    <a:pt x="765" y="63297"/>
                    <a:pt x="1515" y="61450"/>
                  </a:cubicBezTo>
                  <a:cubicBezTo>
                    <a:pt x="3464" y="56420"/>
                    <a:pt x="5874" y="51593"/>
                    <a:pt x="8731" y="47018"/>
                  </a:cubicBezTo>
                  <a:cubicBezTo>
                    <a:pt x="12736" y="40076"/>
                    <a:pt x="17585" y="33654"/>
                    <a:pt x="23163" y="27896"/>
                  </a:cubicBezTo>
                  <a:cubicBezTo>
                    <a:pt x="29982" y="20702"/>
                    <a:pt x="37955" y="14706"/>
                    <a:pt x="46759" y="10145"/>
                  </a:cubicBezTo>
                  <a:cubicBezTo>
                    <a:pt x="62807" y="1825"/>
                    <a:pt x="80976" y="-1494"/>
                    <a:pt x="98929" y="620"/>
                  </a:cubicBezTo>
                  <a:cubicBezTo>
                    <a:pt x="102321" y="1125"/>
                    <a:pt x="105423" y="1270"/>
                    <a:pt x="108093" y="1919"/>
                  </a:cubicBezTo>
                  <a:lnTo>
                    <a:pt x="114804" y="3579"/>
                  </a:lnTo>
                  <a:cubicBezTo>
                    <a:pt x="116745" y="3889"/>
                    <a:pt x="118636" y="4445"/>
                    <a:pt x="120432" y="5238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59ACD290-1B28-9B30-B0EF-941C41C6E690}"/>
                </a:ext>
              </a:extLst>
            </p:cNvPr>
            <p:cNvSpPr/>
            <p:nvPr/>
          </p:nvSpPr>
          <p:spPr>
            <a:xfrm>
              <a:off x="4347074" y="10406638"/>
              <a:ext cx="198338" cy="235164"/>
            </a:xfrm>
            <a:custGeom>
              <a:avLst/>
              <a:gdLst>
                <a:gd name="connsiteX0" fmla="*/ 198338 w 198338"/>
                <a:gd name="connsiteY0" fmla="*/ 0 h 235164"/>
                <a:gd name="connsiteX1" fmla="*/ 195524 w 198338"/>
                <a:gd name="connsiteY1" fmla="*/ 1732 h 235164"/>
                <a:gd name="connsiteX2" fmla="*/ 187298 w 198338"/>
                <a:gd name="connsiteY2" fmla="*/ 6206 h 235164"/>
                <a:gd name="connsiteX3" fmla="*/ 157280 w 198338"/>
                <a:gd name="connsiteY3" fmla="*/ 23091 h 235164"/>
                <a:gd name="connsiteX4" fmla="*/ 114490 w 198338"/>
                <a:gd name="connsiteY4" fmla="*/ 50944 h 235164"/>
                <a:gd name="connsiteX5" fmla="*/ 66721 w 198338"/>
                <a:gd name="connsiteY5" fmla="*/ 90992 h 235164"/>
                <a:gd name="connsiteX6" fmla="*/ 47166 w 198338"/>
                <a:gd name="connsiteY6" fmla="*/ 116319 h 235164"/>
                <a:gd name="connsiteX7" fmla="*/ 33456 w 198338"/>
                <a:gd name="connsiteY7" fmla="*/ 143162 h 235164"/>
                <a:gd name="connsiteX8" fmla="*/ 12891 w 198338"/>
                <a:gd name="connsiteY8" fmla="*/ 189921 h 235164"/>
                <a:gd name="connsiteX9" fmla="*/ 2933 w 198338"/>
                <a:gd name="connsiteY9" fmla="*/ 222825 h 235164"/>
                <a:gd name="connsiteX10" fmla="*/ 119 w 198338"/>
                <a:gd name="connsiteY10" fmla="*/ 235164 h 235164"/>
                <a:gd name="connsiteX11" fmla="*/ 119 w 198338"/>
                <a:gd name="connsiteY11" fmla="*/ 231845 h 235164"/>
                <a:gd name="connsiteX12" fmla="*/ 1634 w 198338"/>
                <a:gd name="connsiteY12" fmla="*/ 222609 h 235164"/>
                <a:gd name="connsiteX13" fmla="*/ 10871 w 198338"/>
                <a:gd name="connsiteY13" fmla="*/ 189272 h 235164"/>
                <a:gd name="connsiteX14" fmla="*/ 31003 w 198338"/>
                <a:gd name="connsiteY14" fmla="*/ 142152 h 235164"/>
                <a:gd name="connsiteX15" fmla="*/ 44569 w 198338"/>
                <a:gd name="connsiteY15" fmla="*/ 115093 h 235164"/>
                <a:gd name="connsiteX16" fmla="*/ 64484 w 198338"/>
                <a:gd name="connsiteY16" fmla="*/ 89188 h 235164"/>
                <a:gd name="connsiteX17" fmla="*/ 112758 w 198338"/>
                <a:gd name="connsiteY17" fmla="*/ 48996 h 235164"/>
                <a:gd name="connsiteX18" fmla="*/ 156053 w 198338"/>
                <a:gd name="connsiteY18" fmla="*/ 21503 h 235164"/>
                <a:gd name="connsiteX19" fmla="*/ 186504 w 198338"/>
                <a:gd name="connsiteY19" fmla="*/ 5268 h 235164"/>
                <a:gd name="connsiteX20" fmla="*/ 195019 w 198338"/>
                <a:gd name="connsiteY20" fmla="*/ 1227 h 235164"/>
                <a:gd name="connsiteX21" fmla="*/ 198338 w 198338"/>
                <a:gd name="connsiteY21" fmla="*/ 0 h 23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8338" h="235164">
                  <a:moveTo>
                    <a:pt x="198338" y="0"/>
                  </a:moveTo>
                  <a:lnTo>
                    <a:pt x="195524" y="1732"/>
                  </a:lnTo>
                  <a:lnTo>
                    <a:pt x="187298" y="6206"/>
                  </a:lnTo>
                  <a:cubicBezTo>
                    <a:pt x="180082" y="10030"/>
                    <a:pt x="169836" y="15730"/>
                    <a:pt x="157280" y="23091"/>
                  </a:cubicBezTo>
                  <a:cubicBezTo>
                    <a:pt x="144725" y="30451"/>
                    <a:pt x="130076" y="39759"/>
                    <a:pt x="114490" y="50944"/>
                  </a:cubicBezTo>
                  <a:cubicBezTo>
                    <a:pt x="97432" y="62872"/>
                    <a:pt x="81449" y="76272"/>
                    <a:pt x="66721" y="90992"/>
                  </a:cubicBezTo>
                  <a:cubicBezTo>
                    <a:pt x="59094" y="98518"/>
                    <a:pt x="52513" y="107033"/>
                    <a:pt x="47166" y="116319"/>
                  </a:cubicBezTo>
                  <a:cubicBezTo>
                    <a:pt x="42332" y="125556"/>
                    <a:pt x="37714" y="134575"/>
                    <a:pt x="33456" y="143162"/>
                  </a:cubicBezTo>
                  <a:cubicBezTo>
                    <a:pt x="25786" y="158373"/>
                    <a:pt x="18924" y="173981"/>
                    <a:pt x="12891" y="189921"/>
                  </a:cubicBezTo>
                  <a:cubicBezTo>
                    <a:pt x="8930" y="200687"/>
                    <a:pt x="5603" y="211669"/>
                    <a:pt x="2933" y="222825"/>
                  </a:cubicBezTo>
                  <a:cubicBezTo>
                    <a:pt x="1057" y="230690"/>
                    <a:pt x="336" y="235164"/>
                    <a:pt x="119" y="235164"/>
                  </a:cubicBezTo>
                  <a:cubicBezTo>
                    <a:pt x="-40" y="234060"/>
                    <a:pt x="-40" y="232949"/>
                    <a:pt x="119" y="231845"/>
                  </a:cubicBezTo>
                  <a:cubicBezTo>
                    <a:pt x="119" y="229752"/>
                    <a:pt x="841" y="226577"/>
                    <a:pt x="1634" y="222609"/>
                  </a:cubicBezTo>
                  <a:cubicBezTo>
                    <a:pt x="3929" y="211294"/>
                    <a:pt x="7017" y="200153"/>
                    <a:pt x="10871" y="189272"/>
                  </a:cubicBezTo>
                  <a:cubicBezTo>
                    <a:pt x="16651" y="173187"/>
                    <a:pt x="23376" y="157450"/>
                    <a:pt x="31003" y="142152"/>
                  </a:cubicBezTo>
                  <a:cubicBezTo>
                    <a:pt x="35188" y="133421"/>
                    <a:pt x="39734" y="124401"/>
                    <a:pt x="44569" y="115093"/>
                  </a:cubicBezTo>
                  <a:cubicBezTo>
                    <a:pt x="50031" y="105611"/>
                    <a:pt x="56727" y="96901"/>
                    <a:pt x="64484" y="89188"/>
                  </a:cubicBezTo>
                  <a:cubicBezTo>
                    <a:pt x="79320" y="74352"/>
                    <a:pt x="95476" y="60894"/>
                    <a:pt x="112758" y="48996"/>
                  </a:cubicBezTo>
                  <a:cubicBezTo>
                    <a:pt x="128561" y="37883"/>
                    <a:pt x="143426" y="28791"/>
                    <a:pt x="156053" y="21503"/>
                  </a:cubicBezTo>
                  <a:cubicBezTo>
                    <a:pt x="168681" y="14215"/>
                    <a:pt x="179216" y="8876"/>
                    <a:pt x="186504" y="5268"/>
                  </a:cubicBezTo>
                  <a:lnTo>
                    <a:pt x="195019" y="1227"/>
                  </a:lnTo>
                  <a:cubicBezTo>
                    <a:pt x="196080" y="700"/>
                    <a:pt x="197191" y="289"/>
                    <a:pt x="198338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35D7B065-62F8-FF43-25FB-E30CEBA4101A}"/>
                </a:ext>
              </a:extLst>
            </p:cNvPr>
            <p:cNvSpPr/>
            <p:nvPr/>
          </p:nvSpPr>
          <p:spPr>
            <a:xfrm>
              <a:off x="4288889" y="10476632"/>
              <a:ext cx="49356" cy="153625"/>
            </a:xfrm>
            <a:custGeom>
              <a:avLst/>
              <a:gdLst>
                <a:gd name="connsiteX0" fmla="*/ 49356 w 49356"/>
                <a:gd name="connsiteY0" fmla="*/ 153625 h 153625"/>
                <a:gd name="connsiteX1" fmla="*/ 47913 w 49356"/>
                <a:gd name="connsiteY1" fmla="*/ 147420 h 153625"/>
                <a:gd name="connsiteX2" fmla="*/ 44666 w 49356"/>
                <a:gd name="connsiteY2" fmla="*/ 130390 h 153625"/>
                <a:gd name="connsiteX3" fmla="*/ 9597 w 49356"/>
                <a:gd name="connsiteY3" fmla="*/ 21792 h 153625"/>
                <a:gd name="connsiteX4" fmla="*/ 2381 w 49356"/>
                <a:gd name="connsiteY4" fmla="*/ 5989 h 153625"/>
                <a:gd name="connsiteX5" fmla="*/ 0 w 49356"/>
                <a:gd name="connsiteY5" fmla="*/ 0 h 153625"/>
                <a:gd name="connsiteX6" fmla="*/ 3319 w 49356"/>
                <a:gd name="connsiteY6" fmla="*/ 5484 h 153625"/>
                <a:gd name="connsiteX7" fmla="*/ 11257 w 49356"/>
                <a:gd name="connsiteY7" fmla="*/ 20998 h 153625"/>
                <a:gd name="connsiteX8" fmla="*/ 32904 w 49356"/>
                <a:gd name="connsiteY8" fmla="*/ 74107 h 153625"/>
                <a:gd name="connsiteX9" fmla="*/ 46181 w 49356"/>
                <a:gd name="connsiteY9" fmla="*/ 130030 h 153625"/>
                <a:gd name="connsiteX10" fmla="*/ 48635 w 49356"/>
                <a:gd name="connsiteY10" fmla="*/ 147275 h 153625"/>
                <a:gd name="connsiteX11" fmla="*/ 49356 w 49356"/>
                <a:gd name="connsiteY11" fmla="*/ 153625 h 15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356" h="153625">
                  <a:moveTo>
                    <a:pt x="49356" y="153625"/>
                  </a:moveTo>
                  <a:cubicBezTo>
                    <a:pt x="48685" y="151605"/>
                    <a:pt x="48202" y="149527"/>
                    <a:pt x="47913" y="147420"/>
                  </a:cubicBezTo>
                  <a:lnTo>
                    <a:pt x="44666" y="130390"/>
                  </a:lnTo>
                  <a:cubicBezTo>
                    <a:pt x="37760" y="92817"/>
                    <a:pt x="25970" y="56305"/>
                    <a:pt x="9597" y="21792"/>
                  </a:cubicBezTo>
                  <a:cubicBezTo>
                    <a:pt x="6711" y="15514"/>
                    <a:pt x="4329" y="10174"/>
                    <a:pt x="2381" y="5989"/>
                  </a:cubicBezTo>
                  <a:cubicBezTo>
                    <a:pt x="1385" y="4077"/>
                    <a:pt x="584" y="2071"/>
                    <a:pt x="0" y="0"/>
                  </a:cubicBezTo>
                  <a:cubicBezTo>
                    <a:pt x="1335" y="1681"/>
                    <a:pt x="2453" y="3521"/>
                    <a:pt x="3319" y="5484"/>
                  </a:cubicBezTo>
                  <a:cubicBezTo>
                    <a:pt x="5268" y="9092"/>
                    <a:pt x="8010" y="14360"/>
                    <a:pt x="11257" y="20998"/>
                  </a:cubicBezTo>
                  <a:cubicBezTo>
                    <a:pt x="19786" y="38136"/>
                    <a:pt x="27016" y="55887"/>
                    <a:pt x="32904" y="74107"/>
                  </a:cubicBezTo>
                  <a:cubicBezTo>
                    <a:pt x="38749" y="92384"/>
                    <a:pt x="43187" y="111081"/>
                    <a:pt x="46181" y="130030"/>
                  </a:cubicBezTo>
                  <a:cubicBezTo>
                    <a:pt x="47336" y="137245"/>
                    <a:pt x="48202" y="143163"/>
                    <a:pt x="48635" y="147275"/>
                  </a:cubicBezTo>
                  <a:cubicBezTo>
                    <a:pt x="49118" y="149361"/>
                    <a:pt x="49356" y="151490"/>
                    <a:pt x="49356" y="153625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>
              <a:extLst>
                <a:ext uri="{FF2B5EF4-FFF2-40B4-BE49-F238E27FC236}">
                  <a16:creationId xmlns:a16="http://schemas.microsoft.com/office/drawing/2014/main" id="{0E65D58A-4FE9-926D-9987-F68E9637E99E}"/>
                </a:ext>
              </a:extLst>
            </p:cNvPr>
            <p:cNvSpPr/>
            <p:nvPr/>
          </p:nvSpPr>
          <p:spPr>
            <a:xfrm>
              <a:off x="4130429" y="10249405"/>
              <a:ext cx="202960" cy="290148"/>
            </a:xfrm>
            <a:custGeom>
              <a:avLst/>
              <a:gdLst>
                <a:gd name="connsiteX0" fmla="*/ 202477 w 202960"/>
                <a:gd name="connsiteY0" fmla="*/ 212795 h 290148"/>
                <a:gd name="connsiteX1" fmla="*/ 178448 w 202960"/>
                <a:gd name="connsiteY1" fmla="*/ 133060 h 290148"/>
                <a:gd name="connsiteX2" fmla="*/ 0 w 202960"/>
                <a:gd name="connsiteY2" fmla="*/ 0 h 290148"/>
                <a:gd name="connsiteX3" fmla="*/ 165243 w 202960"/>
                <a:gd name="connsiteY3" fmla="*/ 246205 h 290148"/>
                <a:gd name="connsiteX4" fmla="*/ 186890 w 202960"/>
                <a:gd name="connsiteY4" fmla="*/ 290149 h 290148"/>
                <a:gd name="connsiteX5" fmla="*/ 202477 w 202960"/>
                <a:gd name="connsiteY5" fmla="*/ 212795 h 2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960" h="290148">
                  <a:moveTo>
                    <a:pt x="202477" y="212795"/>
                  </a:moveTo>
                  <a:cubicBezTo>
                    <a:pt x="200110" y="184834"/>
                    <a:pt x="191927" y="157673"/>
                    <a:pt x="178448" y="133060"/>
                  </a:cubicBezTo>
                  <a:cubicBezTo>
                    <a:pt x="141553" y="64517"/>
                    <a:pt x="76221" y="15803"/>
                    <a:pt x="0" y="0"/>
                  </a:cubicBezTo>
                  <a:cubicBezTo>
                    <a:pt x="55033" y="82066"/>
                    <a:pt x="110114" y="164139"/>
                    <a:pt x="165243" y="246205"/>
                  </a:cubicBezTo>
                  <a:lnTo>
                    <a:pt x="186890" y="290149"/>
                  </a:lnTo>
                  <a:cubicBezTo>
                    <a:pt x="201106" y="266265"/>
                    <a:pt x="204353" y="240721"/>
                    <a:pt x="202477" y="212795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B219F479-B6CA-C048-D41E-A4C2D5CCD4F8}"/>
                </a:ext>
              </a:extLst>
            </p:cNvPr>
            <p:cNvSpPr/>
            <p:nvPr/>
          </p:nvSpPr>
          <p:spPr>
            <a:xfrm>
              <a:off x="4185702" y="10947466"/>
              <a:ext cx="384171" cy="68117"/>
            </a:xfrm>
            <a:custGeom>
              <a:avLst/>
              <a:gdLst>
                <a:gd name="connsiteX0" fmla="*/ 0 w 384171"/>
                <a:gd name="connsiteY0" fmla="*/ 0 h 68117"/>
                <a:gd name="connsiteX1" fmla="*/ 384172 w 384171"/>
                <a:gd name="connsiteY1" fmla="*/ 0 h 68117"/>
                <a:gd name="connsiteX2" fmla="*/ 384172 w 384171"/>
                <a:gd name="connsiteY2" fmla="*/ 68117 h 68117"/>
                <a:gd name="connsiteX3" fmla="*/ 0 w 384171"/>
                <a:gd name="connsiteY3" fmla="*/ 68117 h 6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171" h="68117">
                  <a:moveTo>
                    <a:pt x="0" y="0"/>
                  </a:moveTo>
                  <a:lnTo>
                    <a:pt x="384172" y="0"/>
                  </a:lnTo>
                  <a:lnTo>
                    <a:pt x="384172" y="68117"/>
                  </a:lnTo>
                  <a:lnTo>
                    <a:pt x="0" y="68117"/>
                  </a:lnTo>
                  <a:close/>
                </a:path>
              </a:pathLst>
            </a:custGeom>
            <a:solidFill>
              <a:schemeClr val="accent3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>
              <a:extLst>
                <a:ext uri="{FF2B5EF4-FFF2-40B4-BE49-F238E27FC236}">
                  <a16:creationId xmlns:a16="http://schemas.microsoft.com/office/drawing/2014/main" id="{91AE7D28-615D-70F9-D5D0-923F48389894}"/>
                </a:ext>
              </a:extLst>
            </p:cNvPr>
            <p:cNvSpPr/>
            <p:nvPr/>
          </p:nvSpPr>
          <p:spPr>
            <a:xfrm>
              <a:off x="4214421" y="11002090"/>
              <a:ext cx="326805" cy="211207"/>
            </a:xfrm>
            <a:custGeom>
              <a:avLst/>
              <a:gdLst>
                <a:gd name="connsiteX0" fmla="*/ 0 w 326805"/>
                <a:gd name="connsiteY0" fmla="*/ 0 h 211207"/>
                <a:gd name="connsiteX1" fmla="*/ 32688 w 326805"/>
                <a:gd name="connsiteY1" fmla="*/ 211208 h 211207"/>
                <a:gd name="connsiteX2" fmla="*/ 287768 w 326805"/>
                <a:gd name="connsiteY2" fmla="*/ 211208 h 211207"/>
                <a:gd name="connsiteX3" fmla="*/ 326806 w 326805"/>
                <a:gd name="connsiteY3" fmla="*/ 0 h 211207"/>
                <a:gd name="connsiteX4" fmla="*/ 0 w 326805"/>
                <a:gd name="connsiteY4" fmla="*/ 0 h 211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805" h="211207">
                  <a:moveTo>
                    <a:pt x="0" y="0"/>
                  </a:moveTo>
                  <a:lnTo>
                    <a:pt x="32688" y="211208"/>
                  </a:lnTo>
                  <a:lnTo>
                    <a:pt x="287768" y="211208"/>
                  </a:lnTo>
                  <a:lnTo>
                    <a:pt x="3268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>
              <a:extLst>
                <a:ext uri="{FF2B5EF4-FFF2-40B4-BE49-F238E27FC236}">
                  <a16:creationId xmlns:a16="http://schemas.microsoft.com/office/drawing/2014/main" id="{1A9A497B-78D3-1E17-8EBD-8BAA3F885A13}"/>
                </a:ext>
              </a:extLst>
            </p:cNvPr>
            <p:cNvSpPr/>
            <p:nvPr/>
          </p:nvSpPr>
          <p:spPr>
            <a:xfrm>
              <a:off x="4182599" y="11014284"/>
              <a:ext cx="387057" cy="2742"/>
            </a:xfrm>
            <a:custGeom>
              <a:avLst/>
              <a:gdLst>
                <a:gd name="connsiteX0" fmla="*/ 387058 w 387057"/>
                <a:gd name="connsiteY0" fmla="*/ 1371 h 2742"/>
                <a:gd name="connsiteX1" fmla="*/ 193529 w 387057"/>
                <a:gd name="connsiteY1" fmla="*/ 2742 h 2742"/>
                <a:gd name="connsiteX2" fmla="*/ 0 w 387057"/>
                <a:gd name="connsiteY2" fmla="*/ 1371 h 2742"/>
                <a:gd name="connsiteX3" fmla="*/ 193529 w 387057"/>
                <a:gd name="connsiteY3" fmla="*/ 0 h 2742"/>
                <a:gd name="connsiteX4" fmla="*/ 387058 w 387057"/>
                <a:gd name="connsiteY4" fmla="*/ 1371 h 2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057" h="2742">
                  <a:moveTo>
                    <a:pt x="387058" y="1371"/>
                  </a:moveTo>
                  <a:cubicBezTo>
                    <a:pt x="387058" y="2093"/>
                    <a:pt x="300468" y="2742"/>
                    <a:pt x="193529" y="2742"/>
                  </a:cubicBezTo>
                  <a:cubicBezTo>
                    <a:pt x="86590" y="2742"/>
                    <a:pt x="0" y="2093"/>
                    <a:pt x="0" y="1371"/>
                  </a:cubicBezTo>
                  <a:cubicBezTo>
                    <a:pt x="0" y="649"/>
                    <a:pt x="86590" y="0"/>
                    <a:pt x="193529" y="0"/>
                  </a:cubicBezTo>
                  <a:cubicBezTo>
                    <a:pt x="300468" y="0"/>
                    <a:pt x="387058" y="938"/>
                    <a:pt x="387058" y="1371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70" name="矩形: 圆角 369">
            <a:extLst>
              <a:ext uri="{FF2B5EF4-FFF2-40B4-BE49-F238E27FC236}">
                <a16:creationId xmlns:a16="http://schemas.microsoft.com/office/drawing/2014/main" id="{6A9C18A9-92F1-A3CE-9225-BEF821F500C2}"/>
              </a:ext>
            </a:extLst>
          </p:cNvPr>
          <p:cNvSpPr/>
          <p:nvPr/>
        </p:nvSpPr>
        <p:spPr>
          <a:xfrm>
            <a:off x="1359330" y="4017313"/>
            <a:ext cx="5082123" cy="1565293"/>
          </a:xfrm>
          <a:prstGeom prst="roundRect">
            <a:avLst>
              <a:gd name="adj" fmla="val 6931"/>
            </a:avLst>
          </a:prstGeom>
          <a:gradFill flip="none" rotWithShape="1">
            <a:gsLst>
              <a:gs pos="74405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14684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9F0F3778-5ADA-A311-D261-05E42010F2D9}"/>
              </a:ext>
            </a:extLst>
          </p:cNvPr>
          <p:cNvGrpSpPr/>
          <p:nvPr/>
        </p:nvGrpSpPr>
        <p:grpSpPr>
          <a:xfrm>
            <a:off x="9274552" y="2744189"/>
            <a:ext cx="800819" cy="1034322"/>
            <a:chOff x="9274552" y="2744189"/>
            <a:chExt cx="800819" cy="1034322"/>
          </a:xfrm>
        </p:grpSpPr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61924282-4EF1-CFD2-9798-C0A44BA8F88B}"/>
                </a:ext>
              </a:extLst>
            </p:cNvPr>
            <p:cNvGrpSpPr/>
            <p:nvPr/>
          </p:nvGrpSpPr>
          <p:grpSpPr>
            <a:xfrm>
              <a:off x="9274552" y="2744189"/>
              <a:ext cx="800818" cy="1034322"/>
              <a:chOff x="9274552" y="2744189"/>
              <a:chExt cx="800818" cy="1034322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15485099-9264-0870-6764-7CD9CB0DBF82}"/>
                  </a:ext>
                </a:extLst>
              </p:cNvPr>
              <p:cNvSpPr/>
              <p:nvPr/>
            </p:nvSpPr>
            <p:spPr>
              <a:xfrm>
                <a:off x="9274552" y="2744189"/>
                <a:ext cx="800818" cy="1034322"/>
              </a:xfrm>
              <a:custGeom>
                <a:avLst/>
                <a:gdLst>
                  <a:gd name="connsiteX0" fmla="*/ 0 w 721873"/>
                  <a:gd name="connsiteY0" fmla="*/ 0 h 932358"/>
                  <a:gd name="connsiteX1" fmla="*/ 721873 w 721873"/>
                  <a:gd name="connsiteY1" fmla="*/ 0 h 932358"/>
                  <a:gd name="connsiteX2" fmla="*/ 721873 w 721873"/>
                  <a:gd name="connsiteY2" fmla="*/ 932359 h 932358"/>
                  <a:gd name="connsiteX3" fmla="*/ 0 w 721873"/>
                  <a:gd name="connsiteY3" fmla="*/ 932359 h 932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73" h="932358">
                    <a:moveTo>
                      <a:pt x="0" y="0"/>
                    </a:moveTo>
                    <a:lnTo>
                      <a:pt x="721873" y="0"/>
                    </a:lnTo>
                    <a:lnTo>
                      <a:pt x="721873" y="932359"/>
                    </a:lnTo>
                    <a:lnTo>
                      <a:pt x="0" y="932359"/>
                    </a:lnTo>
                    <a:close/>
                  </a:path>
                </a:pathLst>
              </a:custGeom>
              <a:solidFill>
                <a:schemeClr val="accent1"/>
              </a:solidFill>
              <a:ln w="7214" cap="flat">
                <a:noFill/>
                <a:prstDash val="solid"/>
                <a:miter/>
              </a:ln>
              <a:effectLst>
                <a:outerShdw blurRad="76200" dist="508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7" name="任意多边形: 形状 366">
                <a:extLst>
                  <a:ext uri="{FF2B5EF4-FFF2-40B4-BE49-F238E27FC236}">
                    <a16:creationId xmlns:a16="http://schemas.microsoft.com/office/drawing/2014/main" id="{06EFD2C0-88BF-A3DA-AB9C-272E94AAD814}"/>
                  </a:ext>
                </a:extLst>
              </p:cNvPr>
              <p:cNvSpPr/>
              <p:nvPr/>
            </p:nvSpPr>
            <p:spPr>
              <a:xfrm>
                <a:off x="9274552" y="2744189"/>
                <a:ext cx="800818" cy="1034322"/>
              </a:xfrm>
              <a:custGeom>
                <a:avLst/>
                <a:gdLst>
                  <a:gd name="connsiteX0" fmla="*/ 0 w 721873"/>
                  <a:gd name="connsiteY0" fmla="*/ 0 h 932358"/>
                  <a:gd name="connsiteX1" fmla="*/ 721873 w 721873"/>
                  <a:gd name="connsiteY1" fmla="*/ 0 h 932358"/>
                  <a:gd name="connsiteX2" fmla="*/ 721873 w 721873"/>
                  <a:gd name="connsiteY2" fmla="*/ 932359 h 932358"/>
                  <a:gd name="connsiteX3" fmla="*/ 0 w 721873"/>
                  <a:gd name="connsiteY3" fmla="*/ 932359 h 932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73" h="932358">
                    <a:moveTo>
                      <a:pt x="0" y="0"/>
                    </a:moveTo>
                    <a:lnTo>
                      <a:pt x="721873" y="0"/>
                    </a:lnTo>
                    <a:lnTo>
                      <a:pt x="721873" y="932359"/>
                    </a:lnTo>
                    <a:lnTo>
                      <a:pt x="0" y="932359"/>
                    </a:lnTo>
                    <a:close/>
                  </a:path>
                </a:pathLst>
              </a:custGeom>
              <a:solidFill>
                <a:schemeClr val="accent1"/>
              </a:solidFill>
              <a:ln w="7214" cap="flat">
                <a:noFill/>
                <a:prstDash val="solid"/>
                <a:miter/>
              </a:ln>
              <a:effectLst>
                <a:outerShdw blurRad="76200" dist="381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9" name="任意多边形: 形状 178">
              <a:extLst>
                <a:ext uri="{FF2B5EF4-FFF2-40B4-BE49-F238E27FC236}">
                  <a16:creationId xmlns:a16="http://schemas.microsoft.com/office/drawing/2014/main" id="{00D0F58E-9249-621D-A488-6FC21B7566E8}"/>
                </a:ext>
              </a:extLst>
            </p:cNvPr>
            <p:cNvSpPr/>
            <p:nvPr/>
          </p:nvSpPr>
          <p:spPr>
            <a:xfrm>
              <a:off x="9274633" y="2744189"/>
              <a:ext cx="800738" cy="41546"/>
            </a:xfrm>
            <a:custGeom>
              <a:avLst/>
              <a:gdLst>
                <a:gd name="connsiteX0" fmla="*/ 721801 w 721801"/>
                <a:gd name="connsiteY0" fmla="*/ 0 h 37450"/>
                <a:gd name="connsiteX1" fmla="*/ 719853 w 721801"/>
                <a:gd name="connsiteY1" fmla="*/ 2453 h 37450"/>
                <a:gd name="connsiteX2" fmla="*/ 713647 w 721801"/>
                <a:gd name="connsiteY2" fmla="*/ 9669 h 37450"/>
                <a:gd name="connsiteX3" fmla="*/ 689258 w 721801"/>
                <a:gd name="connsiteY3" fmla="*/ 36368 h 37450"/>
                <a:gd name="connsiteX4" fmla="*/ 689258 w 721801"/>
                <a:gd name="connsiteY4" fmla="*/ 36368 h 37450"/>
                <a:gd name="connsiteX5" fmla="*/ 688319 w 721801"/>
                <a:gd name="connsiteY5" fmla="*/ 36368 h 37450"/>
                <a:gd name="connsiteX6" fmla="*/ 360720 w 721801"/>
                <a:gd name="connsiteY6" fmla="*/ 37450 h 37450"/>
                <a:gd name="connsiteX7" fmla="*/ 33049 w 721801"/>
                <a:gd name="connsiteY7" fmla="*/ 36368 h 37450"/>
                <a:gd name="connsiteX8" fmla="*/ 32544 w 721801"/>
                <a:gd name="connsiteY8" fmla="*/ 36368 h 37450"/>
                <a:gd name="connsiteX9" fmla="*/ 32544 w 721801"/>
                <a:gd name="connsiteY9" fmla="*/ 36368 h 37450"/>
                <a:gd name="connsiteX10" fmla="*/ 8226 w 721801"/>
                <a:gd name="connsiteY10" fmla="*/ 9669 h 37450"/>
                <a:gd name="connsiteX11" fmla="*/ 2021 w 721801"/>
                <a:gd name="connsiteY11" fmla="*/ 2453 h 37450"/>
                <a:gd name="connsiteX12" fmla="*/ 0 w 721801"/>
                <a:gd name="connsiteY12" fmla="*/ 0 h 37450"/>
                <a:gd name="connsiteX13" fmla="*/ 2381 w 721801"/>
                <a:gd name="connsiteY13" fmla="*/ 2093 h 37450"/>
                <a:gd name="connsiteX14" fmla="*/ 8948 w 721801"/>
                <a:gd name="connsiteY14" fmla="*/ 8731 h 37450"/>
                <a:gd name="connsiteX15" fmla="*/ 34059 w 721801"/>
                <a:gd name="connsiteY15" fmla="*/ 34780 h 37450"/>
                <a:gd name="connsiteX16" fmla="*/ 33337 w 721801"/>
                <a:gd name="connsiteY16" fmla="*/ 34780 h 37450"/>
                <a:gd name="connsiteX17" fmla="*/ 361009 w 721801"/>
                <a:gd name="connsiteY17" fmla="*/ 33698 h 37450"/>
                <a:gd name="connsiteX18" fmla="*/ 688608 w 721801"/>
                <a:gd name="connsiteY18" fmla="*/ 34780 h 37450"/>
                <a:gd name="connsiteX19" fmla="*/ 687887 w 721801"/>
                <a:gd name="connsiteY19" fmla="*/ 34780 h 37450"/>
                <a:gd name="connsiteX20" fmla="*/ 712853 w 721801"/>
                <a:gd name="connsiteY20" fmla="*/ 8587 h 37450"/>
                <a:gd name="connsiteX21" fmla="*/ 719492 w 721801"/>
                <a:gd name="connsiteY21" fmla="*/ 1948 h 37450"/>
                <a:gd name="connsiteX22" fmla="*/ 721801 w 721801"/>
                <a:gd name="connsiteY22" fmla="*/ 0 h 3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1801" h="37450">
                  <a:moveTo>
                    <a:pt x="721801" y="0"/>
                  </a:moveTo>
                  <a:cubicBezTo>
                    <a:pt x="721231" y="876"/>
                    <a:pt x="720574" y="1697"/>
                    <a:pt x="719853" y="2453"/>
                  </a:cubicBezTo>
                  <a:lnTo>
                    <a:pt x="713647" y="9669"/>
                  </a:lnTo>
                  <a:lnTo>
                    <a:pt x="689258" y="36368"/>
                  </a:lnTo>
                  <a:lnTo>
                    <a:pt x="689258" y="36368"/>
                  </a:lnTo>
                  <a:lnTo>
                    <a:pt x="688319" y="36368"/>
                  </a:lnTo>
                  <a:cubicBezTo>
                    <a:pt x="625542" y="37017"/>
                    <a:pt x="502223" y="37450"/>
                    <a:pt x="360720" y="37450"/>
                  </a:cubicBezTo>
                  <a:cubicBezTo>
                    <a:pt x="219217" y="37450"/>
                    <a:pt x="95754" y="37017"/>
                    <a:pt x="33049" y="36368"/>
                  </a:cubicBezTo>
                  <a:lnTo>
                    <a:pt x="32544" y="36368"/>
                  </a:lnTo>
                  <a:lnTo>
                    <a:pt x="32544" y="36368"/>
                  </a:lnTo>
                  <a:lnTo>
                    <a:pt x="8226" y="9669"/>
                  </a:lnTo>
                  <a:lnTo>
                    <a:pt x="2021" y="2453"/>
                  </a:lnTo>
                  <a:cubicBezTo>
                    <a:pt x="1292" y="1681"/>
                    <a:pt x="621" y="862"/>
                    <a:pt x="0" y="0"/>
                  </a:cubicBezTo>
                  <a:cubicBezTo>
                    <a:pt x="873" y="603"/>
                    <a:pt x="1674" y="1305"/>
                    <a:pt x="2381" y="2093"/>
                  </a:cubicBezTo>
                  <a:lnTo>
                    <a:pt x="8948" y="8731"/>
                  </a:lnTo>
                  <a:lnTo>
                    <a:pt x="34059" y="34780"/>
                  </a:lnTo>
                  <a:lnTo>
                    <a:pt x="33337" y="34780"/>
                  </a:lnTo>
                  <a:cubicBezTo>
                    <a:pt x="96043" y="34131"/>
                    <a:pt x="219362" y="33698"/>
                    <a:pt x="361009" y="33698"/>
                  </a:cubicBezTo>
                  <a:cubicBezTo>
                    <a:pt x="502656" y="33698"/>
                    <a:pt x="625830" y="34131"/>
                    <a:pt x="688608" y="34780"/>
                  </a:cubicBezTo>
                  <a:lnTo>
                    <a:pt x="687887" y="34780"/>
                  </a:lnTo>
                  <a:lnTo>
                    <a:pt x="712853" y="8587"/>
                  </a:lnTo>
                  <a:lnTo>
                    <a:pt x="719492" y="1948"/>
                  </a:lnTo>
                  <a:cubicBezTo>
                    <a:pt x="720178" y="1206"/>
                    <a:pt x="720957" y="552"/>
                    <a:pt x="721801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>
              <a:extLst>
                <a:ext uri="{FF2B5EF4-FFF2-40B4-BE49-F238E27FC236}">
                  <a16:creationId xmlns:a16="http://schemas.microsoft.com/office/drawing/2014/main" id="{37074E82-4302-545B-9AD9-0164709CE9E6}"/>
                </a:ext>
              </a:extLst>
            </p:cNvPr>
            <p:cNvSpPr/>
            <p:nvPr/>
          </p:nvSpPr>
          <p:spPr>
            <a:xfrm>
              <a:off x="9274553" y="3736406"/>
              <a:ext cx="800177" cy="41946"/>
            </a:xfrm>
            <a:custGeom>
              <a:avLst/>
              <a:gdLst>
                <a:gd name="connsiteX0" fmla="*/ 0 w 721295"/>
                <a:gd name="connsiteY0" fmla="*/ 37811 h 37811"/>
                <a:gd name="connsiteX1" fmla="*/ 2020 w 721295"/>
                <a:gd name="connsiteY1" fmla="*/ 35358 h 37811"/>
                <a:gd name="connsiteX2" fmla="*/ 8226 w 721295"/>
                <a:gd name="connsiteY2" fmla="*/ 28142 h 37811"/>
                <a:gd name="connsiteX3" fmla="*/ 32543 w 721295"/>
                <a:gd name="connsiteY3" fmla="*/ 1443 h 37811"/>
                <a:gd name="connsiteX4" fmla="*/ 32543 w 721295"/>
                <a:gd name="connsiteY4" fmla="*/ 1082 h 37811"/>
                <a:gd name="connsiteX5" fmla="*/ 33048 w 721295"/>
                <a:gd name="connsiteY5" fmla="*/ 1082 h 37811"/>
                <a:gd name="connsiteX6" fmla="*/ 360648 w 721295"/>
                <a:gd name="connsiteY6" fmla="*/ 0 h 37811"/>
                <a:gd name="connsiteX7" fmla="*/ 688319 w 721295"/>
                <a:gd name="connsiteY7" fmla="*/ 1082 h 37811"/>
                <a:gd name="connsiteX8" fmla="*/ 688752 w 721295"/>
                <a:gd name="connsiteY8" fmla="*/ 1082 h 37811"/>
                <a:gd name="connsiteX9" fmla="*/ 688752 w 721295"/>
                <a:gd name="connsiteY9" fmla="*/ 1443 h 37811"/>
                <a:gd name="connsiteX10" fmla="*/ 713142 w 721295"/>
                <a:gd name="connsiteY10" fmla="*/ 28142 h 37811"/>
                <a:gd name="connsiteX11" fmla="*/ 719348 w 721295"/>
                <a:gd name="connsiteY11" fmla="*/ 35358 h 37811"/>
                <a:gd name="connsiteX12" fmla="*/ 721296 w 721295"/>
                <a:gd name="connsiteY12" fmla="*/ 37811 h 37811"/>
                <a:gd name="connsiteX13" fmla="*/ 718987 w 721295"/>
                <a:gd name="connsiteY13" fmla="*/ 35719 h 37811"/>
                <a:gd name="connsiteX14" fmla="*/ 712348 w 721295"/>
                <a:gd name="connsiteY14" fmla="*/ 29080 h 37811"/>
                <a:gd name="connsiteX15" fmla="*/ 687309 w 721295"/>
                <a:gd name="connsiteY15" fmla="*/ 3031 h 37811"/>
                <a:gd name="connsiteX16" fmla="*/ 688031 w 721295"/>
                <a:gd name="connsiteY16" fmla="*/ 3031 h 37811"/>
                <a:gd name="connsiteX17" fmla="*/ 360359 w 721295"/>
                <a:gd name="connsiteY17" fmla="*/ 4113 h 37811"/>
                <a:gd name="connsiteX18" fmla="*/ 32760 w 721295"/>
                <a:gd name="connsiteY18" fmla="*/ 3031 h 37811"/>
                <a:gd name="connsiteX19" fmla="*/ 33481 w 721295"/>
                <a:gd name="connsiteY19" fmla="*/ 3031 h 37811"/>
                <a:gd name="connsiteX20" fmla="*/ 8370 w 721295"/>
                <a:gd name="connsiteY20" fmla="*/ 29080 h 37811"/>
                <a:gd name="connsiteX21" fmla="*/ 1804 w 721295"/>
                <a:gd name="connsiteY21" fmla="*/ 35719 h 37811"/>
                <a:gd name="connsiteX22" fmla="*/ 0 w 721295"/>
                <a:gd name="connsiteY22" fmla="*/ 37811 h 3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1295" h="37811">
                  <a:moveTo>
                    <a:pt x="0" y="37811"/>
                  </a:moveTo>
                  <a:cubicBezTo>
                    <a:pt x="621" y="36952"/>
                    <a:pt x="1292" y="36130"/>
                    <a:pt x="2020" y="35358"/>
                  </a:cubicBezTo>
                  <a:lnTo>
                    <a:pt x="8226" y="28142"/>
                  </a:lnTo>
                  <a:lnTo>
                    <a:pt x="32543" y="1443"/>
                  </a:lnTo>
                  <a:lnTo>
                    <a:pt x="32543" y="1082"/>
                  </a:lnTo>
                  <a:lnTo>
                    <a:pt x="33048" y="1082"/>
                  </a:lnTo>
                  <a:cubicBezTo>
                    <a:pt x="95754" y="433"/>
                    <a:pt x="219073" y="0"/>
                    <a:pt x="360648" y="0"/>
                  </a:cubicBezTo>
                  <a:cubicBezTo>
                    <a:pt x="502223" y="0"/>
                    <a:pt x="625542" y="433"/>
                    <a:pt x="688319" y="1082"/>
                  </a:cubicBezTo>
                  <a:lnTo>
                    <a:pt x="688752" y="1082"/>
                  </a:lnTo>
                  <a:lnTo>
                    <a:pt x="688752" y="1443"/>
                  </a:lnTo>
                  <a:lnTo>
                    <a:pt x="713142" y="28142"/>
                  </a:lnTo>
                  <a:lnTo>
                    <a:pt x="719348" y="35358"/>
                  </a:lnTo>
                  <a:cubicBezTo>
                    <a:pt x="720069" y="36115"/>
                    <a:pt x="720726" y="36938"/>
                    <a:pt x="721296" y="37811"/>
                  </a:cubicBezTo>
                  <a:cubicBezTo>
                    <a:pt x="720437" y="37212"/>
                    <a:pt x="719665" y="36512"/>
                    <a:pt x="718987" y="35719"/>
                  </a:cubicBezTo>
                  <a:lnTo>
                    <a:pt x="712348" y="29080"/>
                  </a:lnTo>
                  <a:lnTo>
                    <a:pt x="687309" y="3031"/>
                  </a:lnTo>
                  <a:lnTo>
                    <a:pt x="688031" y="3031"/>
                  </a:lnTo>
                  <a:cubicBezTo>
                    <a:pt x="625253" y="3680"/>
                    <a:pt x="501934" y="4113"/>
                    <a:pt x="360359" y="4113"/>
                  </a:cubicBezTo>
                  <a:cubicBezTo>
                    <a:pt x="218784" y="4113"/>
                    <a:pt x="95465" y="3680"/>
                    <a:pt x="32760" y="3031"/>
                  </a:cubicBezTo>
                  <a:lnTo>
                    <a:pt x="33481" y="3031"/>
                  </a:lnTo>
                  <a:lnTo>
                    <a:pt x="8370" y="29080"/>
                  </a:lnTo>
                  <a:lnTo>
                    <a:pt x="1804" y="35719"/>
                  </a:lnTo>
                  <a:cubicBezTo>
                    <a:pt x="1277" y="36476"/>
                    <a:pt x="671" y="37176"/>
                    <a:pt x="0" y="37811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>
              <a:extLst>
                <a:ext uri="{FF2B5EF4-FFF2-40B4-BE49-F238E27FC236}">
                  <a16:creationId xmlns:a16="http://schemas.microsoft.com/office/drawing/2014/main" id="{D365AA8B-763E-3F1D-2730-3C277720D137}"/>
                </a:ext>
              </a:extLst>
            </p:cNvPr>
            <p:cNvSpPr/>
            <p:nvPr/>
          </p:nvSpPr>
          <p:spPr>
            <a:xfrm>
              <a:off x="9311536" y="2783574"/>
              <a:ext cx="726931" cy="955473"/>
            </a:xfrm>
            <a:custGeom>
              <a:avLst/>
              <a:gdLst>
                <a:gd name="connsiteX0" fmla="*/ 0 w 655270"/>
                <a:gd name="connsiteY0" fmla="*/ 0 h 861282"/>
                <a:gd name="connsiteX1" fmla="*/ 655271 w 655270"/>
                <a:gd name="connsiteY1" fmla="*/ 0 h 861282"/>
                <a:gd name="connsiteX2" fmla="*/ 655271 w 655270"/>
                <a:gd name="connsiteY2" fmla="*/ 861283 h 861282"/>
                <a:gd name="connsiteX3" fmla="*/ 0 w 655270"/>
                <a:gd name="connsiteY3" fmla="*/ 861283 h 86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5270" h="861282">
                  <a:moveTo>
                    <a:pt x="0" y="0"/>
                  </a:moveTo>
                  <a:lnTo>
                    <a:pt x="655271" y="0"/>
                  </a:lnTo>
                  <a:lnTo>
                    <a:pt x="655271" y="861283"/>
                  </a:lnTo>
                  <a:lnTo>
                    <a:pt x="0" y="861283"/>
                  </a:ln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>
              <a:extLst>
                <a:ext uri="{FF2B5EF4-FFF2-40B4-BE49-F238E27FC236}">
                  <a16:creationId xmlns:a16="http://schemas.microsoft.com/office/drawing/2014/main" id="{92C5C18F-86BD-E128-5C28-DC4E6EC0A4B3}"/>
                </a:ext>
              </a:extLst>
            </p:cNvPr>
            <p:cNvSpPr/>
            <p:nvPr/>
          </p:nvSpPr>
          <p:spPr>
            <a:xfrm>
              <a:off x="9425286" y="3417354"/>
              <a:ext cx="499430" cy="218109"/>
            </a:xfrm>
            <a:custGeom>
              <a:avLst/>
              <a:gdLst>
                <a:gd name="connsiteX0" fmla="*/ 0 w 450196"/>
                <a:gd name="connsiteY0" fmla="*/ 38148 h 196608"/>
                <a:gd name="connsiteX1" fmla="*/ 75189 w 450196"/>
                <a:gd name="connsiteY1" fmla="*/ 14986 h 196608"/>
                <a:gd name="connsiteX2" fmla="*/ 155646 w 450196"/>
                <a:gd name="connsiteY2" fmla="*/ 20975 h 196608"/>
                <a:gd name="connsiteX3" fmla="*/ 284016 w 450196"/>
                <a:gd name="connsiteY3" fmla="*/ 11883 h 196608"/>
                <a:gd name="connsiteX4" fmla="*/ 324785 w 450196"/>
                <a:gd name="connsiteY4" fmla="*/ 16068 h 196608"/>
                <a:gd name="connsiteX5" fmla="*/ 357978 w 450196"/>
                <a:gd name="connsiteY5" fmla="*/ 2069 h 196608"/>
                <a:gd name="connsiteX6" fmla="*/ 450197 w 450196"/>
                <a:gd name="connsiteY6" fmla="*/ 4306 h 196608"/>
                <a:gd name="connsiteX7" fmla="*/ 450197 w 450196"/>
                <a:gd name="connsiteY7" fmla="*/ 196608 h 196608"/>
                <a:gd name="connsiteX8" fmla="*/ 0 w 450196"/>
                <a:gd name="connsiteY8" fmla="*/ 196608 h 19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196" h="196608">
                  <a:moveTo>
                    <a:pt x="0" y="38148"/>
                  </a:moveTo>
                  <a:cubicBezTo>
                    <a:pt x="19483" y="19532"/>
                    <a:pt x="48274" y="14264"/>
                    <a:pt x="75189" y="14986"/>
                  </a:cubicBezTo>
                  <a:cubicBezTo>
                    <a:pt x="102104" y="15707"/>
                    <a:pt x="128731" y="21336"/>
                    <a:pt x="155646" y="20975"/>
                  </a:cubicBezTo>
                  <a:cubicBezTo>
                    <a:pt x="198941" y="20470"/>
                    <a:pt x="241587" y="4523"/>
                    <a:pt x="284016" y="11883"/>
                  </a:cubicBezTo>
                  <a:cubicBezTo>
                    <a:pt x="297582" y="14192"/>
                    <a:pt x="311292" y="19099"/>
                    <a:pt x="324785" y="16068"/>
                  </a:cubicBezTo>
                  <a:cubicBezTo>
                    <a:pt x="336547" y="13542"/>
                    <a:pt x="346433" y="5533"/>
                    <a:pt x="357978" y="2069"/>
                  </a:cubicBezTo>
                  <a:cubicBezTo>
                    <a:pt x="387852" y="-6806"/>
                    <a:pt x="421477" y="16501"/>
                    <a:pt x="450197" y="4306"/>
                  </a:cubicBezTo>
                  <a:lnTo>
                    <a:pt x="450197" y="196608"/>
                  </a:lnTo>
                  <a:lnTo>
                    <a:pt x="0" y="196608"/>
                  </a:ln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>
              <a:extLst>
                <a:ext uri="{FF2B5EF4-FFF2-40B4-BE49-F238E27FC236}">
                  <a16:creationId xmlns:a16="http://schemas.microsoft.com/office/drawing/2014/main" id="{000BECA2-00A1-DF45-36C2-D07E1616833B}"/>
                </a:ext>
              </a:extLst>
            </p:cNvPr>
            <p:cNvSpPr/>
            <p:nvPr/>
          </p:nvSpPr>
          <p:spPr>
            <a:xfrm>
              <a:off x="9432971" y="2903888"/>
              <a:ext cx="4882" cy="564350"/>
            </a:xfrm>
            <a:custGeom>
              <a:avLst/>
              <a:gdLst>
                <a:gd name="connsiteX0" fmla="*/ 2092 w 4401"/>
                <a:gd name="connsiteY0" fmla="*/ 508717 h 508716"/>
                <a:gd name="connsiteX1" fmla="*/ 0 w 4401"/>
                <a:gd name="connsiteY1" fmla="*/ 254358 h 508716"/>
                <a:gd name="connsiteX2" fmla="*/ 2092 w 4401"/>
                <a:gd name="connsiteY2" fmla="*/ 0 h 508716"/>
                <a:gd name="connsiteX3" fmla="*/ 4402 w 4401"/>
                <a:gd name="connsiteY3" fmla="*/ 254286 h 508716"/>
                <a:gd name="connsiteX4" fmla="*/ 2092 w 4401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1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402" y="113866"/>
                    <a:pt x="4402" y="254286"/>
                  </a:cubicBezTo>
                  <a:cubicBezTo>
                    <a:pt x="4402" y="394707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>
              <a:extLst>
                <a:ext uri="{FF2B5EF4-FFF2-40B4-BE49-F238E27FC236}">
                  <a16:creationId xmlns:a16="http://schemas.microsoft.com/office/drawing/2014/main" id="{50354E91-9393-4392-7377-2E86CE9FB29C}"/>
                </a:ext>
              </a:extLst>
            </p:cNvPr>
            <p:cNvSpPr/>
            <p:nvPr/>
          </p:nvSpPr>
          <p:spPr>
            <a:xfrm>
              <a:off x="9455705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1204F17A-7EA4-18EF-8236-CC588EB08CB6}"/>
                </a:ext>
              </a:extLst>
            </p:cNvPr>
            <p:cNvSpPr/>
            <p:nvPr/>
          </p:nvSpPr>
          <p:spPr>
            <a:xfrm>
              <a:off x="9478519" y="2903888"/>
              <a:ext cx="4563" cy="564350"/>
            </a:xfrm>
            <a:custGeom>
              <a:avLst/>
              <a:gdLst>
                <a:gd name="connsiteX0" fmla="*/ 2093 w 4113"/>
                <a:gd name="connsiteY0" fmla="*/ 508717 h 508716"/>
                <a:gd name="connsiteX1" fmla="*/ 0 w 4113"/>
                <a:gd name="connsiteY1" fmla="*/ 254358 h 508716"/>
                <a:gd name="connsiteX2" fmla="*/ 2093 w 4113"/>
                <a:gd name="connsiteY2" fmla="*/ 0 h 508716"/>
                <a:gd name="connsiteX3" fmla="*/ 4113 w 4113"/>
                <a:gd name="connsiteY3" fmla="*/ 254358 h 508716"/>
                <a:gd name="connsiteX4" fmla="*/ 2093 w 4113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3" h="508716">
                  <a:moveTo>
                    <a:pt x="2093" y="508717"/>
                  </a:moveTo>
                  <a:cubicBezTo>
                    <a:pt x="866" y="508717"/>
                    <a:pt x="0" y="394779"/>
                    <a:pt x="0" y="254358"/>
                  </a:cubicBezTo>
                  <a:cubicBezTo>
                    <a:pt x="0" y="113938"/>
                    <a:pt x="866" y="0"/>
                    <a:pt x="2093" y="0"/>
                  </a:cubicBezTo>
                  <a:cubicBezTo>
                    <a:pt x="3319" y="0"/>
                    <a:pt x="4113" y="113866"/>
                    <a:pt x="4113" y="254358"/>
                  </a:cubicBezTo>
                  <a:cubicBezTo>
                    <a:pt x="4113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>
              <a:extLst>
                <a:ext uri="{FF2B5EF4-FFF2-40B4-BE49-F238E27FC236}">
                  <a16:creationId xmlns:a16="http://schemas.microsoft.com/office/drawing/2014/main" id="{A026A70B-0531-6344-C57F-13F8B440D15A}"/>
                </a:ext>
              </a:extLst>
            </p:cNvPr>
            <p:cNvSpPr/>
            <p:nvPr/>
          </p:nvSpPr>
          <p:spPr>
            <a:xfrm>
              <a:off x="9501253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>
              <a:extLst>
                <a:ext uri="{FF2B5EF4-FFF2-40B4-BE49-F238E27FC236}">
                  <a16:creationId xmlns:a16="http://schemas.microsoft.com/office/drawing/2014/main" id="{E1D615FD-C566-60C2-0CBE-B5E1E346765D}"/>
                </a:ext>
              </a:extLst>
            </p:cNvPr>
            <p:cNvSpPr/>
            <p:nvPr/>
          </p:nvSpPr>
          <p:spPr>
            <a:xfrm>
              <a:off x="9523987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>
              <a:extLst>
                <a:ext uri="{FF2B5EF4-FFF2-40B4-BE49-F238E27FC236}">
                  <a16:creationId xmlns:a16="http://schemas.microsoft.com/office/drawing/2014/main" id="{415F1174-ABE4-A7BA-73FA-0E7AF4F6844D}"/>
                </a:ext>
              </a:extLst>
            </p:cNvPr>
            <p:cNvSpPr/>
            <p:nvPr/>
          </p:nvSpPr>
          <p:spPr>
            <a:xfrm>
              <a:off x="9546722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3BBA8D2B-A256-7B5A-7B7F-D5651BA730D7}"/>
                </a:ext>
              </a:extLst>
            </p:cNvPr>
            <p:cNvSpPr/>
            <p:nvPr/>
          </p:nvSpPr>
          <p:spPr>
            <a:xfrm>
              <a:off x="9569456" y="2903888"/>
              <a:ext cx="4482" cy="564350"/>
            </a:xfrm>
            <a:custGeom>
              <a:avLst/>
              <a:gdLst>
                <a:gd name="connsiteX0" fmla="*/ 2093 w 4040"/>
                <a:gd name="connsiteY0" fmla="*/ 508717 h 508716"/>
                <a:gd name="connsiteX1" fmla="*/ 0 w 4040"/>
                <a:gd name="connsiteY1" fmla="*/ 254358 h 508716"/>
                <a:gd name="connsiteX2" fmla="*/ 2093 w 4040"/>
                <a:gd name="connsiteY2" fmla="*/ 0 h 508716"/>
                <a:gd name="connsiteX3" fmla="*/ 4041 w 4040"/>
                <a:gd name="connsiteY3" fmla="*/ 254286 h 508716"/>
                <a:gd name="connsiteX4" fmla="*/ 2093 w 4040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0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041" y="113866"/>
                    <a:pt x="4041" y="254286"/>
                  </a:cubicBezTo>
                  <a:cubicBezTo>
                    <a:pt x="4041" y="394707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>
              <a:extLst>
                <a:ext uri="{FF2B5EF4-FFF2-40B4-BE49-F238E27FC236}">
                  <a16:creationId xmlns:a16="http://schemas.microsoft.com/office/drawing/2014/main" id="{A54A91E8-8021-C8CD-B8B5-D28033032F2D}"/>
                </a:ext>
              </a:extLst>
            </p:cNvPr>
            <p:cNvSpPr/>
            <p:nvPr/>
          </p:nvSpPr>
          <p:spPr>
            <a:xfrm>
              <a:off x="9592190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9AA38760-6A5B-9759-2BAF-7CE7F63F6F24}"/>
                </a:ext>
              </a:extLst>
            </p:cNvPr>
            <p:cNvSpPr/>
            <p:nvPr/>
          </p:nvSpPr>
          <p:spPr>
            <a:xfrm>
              <a:off x="9614924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EB5F8674-80C7-A448-86E8-CB73EA8FDAB1}"/>
                </a:ext>
              </a:extLst>
            </p:cNvPr>
            <p:cNvSpPr/>
            <p:nvPr/>
          </p:nvSpPr>
          <p:spPr>
            <a:xfrm>
              <a:off x="9637658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>
              <a:extLst>
                <a:ext uri="{FF2B5EF4-FFF2-40B4-BE49-F238E27FC236}">
                  <a16:creationId xmlns:a16="http://schemas.microsoft.com/office/drawing/2014/main" id="{B7C08E08-F42E-9800-5C51-405C7F890991}"/>
                </a:ext>
              </a:extLst>
            </p:cNvPr>
            <p:cNvSpPr/>
            <p:nvPr/>
          </p:nvSpPr>
          <p:spPr>
            <a:xfrm>
              <a:off x="9660392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>
              <a:extLst>
                <a:ext uri="{FF2B5EF4-FFF2-40B4-BE49-F238E27FC236}">
                  <a16:creationId xmlns:a16="http://schemas.microsoft.com/office/drawing/2014/main" id="{DDCB4CF0-9744-D62F-AE53-B320670432A0}"/>
                </a:ext>
              </a:extLst>
            </p:cNvPr>
            <p:cNvSpPr/>
            <p:nvPr/>
          </p:nvSpPr>
          <p:spPr>
            <a:xfrm>
              <a:off x="9683126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9924D9F1-6FB1-A3D4-0B05-9B2FC1BB5263}"/>
                </a:ext>
              </a:extLst>
            </p:cNvPr>
            <p:cNvSpPr/>
            <p:nvPr/>
          </p:nvSpPr>
          <p:spPr>
            <a:xfrm>
              <a:off x="9705861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>
              <a:extLst>
                <a:ext uri="{FF2B5EF4-FFF2-40B4-BE49-F238E27FC236}">
                  <a16:creationId xmlns:a16="http://schemas.microsoft.com/office/drawing/2014/main" id="{F8436A49-B644-C3C2-8961-25357736D408}"/>
                </a:ext>
              </a:extLst>
            </p:cNvPr>
            <p:cNvSpPr/>
            <p:nvPr/>
          </p:nvSpPr>
          <p:spPr>
            <a:xfrm>
              <a:off x="9728595" y="2903888"/>
              <a:ext cx="4643" cy="564350"/>
            </a:xfrm>
            <a:custGeom>
              <a:avLst/>
              <a:gdLst>
                <a:gd name="connsiteX0" fmla="*/ 2092 w 4185"/>
                <a:gd name="connsiteY0" fmla="*/ 508717 h 508716"/>
                <a:gd name="connsiteX1" fmla="*/ 0 w 4185"/>
                <a:gd name="connsiteY1" fmla="*/ 254358 h 508716"/>
                <a:gd name="connsiteX2" fmla="*/ 2092 w 4185"/>
                <a:gd name="connsiteY2" fmla="*/ 0 h 508716"/>
                <a:gd name="connsiteX3" fmla="*/ 4185 w 4185"/>
                <a:gd name="connsiteY3" fmla="*/ 254358 h 508716"/>
                <a:gd name="connsiteX4" fmla="*/ 2092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2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2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2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5A8BC2D6-27F0-B5B7-9B95-94C6B430C15B}"/>
                </a:ext>
              </a:extLst>
            </p:cNvPr>
            <p:cNvSpPr/>
            <p:nvPr/>
          </p:nvSpPr>
          <p:spPr>
            <a:xfrm>
              <a:off x="9751329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>
              <a:extLst>
                <a:ext uri="{FF2B5EF4-FFF2-40B4-BE49-F238E27FC236}">
                  <a16:creationId xmlns:a16="http://schemas.microsoft.com/office/drawing/2014/main" id="{8BBECA60-53D1-33F6-8EB2-D74CDAB9829E}"/>
                </a:ext>
              </a:extLst>
            </p:cNvPr>
            <p:cNvSpPr/>
            <p:nvPr/>
          </p:nvSpPr>
          <p:spPr>
            <a:xfrm>
              <a:off x="9774063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EF83C906-2992-BA7B-C232-DB748596A5D2}"/>
                </a:ext>
              </a:extLst>
            </p:cNvPr>
            <p:cNvSpPr/>
            <p:nvPr/>
          </p:nvSpPr>
          <p:spPr>
            <a:xfrm>
              <a:off x="9796797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>
              <a:extLst>
                <a:ext uri="{FF2B5EF4-FFF2-40B4-BE49-F238E27FC236}">
                  <a16:creationId xmlns:a16="http://schemas.microsoft.com/office/drawing/2014/main" id="{FBC06B32-7BF7-E023-89E2-232E17720F18}"/>
                </a:ext>
              </a:extLst>
            </p:cNvPr>
            <p:cNvSpPr/>
            <p:nvPr/>
          </p:nvSpPr>
          <p:spPr>
            <a:xfrm>
              <a:off x="9819772" y="2903888"/>
              <a:ext cx="4563" cy="564350"/>
            </a:xfrm>
            <a:custGeom>
              <a:avLst/>
              <a:gdLst>
                <a:gd name="connsiteX0" fmla="*/ 2093 w 4113"/>
                <a:gd name="connsiteY0" fmla="*/ 508717 h 508716"/>
                <a:gd name="connsiteX1" fmla="*/ 0 w 4113"/>
                <a:gd name="connsiteY1" fmla="*/ 254358 h 508716"/>
                <a:gd name="connsiteX2" fmla="*/ 2093 w 4113"/>
                <a:gd name="connsiteY2" fmla="*/ 0 h 508716"/>
                <a:gd name="connsiteX3" fmla="*/ 4113 w 4113"/>
                <a:gd name="connsiteY3" fmla="*/ 254358 h 508716"/>
                <a:gd name="connsiteX4" fmla="*/ 2093 w 4113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3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13" y="113866"/>
                    <a:pt x="4113" y="254358"/>
                  </a:cubicBezTo>
                  <a:cubicBezTo>
                    <a:pt x="4113" y="394851"/>
                    <a:pt x="3103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1A5FA5DC-1201-130D-9BE2-55F06464990B}"/>
                </a:ext>
              </a:extLst>
            </p:cNvPr>
            <p:cNvSpPr/>
            <p:nvPr/>
          </p:nvSpPr>
          <p:spPr>
            <a:xfrm>
              <a:off x="9842345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391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>
              <a:extLst>
                <a:ext uri="{FF2B5EF4-FFF2-40B4-BE49-F238E27FC236}">
                  <a16:creationId xmlns:a16="http://schemas.microsoft.com/office/drawing/2014/main" id="{85330959-3A7F-4CF9-2090-56E7EAE819F9}"/>
                </a:ext>
              </a:extLst>
            </p:cNvPr>
            <p:cNvSpPr/>
            <p:nvPr/>
          </p:nvSpPr>
          <p:spPr>
            <a:xfrm>
              <a:off x="9865079" y="2903888"/>
              <a:ext cx="5043" cy="564350"/>
            </a:xfrm>
            <a:custGeom>
              <a:avLst/>
              <a:gdLst>
                <a:gd name="connsiteX0" fmla="*/ 2093 w 4546"/>
                <a:gd name="connsiteY0" fmla="*/ 508717 h 508716"/>
                <a:gd name="connsiteX1" fmla="*/ 0 w 4546"/>
                <a:gd name="connsiteY1" fmla="*/ 254358 h 508716"/>
                <a:gd name="connsiteX2" fmla="*/ 2093 w 4546"/>
                <a:gd name="connsiteY2" fmla="*/ 0 h 508716"/>
                <a:gd name="connsiteX3" fmla="*/ 4546 w 4546"/>
                <a:gd name="connsiteY3" fmla="*/ 254286 h 508716"/>
                <a:gd name="connsiteX4" fmla="*/ 2093 w 4546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6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546" y="113866"/>
                    <a:pt x="4546" y="254286"/>
                  </a:cubicBezTo>
                  <a:cubicBezTo>
                    <a:pt x="4546" y="394707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>
              <a:extLst>
                <a:ext uri="{FF2B5EF4-FFF2-40B4-BE49-F238E27FC236}">
                  <a16:creationId xmlns:a16="http://schemas.microsoft.com/office/drawing/2014/main" id="{B5D898AF-AC0B-7BA9-21A8-16CD8045BADA}"/>
                </a:ext>
              </a:extLst>
            </p:cNvPr>
            <p:cNvSpPr/>
            <p:nvPr/>
          </p:nvSpPr>
          <p:spPr>
            <a:xfrm>
              <a:off x="9887814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A838072C-13ED-1D4D-B970-81406253BA48}"/>
                </a:ext>
              </a:extLst>
            </p:cNvPr>
            <p:cNvSpPr/>
            <p:nvPr/>
          </p:nvSpPr>
          <p:spPr>
            <a:xfrm>
              <a:off x="9910548" y="2903888"/>
              <a:ext cx="4643" cy="564350"/>
            </a:xfrm>
            <a:custGeom>
              <a:avLst/>
              <a:gdLst>
                <a:gd name="connsiteX0" fmla="*/ 2093 w 4185"/>
                <a:gd name="connsiteY0" fmla="*/ 508717 h 508716"/>
                <a:gd name="connsiteX1" fmla="*/ 0 w 4185"/>
                <a:gd name="connsiteY1" fmla="*/ 254358 h 508716"/>
                <a:gd name="connsiteX2" fmla="*/ 2093 w 4185"/>
                <a:gd name="connsiteY2" fmla="*/ 0 h 508716"/>
                <a:gd name="connsiteX3" fmla="*/ 4185 w 4185"/>
                <a:gd name="connsiteY3" fmla="*/ 254358 h 508716"/>
                <a:gd name="connsiteX4" fmla="*/ 2093 w 4185"/>
                <a:gd name="connsiteY4" fmla="*/ 508717 h 50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5" h="508716">
                  <a:moveTo>
                    <a:pt x="2093" y="508717"/>
                  </a:moveTo>
                  <a:cubicBezTo>
                    <a:pt x="938" y="508717"/>
                    <a:pt x="0" y="394779"/>
                    <a:pt x="0" y="254358"/>
                  </a:cubicBezTo>
                  <a:cubicBezTo>
                    <a:pt x="0" y="113938"/>
                    <a:pt x="938" y="0"/>
                    <a:pt x="2093" y="0"/>
                  </a:cubicBezTo>
                  <a:cubicBezTo>
                    <a:pt x="3247" y="0"/>
                    <a:pt x="4185" y="113866"/>
                    <a:pt x="4185" y="254358"/>
                  </a:cubicBezTo>
                  <a:cubicBezTo>
                    <a:pt x="4185" y="394851"/>
                    <a:pt x="3247" y="508717"/>
                    <a:pt x="2093" y="5087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05" name="图形 52">
            <a:extLst>
              <a:ext uri="{FF2B5EF4-FFF2-40B4-BE49-F238E27FC236}">
                <a16:creationId xmlns:a16="http://schemas.microsoft.com/office/drawing/2014/main" id="{FDBFB024-7DAF-634A-9839-AA7D94E49866}"/>
              </a:ext>
            </a:extLst>
          </p:cNvPr>
          <p:cNvGrpSpPr/>
          <p:nvPr/>
        </p:nvGrpSpPr>
        <p:grpSpPr>
          <a:xfrm>
            <a:off x="9563522" y="3459602"/>
            <a:ext cx="2506048" cy="2868359"/>
            <a:chOff x="6312202" y="8629433"/>
            <a:chExt cx="2259001" cy="2585595"/>
          </a:xfrm>
        </p:grpSpPr>
        <p:sp>
          <p:nvSpPr>
            <p:cNvPr id="206" name="任意多边形: 形状 205">
              <a:extLst>
                <a:ext uri="{FF2B5EF4-FFF2-40B4-BE49-F238E27FC236}">
                  <a16:creationId xmlns:a16="http://schemas.microsoft.com/office/drawing/2014/main" id="{CD6CEABE-A740-DDC3-BE14-A746AFDCDA88}"/>
                </a:ext>
              </a:extLst>
            </p:cNvPr>
            <p:cNvSpPr/>
            <p:nvPr/>
          </p:nvSpPr>
          <p:spPr>
            <a:xfrm>
              <a:off x="6983573" y="9814001"/>
              <a:ext cx="714534" cy="1025731"/>
            </a:xfrm>
            <a:custGeom>
              <a:avLst/>
              <a:gdLst>
                <a:gd name="connsiteX0" fmla="*/ 622944 w 714534"/>
                <a:gd name="connsiteY0" fmla="*/ 235886 h 1025731"/>
                <a:gd name="connsiteX1" fmla="*/ 141358 w 714534"/>
                <a:gd name="connsiteY1" fmla="*/ 130823 h 1025731"/>
                <a:gd name="connsiteX2" fmla="*/ 58304 w 714534"/>
                <a:gd name="connsiteY2" fmla="*/ 0 h 1025731"/>
                <a:gd name="connsiteX3" fmla="*/ 16308 w 714534"/>
                <a:gd name="connsiteY3" fmla="*/ 9525 h 1025731"/>
                <a:gd name="connsiteX4" fmla="*/ 0 w 714534"/>
                <a:gd name="connsiteY4" fmla="*/ 338712 h 1025731"/>
                <a:gd name="connsiteX5" fmla="*/ 358988 w 714534"/>
                <a:gd name="connsiteY5" fmla="*/ 462896 h 1025731"/>
                <a:gd name="connsiteX6" fmla="*/ 173974 w 714534"/>
                <a:gd name="connsiteY6" fmla="*/ 946358 h 1025731"/>
                <a:gd name="connsiteX7" fmla="*/ 291448 w 714534"/>
                <a:gd name="connsiteY7" fmla="*/ 1025732 h 1025731"/>
                <a:gd name="connsiteX8" fmla="*/ 700659 w 714534"/>
                <a:gd name="connsiteY8" fmla="*/ 428477 h 1025731"/>
                <a:gd name="connsiteX9" fmla="*/ 622944 w 714534"/>
                <a:gd name="connsiteY9" fmla="*/ 235886 h 102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4534" h="1025731">
                  <a:moveTo>
                    <a:pt x="622944" y="235886"/>
                  </a:moveTo>
                  <a:lnTo>
                    <a:pt x="141358" y="130823"/>
                  </a:lnTo>
                  <a:lnTo>
                    <a:pt x="58304" y="0"/>
                  </a:lnTo>
                  <a:lnTo>
                    <a:pt x="16308" y="9525"/>
                  </a:lnTo>
                  <a:lnTo>
                    <a:pt x="0" y="338712"/>
                  </a:lnTo>
                  <a:lnTo>
                    <a:pt x="358988" y="462896"/>
                  </a:lnTo>
                  <a:lnTo>
                    <a:pt x="173974" y="946358"/>
                  </a:lnTo>
                  <a:lnTo>
                    <a:pt x="291448" y="1025732"/>
                  </a:lnTo>
                  <a:cubicBezTo>
                    <a:pt x="291448" y="1025732"/>
                    <a:pt x="672228" y="488440"/>
                    <a:pt x="700659" y="428477"/>
                  </a:cubicBezTo>
                  <a:cubicBezTo>
                    <a:pt x="729089" y="368513"/>
                    <a:pt x="718770" y="257389"/>
                    <a:pt x="622944" y="23588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A4EE04CE-1AB6-D62A-62C3-41EDA054A1F4}"/>
                </a:ext>
              </a:extLst>
            </p:cNvPr>
            <p:cNvSpPr/>
            <p:nvPr/>
          </p:nvSpPr>
          <p:spPr>
            <a:xfrm>
              <a:off x="6805379" y="8635897"/>
              <a:ext cx="305482" cy="438913"/>
            </a:xfrm>
            <a:custGeom>
              <a:avLst/>
              <a:gdLst>
                <a:gd name="connsiteX0" fmla="*/ 188585 w 305482"/>
                <a:gd name="connsiteY0" fmla="*/ 430038 h 438913"/>
                <a:gd name="connsiteX1" fmla="*/ 298843 w 305482"/>
                <a:gd name="connsiteY1" fmla="*/ 62030 h 438913"/>
                <a:gd name="connsiteX2" fmla="*/ 305482 w 305482"/>
                <a:gd name="connsiteY2" fmla="*/ 43702 h 438913"/>
                <a:gd name="connsiteX3" fmla="*/ 180504 w 305482"/>
                <a:gd name="connsiteY3" fmla="*/ 5891 h 438913"/>
                <a:gd name="connsiteX4" fmla="*/ 107912 w 305482"/>
                <a:gd name="connsiteY4" fmla="*/ 80069 h 438913"/>
                <a:gd name="connsiteX5" fmla="*/ 80636 w 305482"/>
                <a:gd name="connsiteY5" fmla="*/ 178421 h 438913"/>
                <a:gd name="connsiteX6" fmla="*/ 468 w 305482"/>
                <a:gd name="connsiteY6" fmla="*/ 409328 h 438913"/>
                <a:gd name="connsiteX7" fmla="*/ 119458 w 305482"/>
                <a:gd name="connsiteY7" fmla="*/ 438913 h 438913"/>
                <a:gd name="connsiteX8" fmla="*/ 150053 w 305482"/>
                <a:gd name="connsiteY8" fmla="*/ 378300 h 438913"/>
                <a:gd name="connsiteX9" fmla="*/ 145940 w 305482"/>
                <a:gd name="connsiteY9" fmla="*/ 435305 h 438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5482" h="438913">
                  <a:moveTo>
                    <a:pt x="188585" y="430038"/>
                  </a:moveTo>
                  <a:cubicBezTo>
                    <a:pt x="244580" y="310543"/>
                    <a:pt x="242776" y="181452"/>
                    <a:pt x="298843" y="62030"/>
                  </a:cubicBezTo>
                  <a:lnTo>
                    <a:pt x="305482" y="43702"/>
                  </a:lnTo>
                  <a:cubicBezTo>
                    <a:pt x="291050" y="-1037"/>
                    <a:pt x="218098" y="-6809"/>
                    <a:pt x="180504" y="5891"/>
                  </a:cubicBezTo>
                  <a:cubicBezTo>
                    <a:pt x="142909" y="18590"/>
                    <a:pt x="120323" y="48608"/>
                    <a:pt x="107912" y="80069"/>
                  </a:cubicBezTo>
                  <a:cubicBezTo>
                    <a:pt x="95501" y="111531"/>
                    <a:pt x="91099" y="146094"/>
                    <a:pt x="80636" y="178421"/>
                  </a:cubicBezTo>
                  <a:cubicBezTo>
                    <a:pt x="55381" y="256425"/>
                    <a:pt x="-5954" y="324614"/>
                    <a:pt x="468" y="409328"/>
                  </a:cubicBezTo>
                  <a:lnTo>
                    <a:pt x="119458" y="438913"/>
                  </a:lnTo>
                  <a:lnTo>
                    <a:pt x="150053" y="378300"/>
                  </a:lnTo>
                  <a:lnTo>
                    <a:pt x="145940" y="435305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FAA7F78B-4875-7F35-B941-58CD254D7358}"/>
                </a:ext>
              </a:extLst>
            </p:cNvPr>
            <p:cNvSpPr/>
            <p:nvPr/>
          </p:nvSpPr>
          <p:spPr>
            <a:xfrm>
              <a:off x="7021588" y="8643070"/>
              <a:ext cx="94055" cy="88907"/>
            </a:xfrm>
            <a:custGeom>
              <a:avLst/>
              <a:gdLst>
                <a:gd name="connsiteX0" fmla="*/ 5064 w 94055"/>
                <a:gd name="connsiteY0" fmla="*/ 58969 h 88907"/>
                <a:gd name="connsiteX1" fmla="*/ 31185 w 94055"/>
                <a:gd name="connsiteY1" fmla="*/ 17983 h 88907"/>
                <a:gd name="connsiteX2" fmla="*/ 74480 w 94055"/>
                <a:gd name="connsiteY2" fmla="*/ 88 h 88907"/>
                <a:gd name="connsiteX3" fmla="*/ 93025 w 94055"/>
                <a:gd name="connsiteY3" fmla="*/ 11778 h 88907"/>
                <a:gd name="connsiteX4" fmla="*/ 86812 w 94055"/>
                <a:gd name="connsiteY4" fmla="*/ 27754 h 88907"/>
                <a:gd name="connsiteX5" fmla="*/ 83645 w 94055"/>
                <a:gd name="connsiteY5" fmla="*/ 28663 h 88907"/>
                <a:gd name="connsiteX6" fmla="*/ 82129 w 94055"/>
                <a:gd name="connsiteY6" fmla="*/ 30178 h 88907"/>
                <a:gd name="connsiteX7" fmla="*/ 33422 w 94055"/>
                <a:gd name="connsiteY7" fmla="*/ 77731 h 88907"/>
                <a:gd name="connsiteX8" fmla="*/ 19568 w 94055"/>
                <a:gd name="connsiteY8" fmla="*/ 87616 h 88907"/>
                <a:gd name="connsiteX9" fmla="*/ 3477 w 94055"/>
                <a:gd name="connsiteY9" fmla="*/ 85307 h 88907"/>
                <a:gd name="connsiteX10" fmla="*/ 5064 w 94055"/>
                <a:gd name="connsiteY10" fmla="*/ 58969 h 8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055" h="88907">
                  <a:moveTo>
                    <a:pt x="5064" y="58969"/>
                  </a:moveTo>
                  <a:cubicBezTo>
                    <a:pt x="11573" y="44025"/>
                    <a:pt x="20391" y="30193"/>
                    <a:pt x="31185" y="17983"/>
                  </a:cubicBezTo>
                  <a:cubicBezTo>
                    <a:pt x="42139" y="5738"/>
                    <a:pt x="58079" y="-850"/>
                    <a:pt x="74480" y="88"/>
                  </a:cubicBezTo>
                  <a:cubicBezTo>
                    <a:pt x="82281" y="471"/>
                    <a:pt x="89316" y="4901"/>
                    <a:pt x="93025" y="11778"/>
                  </a:cubicBezTo>
                  <a:cubicBezTo>
                    <a:pt x="95724" y="17904"/>
                    <a:pt x="92939" y="25062"/>
                    <a:pt x="86812" y="27754"/>
                  </a:cubicBezTo>
                  <a:cubicBezTo>
                    <a:pt x="85802" y="28201"/>
                    <a:pt x="84734" y="28504"/>
                    <a:pt x="83645" y="28663"/>
                  </a:cubicBezTo>
                  <a:lnTo>
                    <a:pt x="82129" y="30178"/>
                  </a:lnTo>
                  <a:cubicBezTo>
                    <a:pt x="66161" y="46342"/>
                    <a:pt x="49925" y="62195"/>
                    <a:pt x="33422" y="77731"/>
                  </a:cubicBezTo>
                  <a:cubicBezTo>
                    <a:pt x="29482" y="81887"/>
                    <a:pt x="24778" y="85242"/>
                    <a:pt x="19568" y="87616"/>
                  </a:cubicBezTo>
                  <a:cubicBezTo>
                    <a:pt x="14199" y="89962"/>
                    <a:pt x="7965" y="89067"/>
                    <a:pt x="3477" y="85307"/>
                  </a:cubicBezTo>
                  <a:cubicBezTo>
                    <a:pt x="-3018" y="78741"/>
                    <a:pt x="807" y="67412"/>
                    <a:pt x="5064" y="58969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D5DA8FD7-A7B7-532E-2A75-B24160C9B032}"/>
                </a:ext>
              </a:extLst>
            </p:cNvPr>
            <p:cNvSpPr/>
            <p:nvPr/>
          </p:nvSpPr>
          <p:spPr>
            <a:xfrm>
              <a:off x="6986606" y="8629433"/>
              <a:ext cx="426525" cy="408648"/>
            </a:xfrm>
            <a:custGeom>
              <a:avLst/>
              <a:gdLst>
                <a:gd name="connsiteX0" fmla="*/ 81681 w 426525"/>
                <a:gd name="connsiteY0" fmla="*/ 46269 h 408648"/>
                <a:gd name="connsiteX1" fmla="*/ 274128 w 426525"/>
                <a:gd name="connsiteY1" fmla="*/ 6943 h 408648"/>
                <a:gd name="connsiteX2" fmla="*/ 352564 w 426525"/>
                <a:gd name="connsiteY2" fmla="*/ 43816 h 408648"/>
                <a:gd name="connsiteX3" fmla="*/ 409786 w 426525"/>
                <a:gd name="connsiteY3" fmla="*/ 108325 h 408648"/>
                <a:gd name="connsiteX4" fmla="*/ 424867 w 426525"/>
                <a:gd name="connsiteY4" fmla="*/ 212233 h 408648"/>
                <a:gd name="connsiteX5" fmla="*/ 401848 w 426525"/>
                <a:gd name="connsiteY5" fmla="*/ 318667 h 408648"/>
                <a:gd name="connsiteX6" fmla="*/ 342750 w 426525"/>
                <a:gd name="connsiteY6" fmla="*/ 408649 h 408648"/>
                <a:gd name="connsiteX7" fmla="*/ 249450 w 426525"/>
                <a:gd name="connsiteY7" fmla="*/ 400350 h 408648"/>
                <a:gd name="connsiteX8" fmla="*/ 104484 w 426525"/>
                <a:gd name="connsiteY8" fmla="*/ 353231 h 408648"/>
                <a:gd name="connsiteX9" fmla="*/ 5338 w 426525"/>
                <a:gd name="connsiteY9" fmla="*/ 242107 h 408648"/>
                <a:gd name="connsiteX10" fmla="*/ 81681 w 426525"/>
                <a:gd name="connsiteY10" fmla="*/ 46269 h 40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525" h="408648">
                  <a:moveTo>
                    <a:pt x="81681" y="46269"/>
                  </a:moveTo>
                  <a:cubicBezTo>
                    <a:pt x="139408" y="4850"/>
                    <a:pt x="205433" y="-10159"/>
                    <a:pt x="274128" y="6943"/>
                  </a:cubicBezTo>
                  <a:cubicBezTo>
                    <a:pt x="312949" y="16612"/>
                    <a:pt x="326731" y="28590"/>
                    <a:pt x="352564" y="43816"/>
                  </a:cubicBezTo>
                  <a:cubicBezTo>
                    <a:pt x="378613" y="57944"/>
                    <a:pt x="398868" y="80775"/>
                    <a:pt x="409786" y="108325"/>
                  </a:cubicBezTo>
                  <a:cubicBezTo>
                    <a:pt x="421981" y="141518"/>
                    <a:pt x="430207" y="177236"/>
                    <a:pt x="424867" y="212233"/>
                  </a:cubicBezTo>
                  <a:cubicBezTo>
                    <a:pt x="420480" y="248341"/>
                    <a:pt x="412773" y="283973"/>
                    <a:pt x="401848" y="318667"/>
                  </a:cubicBezTo>
                  <a:cubicBezTo>
                    <a:pt x="390815" y="353534"/>
                    <a:pt x="370366" y="384670"/>
                    <a:pt x="342750" y="408649"/>
                  </a:cubicBezTo>
                  <a:lnTo>
                    <a:pt x="249450" y="400350"/>
                  </a:lnTo>
                  <a:cubicBezTo>
                    <a:pt x="199805" y="388949"/>
                    <a:pt x="149438" y="377260"/>
                    <a:pt x="104484" y="353231"/>
                  </a:cubicBezTo>
                  <a:cubicBezTo>
                    <a:pt x="59529" y="329202"/>
                    <a:pt x="19842" y="290958"/>
                    <a:pt x="5338" y="242107"/>
                  </a:cubicBezTo>
                  <a:cubicBezTo>
                    <a:pt x="-14722" y="174206"/>
                    <a:pt x="24171" y="87616"/>
                    <a:pt x="81681" y="46269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A8C4E9EB-FF2A-35F1-B956-29CC6281ADDD}"/>
                </a:ext>
              </a:extLst>
            </p:cNvPr>
            <p:cNvSpPr/>
            <p:nvPr/>
          </p:nvSpPr>
          <p:spPr>
            <a:xfrm>
              <a:off x="6925125" y="8680681"/>
              <a:ext cx="470671" cy="604976"/>
            </a:xfrm>
            <a:custGeom>
              <a:avLst/>
              <a:gdLst>
                <a:gd name="connsiteX0" fmla="*/ 222609 w 470671"/>
                <a:gd name="connsiteY0" fmla="*/ 15586 h 604976"/>
                <a:gd name="connsiteX1" fmla="*/ 354009 w 470671"/>
                <a:gd name="connsiteY1" fmla="*/ 0 h 604976"/>
                <a:gd name="connsiteX2" fmla="*/ 384099 w 470671"/>
                <a:gd name="connsiteY2" fmla="*/ 11906 h 604976"/>
                <a:gd name="connsiteX3" fmla="*/ 466865 w 470671"/>
                <a:gd name="connsiteY3" fmla="*/ 177365 h 604976"/>
                <a:gd name="connsiteX4" fmla="*/ 405963 w 470671"/>
                <a:gd name="connsiteY4" fmla="*/ 360215 h 604976"/>
                <a:gd name="connsiteX5" fmla="*/ 279470 w 470671"/>
                <a:gd name="connsiteY5" fmla="*/ 434610 h 604976"/>
                <a:gd name="connsiteX6" fmla="*/ 270161 w 470671"/>
                <a:gd name="connsiteY6" fmla="*/ 473648 h 604976"/>
                <a:gd name="connsiteX7" fmla="*/ 280624 w 470671"/>
                <a:gd name="connsiteY7" fmla="*/ 548404 h 604976"/>
                <a:gd name="connsiteX8" fmla="*/ 162789 w 470671"/>
                <a:gd name="connsiteY8" fmla="*/ 604976 h 604976"/>
                <a:gd name="connsiteX9" fmla="*/ 0 w 470671"/>
                <a:gd name="connsiteY9" fmla="*/ 549559 h 604976"/>
                <a:gd name="connsiteX10" fmla="*/ 81972 w 470671"/>
                <a:gd name="connsiteY10" fmla="*/ 429559 h 604976"/>
                <a:gd name="connsiteX11" fmla="*/ 182994 w 470671"/>
                <a:gd name="connsiteY11" fmla="*/ 39110 h 604976"/>
                <a:gd name="connsiteX12" fmla="*/ 222609 w 470671"/>
                <a:gd name="connsiteY12" fmla="*/ 15586 h 60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0671" h="604976">
                  <a:moveTo>
                    <a:pt x="222609" y="15586"/>
                  </a:moveTo>
                  <a:lnTo>
                    <a:pt x="354009" y="0"/>
                  </a:lnTo>
                  <a:lnTo>
                    <a:pt x="384099" y="11906"/>
                  </a:lnTo>
                  <a:cubicBezTo>
                    <a:pt x="453876" y="30739"/>
                    <a:pt x="481513" y="120649"/>
                    <a:pt x="466865" y="177365"/>
                  </a:cubicBezTo>
                  <a:cubicBezTo>
                    <a:pt x="450630" y="240360"/>
                    <a:pt x="428332" y="316559"/>
                    <a:pt x="405963" y="360215"/>
                  </a:cubicBezTo>
                  <a:cubicBezTo>
                    <a:pt x="361008" y="448032"/>
                    <a:pt x="279470" y="434610"/>
                    <a:pt x="279470" y="434610"/>
                  </a:cubicBezTo>
                  <a:lnTo>
                    <a:pt x="270161" y="473648"/>
                  </a:lnTo>
                  <a:lnTo>
                    <a:pt x="280624" y="548404"/>
                  </a:lnTo>
                  <a:lnTo>
                    <a:pt x="162789" y="604976"/>
                  </a:lnTo>
                  <a:lnTo>
                    <a:pt x="0" y="549559"/>
                  </a:lnTo>
                  <a:lnTo>
                    <a:pt x="81972" y="429559"/>
                  </a:lnTo>
                  <a:lnTo>
                    <a:pt x="182994" y="39110"/>
                  </a:lnTo>
                  <a:cubicBezTo>
                    <a:pt x="188117" y="22196"/>
                    <a:pt x="205305" y="11985"/>
                    <a:pt x="222609" y="15586"/>
                  </a:cubicBezTo>
                  <a:close/>
                </a:path>
              </a:pathLst>
            </a:custGeom>
            <a:solidFill>
              <a:srgbClr val="FFBF9D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FCC6895A-4E98-5ECC-A84D-D645A406998F}"/>
                </a:ext>
              </a:extLst>
            </p:cNvPr>
            <p:cNvSpPr/>
            <p:nvPr/>
          </p:nvSpPr>
          <p:spPr>
            <a:xfrm>
              <a:off x="7195806" y="8969373"/>
              <a:ext cx="42269" cy="41350"/>
            </a:xfrm>
            <a:custGeom>
              <a:avLst/>
              <a:gdLst>
                <a:gd name="connsiteX0" fmla="*/ 1357 w 42269"/>
                <a:gd name="connsiteY0" fmla="*/ 12497 h 41350"/>
                <a:gd name="connsiteX1" fmla="*/ 11459 w 42269"/>
                <a:gd name="connsiteY1" fmla="*/ 2107 h 41350"/>
                <a:gd name="connsiteX2" fmla="*/ 36426 w 42269"/>
                <a:gd name="connsiteY2" fmla="*/ 7230 h 41350"/>
                <a:gd name="connsiteX3" fmla="*/ 39962 w 42269"/>
                <a:gd name="connsiteY3" fmla="*/ 35444 h 41350"/>
                <a:gd name="connsiteX4" fmla="*/ 39962 w 42269"/>
                <a:gd name="connsiteY4" fmla="*/ 35444 h 41350"/>
                <a:gd name="connsiteX5" fmla="*/ 19541 w 42269"/>
                <a:gd name="connsiteY5" fmla="*/ 41000 h 41350"/>
                <a:gd name="connsiteX6" fmla="*/ 16222 w 42269"/>
                <a:gd name="connsiteY6" fmla="*/ 40206 h 41350"/>
                <a:gd name="connsiteX7" fmla="*/ 2872 w 42269"/>
                <a:gd name="connsiteY7" fmla="*/ 30320 h 41350"/>
                <a:gd name="connsiteX8" fmla="*/ 1357 w 42269"/>
                <a:gd name="connsiteY8" fmla="*/ 12497 h 4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9" h="41350">
                  <a:moveTo>
                    <a:pt x="1357" y="12497"/>
                  </a:moveTo>
                  <a:cubicBezTo>
                    <a:pt x="3327" y="7908"/>
                    <a:pt x="6928" y="4206"/>
                    <a:pt x="11459" y="2107"/>
                  </a:cubicBezTo>
                  <a:cubicBezTo>
                    <a:pt x="19981" y="-2035"/>
                    <a:pt x="30228" y="64"/>
                    <a:pt x="36426" y="7230"/>
                  </a:cubicBezTo>
                  <a:cubicBezTo>
                    <a:pt x="42661" y="15283"/>
                    <a:pt x="44017" y="26099"/>
                    <a:pt x="39962" y="35444"/>
                  </a:cubicBezTo>
                  <a:lnTo>
                    <a:pt x="39962" y="35444"/>
                  </a:lnTo>
                  <a:cubicBezTo>
                    <a:pt x="34297" y="40199"/>
                    <a:pt x="26836" y="42227"/>
                    <a:pt x="19541" y="41000"/>
                  </a:cubicBezTo>
                  <a:cubicBezTo>
                    <a:pt x="18422" y="40805"/>
                    <a:pt x="17311" y="40538"/>
                    <a:pt x="16222" y="40206"/>
                  </a:cubicBezTo>
                  <a:cubicBezTo>
                    <a:pt x="10687" y="38698"/>
                    <a:pt x="5925" y="35170"/>
                    <a:pt x="2872" y="30320"/>
                  </a:cubicBezTo>
                  <a:cubicBezTo>
                    <a:pt x="-324" y="24923"/>
                    <a:pt x="-887" y="18357"/>
                    <a:pt x="1357" y="12497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7A72281B-7D65-DB55-3694-8556349435B6}"/>
                </a:ext>
              </a:extLst>
            </p:cNvPr>
            <p:cNvSpPr/>
            <p:nvPr/>
          </p:nvSpPr>
          <p:spPr>
            <a:xfrm>
              <a:off x="7314587" y="8917082"/>
              <a:ext cx="24776" cy="23629"/>
            </a:xfrm>
            <a:custGeom>
              <a:avLst/>
              <a:gdLst>
                <a:gd name="connsiteX0" fmla="*/ 24439 w 24776"/>
                <a:gd name="connsiteY0" fmla="*/ 14927 h 23629"/>
                <a:gd name="connsiteX1" fmla="*/ 9069 w 24776"/>
                <a:gd name="connsiteY1" fmla="*/ 23153 h 23629"/>
                <a:gd name="connsiteX2" fmla="*/ 338 w 24776"/>
                <a:gd name="connsiteY2" fmla="*/ 8721 h 23629"/>
                <a:gd name="connsiteX3" fmla="*/ 15707 w 24776"/>
                <a:gd name="connsiteY3" fmla="*/ 495 h 23629"/>
                <a:gd name="connsiteX4" fmla="*/ 24439 w 24776"/>
                <a:gd name="connsiteY4" fmla="*/ 14927 h 2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76" h="23629">
                  <a:moveTo>
                    <a:pt x="24439" y="14927"/>
                  </a:moveTo>
                  <a:cubicBezTo>
                    <a:pt x="22360" y="21356"/>
                    <a:pt x="15570" y="24993"/>
                    <a:pt x="9069" y="23153"/>
                  </a:cubicBezTo>
                  <a:cubicBezTo>
                    <a:pt x="2690" y="21551"/>
                    <a:pt x="-1206" y="15114"/>
                    <a:pt x="338" y="8721"/>
                  </a:cubicBezTo>
                  <a:cubicBezTo>
                    <a:pt x="2380" y="2263"/>
                    <a:pt x="9199" y="-1388"/>
                    <a:pt x="15707" y="495"/>
                  </a:cubicBezTo>
                  <a:cubicBezTo>
                    <a:pt x="22086" y="2097"/>
                    <a:pt x="25983" y="8533"/>
                    <a:pt x="24439" y="1492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FA00BA1B-8230-1B14-EB3C-DFB3548BFC95}"/>
                </a:ext>
              </a:extLst>
            </p:cNvPr>
            <p:cNvSpPr/>
            <p:nvPr/>
          </p:nvSpPr>
          <p:spPr>
            <a:xfrm>
              <a:off x="7315510" y="8861995"/>
              <a:ext cx="47272" cy="21824"/>
            </a:xfrm>
            <a:custGeom>
              <a:avLst/>
              <a:gdLst>
                <a:gd name="connsiteX0" fmla="*/ 46823 w 47272"/>
                <a:gd name="connsiteY0" fmla="*/ 21740 h 21824"/>
                <a:gd name="connsiteX1" fmla="*/ 25176 w 47272"/>
                <a:gd name="connsiteY1" fmla="*/ 9113 h 21824"/>
                <a:gd name="connsiteX2" fmla="*/ 65 w 47272"/>
                <a:gd name="connsiteY2" fmla="*/ 6298 h 21824"/>
                <a:gd name="connsiteX3" fmla="*/ 7281 w 47272"/>
                <a:gd name="connsiteY3" fmla="*/ 1392 h 21824"/>
                <a:gd name="connsiteX4" fmla="*/ 27990 w 47272"/>
                <a:gd name="connsiteY4" fmla="*/ 1752 h 21824"/>
                <a:gd name="connsiteX5" fmla="*/ 44586 w 47272"/>
                <a:gd name="connsiteY5" fmla="*/ 13803 h 21824"/>
                <a:gd name="connsiteX6" fmla="*/ 46823 w 47272"/>
                <a:gd name="connsiteY6" fmla="*/ 21740 h 2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272" h="21824">
                  <a:moveTo>
                    <a:pt x="46823" y="21740"/>
                  </a:moveTo>
                  <a:cubicBezTo>
                    <a:pt x="44875" y="22823"/>
                    <a:pt x="38020" y="13226"/>
                    <a:pt x="25176" y="9113"/>
                  </a:cubicBezTo>
                  <a:cubicBezTo>
                    <a:pt x="12332" y="4999"/>
                    <a:pt x="931" y="8319"/>
                    <a:pt x="65" y="6298"/>
                  </a:cubicBezTo>
                  <a:cubicBezTo>
                    <a:pt x="-440" y="5360"/>
                    <a:pt x="2013" y="3051"/>
                    <a:pt x="7281" y="1392"/>
                  </a:cubicBezTo>
                  <a:cubicBezTo>
                    <a:pt x="14064" y="-578"/>
                    <a:pt x="21279" y="-456"/>
                    <a:pt x="27990" y="1752"/>
                  </a:cubicBezTo>
                  <a:cubicBezTo>
                    <a:pt x="34651" y="3924"/>
                    <a:pt x="40459" y="8138"/>
                    <a:pt x="44586" y="13803"/>
                  </a:cubicBezTo>
                  <a:cubicBezTo>
                    <a:pt x="47328" y="18060"/>
                    <a:pt x="47761" y="21307"/>
                    <a:pt x="46823" y="2174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88FD46C3-C4D4-EDFC-EB99-6DD165E439BB}"/>
                </a:ext>
              </a:extLst>
            </p:cNvPr>
            <p:cNvSpPr/>
            <p:nvPr/>
          </p:nvSpPr>
          <p:spPr>
            <a:xfrm>
              <a:off x="7251859" y="8854799"/>
              <a:ext cx="36546" cy="116565"/>
            </a:xfrm>
            <a:custGeom>
              <a:avLst/>
              <a:gdLst>
                <a:gd name="connsiteX0" fmla="*/ 0 w 36546"/>
                <a:gd name="connsiteY0" fmla="*/ 108454 h 116565"/>
                <a:gd name="connsiteX1" fmla="*/ 22008 w 36546"/>
                <a:gd name="connsiteY1" fmla="*/ 111485 h 116565"/>
                <a:gd name="connsiteX2" fmla="*/ 29946 w 36546"/>
                <a:gd name="connsiteY2" fmla="*/ 110547 h 116565"/>
                <a:gd name="connsiteX3" fmla="*/ 30884 w 36546"/>
                <a:gd name="connsiteY3" fmla="*/ 100156 h 116565"/>
                <a:gd name="connsiteX4" fmla="*/ 29369 w 36546"/>
                <a:gd name="connsiteY4" fmla="*/ 72158 h 116565"/>
                <a:gd name="connsiteX5" fmla="*/ 28936 w 36546"/>
                <a:gd name="connsiteY5" fmla="*/ 0 h 116565"/>
                <a:gd name="connsiteX6" fmla="*/ 35213 w 36546"/>
                <a:gd name="connsiteY6" fmla="*/ 72158 h 116565"/>
                <a:gd name="connsiteX7" fmla="*/ 36296 w 36546"/>
                <a:gd name="connsiteY7" fmla="*/ 100156 h 116565"/>
                <a:gd name="connsiteX8" fmla="*/ 33770 w 36546"/>
                <a:gd name="connsiteY8" fmla="*/ 113505 h 116565"/>
                <a:gd name="connsiteX9" fmla="*/ 26554 w 36546"/>
                <a:gd name="connsiteY9" fmla="*/ 116536 h 116565"/>
                <a:gd name="connsiteX10" fmla="*/ 20782 w 36546"/>
                <a:gd name="connsiteY10" fmla="*/ 115526 h 116565"/>
                <a:gd name="connsiteX11" fmla="*/ 0 w 36546"/>
                <a:gd name="connsiteY11" fmla="*/ 108454 h 11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546" h="116565">
                  <a:moveTo>
                    <a:pt x="0" y="108454"/>
                  </a:moveTo>
                  <a:cubicBezTo>
                    <a:pt x="7433" y="108533"/>
                    <a:pt x="14829" y="109551"/>
                    <a:pt x="22008" y="111485"/>
                  </a:cubicBezTo>
                  <a:cubicBezTo>
                    <a:pt x="25328" y="112206"/>
                    <a:pt x="28647" y="112567"/>
                    <a:pt x="29946" y="110547"/>
                  </a:cubicBezTo>
                  <a:cubicBezTo>
                    <a:pt x="31295" y="107256"/>
                    <a:pt x="31620" y="103634"/>
                    <a:pt x="30884" y="100156"/>
                  </a:cubicBezTo>
                  <a:cubicBezTo>
                    <a:pt x="30451" y="91208"/>
                    <a:pt x="29946" y="81900"/>
                    <a:pt x="29369" y="72158"/>
                  </a:cubicBezTo>
                  <a:cubicBezTo>
                    <a:pt x="27492" y="32399"/>
                    <a:pt x="27348" y="0"/>
                    <a:pt x="28936" y="0"/>
                  </a:cubicBezTo>
                  <a:cubicBezTo>
                    <a:pt x="30523" y="0"/>
                    <a:pt x="33337" y="32110"/>
                    <a:pt x="35213" y="72158"/>
                  </a:cubicBezTo>
                  <a:cubicBezTo>
                    <a:pt x="35574" y="81900"/>
                    <a:pt x="35935" y="91208"/>
                    <a:pt x="36296" y="100156"/>
                  </a:cubicBezTo>
                  <a:cubicBezTo>
                    <a:pt x="37032" y="104767"/>
                    <a:pt x="36137" y="109486"/>
                    <a:pt x="33770" y="113505"/>
                  </a:cubicBezTo>
                  <a:cubicBezTo>
                    <a:pt x="32010" y="115634"/>
                    <a:pt x="29311" y="116767"/>
                    <a:pt x="26554" y="116536"/>
                  </a:cubicBezTo>
                  <a:cubicBezTo>
                    <a:pt x="24599" y="116435"/>
                    <a:pt x="22658" y="116096"/>
                    <a:pt x="20782" y="115526"/>
                  </a:cubicBezTo>
                  <a:cubicBezTo>
                    <a:pt x="13587" y="114032"/>
                    <a:pt x="6610" y="111658"/>
                    <a:pt x="0" y="108454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30F0FF4A-25B9-4544-99EF-292735D59AB4}"/>
                </a:ext>
              </a:extLst>
            </p:cNvPr>
            <p:cNvSpPr/>
            <p:nvPr/>
          </p:nvSpPr>
          <p:spPr>
            <a:xfrm>
              <a:off x="7091595" y="9041690"/>
              <a:ext cx="113216" cy="96475"/>
            </a:xfrm>
            <a:custGeom>
              <a:avLst/>
              <a:gdLst>
                <a:gd name="connsiteX0" fmla="*/ 113217 w 113216"/>
                <a:gd name="connsiteY0" fmla="*/ 73529 h 96475"/>
                <a:gd name="connsiteX1" fmla="*/ 0 w 113216"/>
                <a:gd name="connsiteY1" fmla="*/ 0 h 96475"/>
                <a:gd name="connsiteX2" fmla="*/ 107588 w 113216"/>
                <a:gd name="connsiteY2" fmla="*/ 96476 h 9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16" h="96475">
                  <a:moveTo>
                    <a:pt x="113217" y="73529"/>
                  </a:moveTo>
                  <a:cubicBezTo>
                    <a:pt x="69395" y="59978"/>
                    <a:pt x="30198" y="34521"/>
                    <a:pt x="0" y="0"/>
                  </a:cubicBezTo>
                  <a:cubicBezTo>
                    <a:pt x="0" y="0"/>
                    <a:pt x="12051" y="74900"/>
                    <a:pt x="107588" y="96476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855C0C20-F29C-E543-0630-56C99B6E2622}"/>
                </a:ext>
              </a:extLst>
            </p:cNvPr>
            <p:cNvSpPr/>
            <p:nvPr/>
          </p:nvSpPr>
          <p:spPr>
            <a:xfrm>
              <a:off x="7205784" y="8959760"/>
              <a:ext cx="35266" cy="48183"/>
            </a:xfrm>
            <a:custGeom>
              <a:avLst/>
              <a:gdLst>
                <a:gd name="connsiteX0" fmla="*/ 5593 w 35266"/>
                <a:gd name="connsiteY0" fmla="*/ 29 h 48183"/>
                <a:gd name="connsiteX1" fmla="*/ 11871 w 35266"/>
                <a:gd name="connsiteY1" fmla="*/ 28171 h 48183"/>
                <a:gd name="connsiteX2" fmla="*/ 35250 w 35266"/>
                <a:gd name="connsiteY2" fmla="*/ 47221 h 48183"/>
                <a:gd name="connsiteX3" fmla="*/ 24787 w 35266"/>
                <a:gd name="connsiteY3" fmla="*/ 47221 h 48183"/>
                <a:gd name="connsiteX4" fmla="*/ 5016 w 35266"/>
                <a:gd name="connsiteY4" fmla="*/ 32140 h 48183"/>
                <a:gd name="connsiteX5" fmla="*/ 614 w 35266"/>
                <a:gd name="connsiteY5" fmla="*/ 8833 h 48183"/>
                <a:gd name="connsiteX6" fmla="*/ 5593 w 35266"/>
                <a:gd name="connsiteY6" fmla="*/ 29 h 4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66" h="48183">
                  <a:moveTo>
                    <a:pt x="5593" y="29"/>
                  </a:moveTo>
                  <a:cubicBezTo>
                    <a:pt x="7686" y="607"/>
                    <a:pt x="3212" y="14461"/>
                    <a:pt x="11871" y="28171"/>
                  </a:cubicBezTo>
                  <a:cubicBezTo>
                    <a:pt x="20530" y="41881"/>
                    <a:pt x="35828" y="45201"/>
                    <a:pt x="35250" y="47221"/>
                  </a:cubicBezTo>
                  <a:cubicBezTo>
                    <a:pt x="35250" y="48159"/>
                    <a:pt x="31066" y="48809"/>
                    <a:pt x="24787" y="47221"/>
                  </a:cubicBezTo>
                  <a:cubicBezTo>
                    <a:pt x="16619" y="44695"/>
                    <a:pt x="9613" y="39349"/>
                    <a:pt x="5016" y="32140"/>
                  </a:cubicBezTo>
                  <a:cubicBezTo>
                    <a:pt x="586" y="25234"/>
                    <a:pt x="-995" y="16878"/>
                    <a:pt x="614" y="8833"/>
                  </a:cubicBezTo>
                  <a:cubicBezTo>
                    <a:pt x="1986" y="2627"/>
                    <a:pt x="4655" y="-331"/>
                    <a:pt x="5593" y="29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9652A69E-555F-BDC8-0A82-195C31E56B51}"/>
                </a:ext>
              </a:extLst>
            </p:cNvPr>
            <p:cNvSpPr/>
            <p:nvPr/>
          </p:nvSpPr>
          <p:spPr>
            <a:xfrm>
              <a:off x="7322103" y="8817048"/>
              <a:ext cx="48620" cy="20745"/>
            </a:xfrm>
            <a:custGeom>
              <a:avLst/>
              <a:gdLst>
                <a:gd name="connsiteX0" fmla="*/ 47951 w 48620"/>
                <a:gd name="connsiteY0" fmla="*/ 20144 h 20745"/>
                <a:gd name="connsiteX1" fmla="*/ 23922 w 48620"/>
                <a:gd name="connsiteY1" fmla="*/ 14444 h 20745"/>
                <a:gd name="connsiteX2" fmla="*/ 110 w 48620"/>
                <a:gd name="connsiteY2" fmla="*/ 8022 h 20745"/>
                <a:gd name="connsiteX3" fmla="*/ 6676 w 48620"/>
                <a:gd name="connsiteY3" fmla="*/ 1744 h 20745"/>
                <a:gd name="connsiteX4" fmla="*/ 27314 w 48620"/>
                <a:gd name="connsiteY4" fmla="*/ 1239 h 20745"/>
                <a:gd name="connsiteX5" fmla="*/ 45209 w 48620"/>
                <a:gd name="connsiteY5" fmla="*/ 11557 h 20745"/>
                <a:gd name="connsiteX6" fmla="*/ 47951 w 48620"/>
                <a:gd name="connsiteY6" fmla="*/ 20144 h 2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20" h="20745">
                  <a:moveTo>
                    <a:pt x="47951" y="20144"/>
                  </a:moveTo>
                  <a:cubicBezTo>
                    <a:pt x="44776" y="22526"/>
                    <a:pt x="35684" y="17258"/>
                    <a:pt x="23922" y="14444"/>
                  </a:cubicBezTo>
                  <a:cubicBezTo>
                    <a:pt x="12161" y="11630"/>
                    <a:pt x="1697" y="11630"/>
                    <a:pt x="110" y="8022"/>
                  </a:cubicBezTo>
                  <a:cubicBezTo>
                    <a:pt x="-539" y="6218"/>
                    <a:pt x="1697" y="3620"/>
                    <a:pt x="6676" y="1744"/>
                  </a:cubicBezTo>
                  <a:cubicBezTo>
                    <a:pt x="13365" y="-392"/>
                    <a:pt x="20531" y="-572"/>
                    <a:pt x="27314" y="1239"/>
                  </a:cubicBezTo>
                  <a:cubicBezTo>
                    <a:pt x="34154" y="2862"/>
                    <a:pt x="40374" y="6449"/>
                    <a:pt x="45209" y="11557"/>
                  </a:cubicBezTo>
                  <a:cubicBezTo>
                    <a:pt x="48673" y="15526"/>
                    <a:pt x="49322" y="18990"/>
                    <a:pt x="47951" y="20144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6B3EE414-6424-E6DF-FAE7-211E55CF2131}"/>
                </a:ext>
              </a:extLst>
            </p:cNvPr>
            <p:cNvSpPr/>
            <p:nvPr/>
          </p:nvSpPr>
          <p:spPr>
            <a:xfrm>
              <a:off x="7199676" y="8879407"/>
              <a:ext cx="24636" cy="24147"/>
            </a:xfrm>
            <a:custGeom>
              <a:avLst/>
              <a:gdLst>
                <a:gd name="connsiteX0" fmla="*/ 517 w 24636"/>
                <a:gd name="connsiteY0" fmla="*/ 8008 h 24147"/>
                <a:gd name="connsiteX1" fmla="*/ 8671 w 24636"/>
                <a:gd name="connsiteY1" fmla="*/ 23377 h 24147"/>
                <a:gd name="connsiteX2" fmla="*/ 24012 w 24636"/>
                <a:gd name="connsiteY2" fmla="*/ 16436 h 24147"/>
                <a:gd name="connsiteX3" fmla="*/ 24113 w 24636"/>
                <a:gd name="connsiteY3" fmla="*/ 16162 h 24147"/>
                <a:gd name="connsiteX4" fmla="*/ 16031 w 24636"/>
                <a:gd name="connsiteY4" fmla="*/ 792 h 24147"/>
                <a:gd name="connsiteX5" fmla="*/ 654 w 24636"/>
                <a:gd name="connsiteY5" fmla="*/ 7640 h 24147"/>
                <a:gd name="connsiteX6" fmla="*/ 517 w 24636"/>
                <a:gd name="connsiteY6" fmla="*/ 8008 h 2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36" h="24147">
                  <a:moveTo>
                    <a:pt x="517" y="8008"/>
                  </a:moveTo>
                  <a:cubicBezTo>
                    <a:pt x="-1410" y="14495"/>
                    <a:pt x="2213" y="21335"/>
                    <a:pt x="8671" y="23377"/>
                  </a:cubicBezTo>
                  <a:cubicBezTo>
                    <a:pt x="14826" y="25701"/>
                    <a:pt x="21695" y="22591"/>
                    <a:pt x="24012" y="16436"/>
                  </a:cubicBezTo>
                  <a:cubicBezTo>
                    <a:pt x="24048" y="16349"/>
                    <a:pt x="24084" y="16255"/>
                    <a:pt x="24113" y="16162"/>
                  </a:cubicBezTo>
                  <a:cubicBezTo>
                    <a:pt x="26046" y="9696"/>
                    <a:pt x="22460" y="2863"/>
                    <a:pt x="16031" y="792"/>
                  </a:cubicBezTo>
                  <a:cubicBezTo>
                    <a:pt x="9890" y="-1561"/>
                    <a:pt x="3006" y="1506"/>
                    <a:pt x="654" y="7640"/>
                  </a:cubicBezTo>
                  <a:cubicBezTo>
                    <a:pt x="603" y="7762"/>
                    <a:pt x="560" y="7885"/>
                    <a:pt x="517" y="8008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5F038A09-2EBD-A9E3-253E-81E2705006D8}"/>
                </a:ext>
              </a:extLst>
            </p:cNvPr>
            <p:cNvSpPr/>
            <p:nvPr/>
          </p:nvSpPr>
          <p:spPr>
            <a:xfrm>
              <a:off x="7188035" y="8824645"/>
              <a:ext cx="48264" cy="20669"/>
            </a:xfrm>
            <a:custGeom>
              <a:avLst/>
              <a:gdLst>
                <a:gd name="connsiteX0" fmla="*/ 108 w 48264"/>
                <a:gd name="connsiteY0" fmla="*/ 7280 h 20669"/>
                <a:gd name="connsiteX1" fmla="*/ 25146 w 48264"/>
                <a:gd name="connsiteY1" fmla="*/ 8868 h 20669"/>
                <a:gd name="connsiteX2" fmla="*/ 47515 w 48264"/>
                <a:gd name="connsiteY2" fmla="*/ 20558 h 20669"/>
                <a:gd name="connsiteX3" fmla="*/ 44413 w 48264"/>
                <a:gd name="connsiteY3" fmla="*/ 12620 h 20669"/>
                <a:gd name="connsiteX4" fmla="*/ 27023 w 48264"/>
                <a:gd name="connsiteY4" fmla="*/ 1291 h 20669"/>
                <a:gd name="connsiteX5" fmla="*/ 6602 w 48264"/>
                <a:gd name="connsiteY5" fmla="*/ 2013 h 20669"/>
                <a:gd name="connsiteX6" fmla="*/ 108 w 48264"/>
                <a:gd name="connsiteY6" fmla="*/ 7280 h 2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264" h="20669">
                  <a:moveTo>
                    <a:pt x="108" y="7280"/>
                  </a:moveTo>
                  <a:cubicBezTo>
                    <a:pt x="1190" y="9301"/>
                    <a:pt x="12230" y="5188"/>
                    <a:pt x="25146" y="8868"/>
                  </a:cubicBezTo>
                  <a:cubicBezTo>
                    <a:pt x="38063" y="12548"/>
                    <a:pt x="45640" y="21784"/>
                    <a:pt x="47515" y="20558"/>
                  </a:cubicBezTo>
                  <a:cubicBezTo>
                    <a:pt x="49391" y="19331"/>
                    <a:pt x="47515" y="16805"/>
                    <a:pt x="44413" y="12620"/>
                  </a:cubicBezTo>
                  <a:cubicBezTo>
                    <a:pt x="39910" y="7158"/>
                    <a:pt x="33842" y="3204"/>
                    <a:pt x="27023" y="1291"/>
                  </a:cubicBezTo>
                  <a:cubicBezTo>
                    <a:pt x="20312" y="-650"/>
                    <a:pt x="13161" y="-397"/>
                    <a:pt x="6602" y="2013"/>
                  </a:cubicBezTo>
                  <a:cubicBezTo>
                    <a:pt x="1767" y="4178"/>
                    <a:pt x="-542" y="6415"/>
                    <a:pt x="108" y="728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A342D78E-E24F-5E18-37B6-3322977EACE5}"/>
                </a:ext>
              </a:extLst>
            </p:cNvPr>
            <p:cNvSpPr/>
            <p:nvPr/>
          </p:nvSpPr>
          <p:spPr>
            <a:xfrm>
              <a:off x="7206916" y="8784750"/>
              <a:ext cx="50183" cy="21277"/>
            </a:xfrm>
            <a:custGeom>
              <a:avLst/>
              <a:gdLst>
                <a:gd name="connsiteX0" fmla="*/ 132 w 50183"/>
                <a:gd name="connsiteY0" fmla="*/ 7993 h 21277"/>
                <a:gd name="connsiteX1" fmla="*/ 24738 w 50183"/>
                <a:gd name="connsiteY1" fmla="*/ 14776 h 21277"/>
                <a:gd name="connsiteX2" fmla="*/ 49488 w 50183"/>
                <a:gd name="connsiteY2" fmla="*/ 20621 h 21277"/>
                <a:gd name="connsiteX3" fmla="*/ 46530 w 50183"/>
                <a:gd name="connsiteY3" fmla="*/ 11962 h 21277"/>
                <a:gd name="connsiteX4" fmla="*/ 27985 w 50183"/>
                <a:gd name="connsiteY4" fmla="*/ 1499 h 21277"/>
                <a:gd name="connsiteX5" fmla="*/ 6771 w 50183"/>
                <a:gd name="connsiteY5" fmla="*/ 1499 h 21277"/>
                <a:gd name="connsiteX6" fmla="*/ 132 w 50183"/>
                <a:gd name="connsiteY6" fmla="*/ 7993 h 2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183" h="21277">
                  <a:moveTo>
                    <a:pt x="132" y="7993"/>
                  </a:moveTo>
                  <a:cubicBezTo>
                    <a:pt x="1864" y="11673"/>
                    <a:pt x="12688" y="11457"/>
                    <a:pt x="24738" y="14776"/>
                  </a:cubicBezTo>
                  <a:cubicBezTo>
                    <a:pt x="36788" y="18095"/>
                    <a:pt x="46386" y="23074"/>
                    <a:pt x="49488" y="20621"/>
                  </a:cubicBezTo>
                  <a:cubicBezTo>
                    <a:pt x="50932" y="19467"/>
                    <a:pt x="50210" y="16075"/>
                    <a:pt x="46530" y="11962"/>
                  </a:cubicBezTo>
                  <a:cubicBezTo>
                    <a:pt x="41443" y="6817"/>
                    <a:pt x="35021" y="3195"/>
                    <a:pt x="27985" y="1499"/>
                  </a:cubicBezTo>
                  <a:cubicBezTo>
                    <a:pt x="21058" y="-500"/>
                    <a:pt x="13698" y="-500"/>
                    <a:pt x="6771" y="1499"/>
                  </a:cubicBezTo>
                  <a:cubicBezTo>
                    <a:pt x="1647" y="3375"/>
                    <a:pt x="-590" y="5973"/>
                    <a:pt x="132" y="7993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E4F6CA21-F671-D2EC-20EE-DB586DFF6747}"/>
                </a:ext>
              </a:extLst>
            </p:cNvPr>
            <p:cNvSpPr/>
            <p:nvPr/>
          </p:nvSpPr>
          <p:spPr>
            <a:xfrm>
              <a:off x="7004711" y="8845988"/>
              <a:ext cx="77916" cy="104784"/>
            </a:xfrm>
            <a:custGeom>
              <a:avLst/>
              <a:gdLst>
                <a:gd name="connsiteX0" fmla="*/ 77142 w 77916"/>
                <a:gd name="connsiteY0" fmla="*/ 36015 h 104784"/>
                <a:gd name="connsiteX1" fmla="*/ 69926 w 77916"/>
                <a:gd name="connsiteY1" fmla="*/ 7152 h 104784"/>
                <a:gd name="connsiteX2" fmla="*/ 4046 w 77916"/>
                <a:gd name="connsiteY2" fmla="*/ 35221 h 104784"/>
                <a:gd name="connsiteX3" fmla="*/ 51309 w 77916"/>
                <a:gd name="connsiteY3" fmla="*/ 104565 h 104784"/>
                <a:gd name="connsiteX4" fmla="*/ 77142 w 77916"/>
                <a:gd name="connsiteY4" fmla="*/ 36015 h 10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6" h="104784">
                  <a:moveTo>
                    <a:pt x="77142" y="36015"/>
                  </a:moveTo>
                  <a:cubicBezTo>
                    <a:pt x="79379" y="28799"/>
                    <a:pt x="76709" y="10254"/>
                    <a:pt x="69926" y="7152"/>
                  </a:cubicBezTo>
                  <a:cubicBezTo>
                    <a:pt x="52680" y="-1580"/>
                    <a:pt x="19415" y="-10816"/>
                    <a:pt x="4046" y="35221"/>
                  </a:cubicBezTo>
                  <a:cubicBezTo>
                    <a:pt x="-16952" y="98216"/>
                    <a:pt x="50588" y="106369"/>
                    <a:pt x="51309" y="104565"/>
                  </a:cubicBezTo>
                  <a:cubicBezTo>
                    <a:pt x="52031" y="102761"/>
                    <a:pt x="69421" y="59827"/>
                    <a:pt x="77142" y="36015"/>
                  </a:cubicBezTo>
                  <a:close/>
                </a:path>
              </a:pathLst>
            </a:custGeom>
            <a:solidFill>
              <a:srgbClr val="FFBF9D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B12100F1-D2B8-E73C-8171-74DCA23614D0}"/>
                </a:ext>
              </a:extLst>
            </p:cNvPr>
            <p:cNvSpPr/>
            <p:nvPr/>
          </p:nvSpPr>
          <p:spPr>
            <a:xfrm>
              <a:off x="7024843" y="8867262"/>
              <a:ext cx="32591" cy="57112"/>
            </a:xfrm>
            <a:custGeom>
              <a:avLst/>
              <a:gdLst>
                <a:gd name="connsiteX0" fmla="*/ 21798 w 32591"/>
                <a:gd name="connsiteY0" fmla="*/ 54284 h 57112"/>
                <a:gd name="connsiteX1" fmla="*/ 18262 w 32591"/>
                <a:gd name="connsiteY1" fmla="*/ 54933 h 57112"/>
                <a:gd name="connsiteX2" fmla="*/ 10036 w 32591"/>
                <a:gd name="connsiteY2" fmla="*/ 52336 h 57112"/>
                <a:gd name="connsiteX3" fmla="*/ 5634 w 32591"/>
                <a:gd name="connsiteY3" fmla="*/ 23472 h 57112"/>
                <a:gd name="connsiteX4" fmla="*/ 13932 w 32591"/>
                <a:gd name="connsiteY4" fmla="*/ 9041 h 57112"/>
                <a:gd name="connsiteX5" fmla="*/ 24973 w 32591"/>
                <a:gd name="connsiteY5" fmla="*/ 3340 h 57112"/>
                <a:gd name="connsiteX6" fmla="*/ 30456 w 32591"/>
                <a:gd name="connsiteY6" fmla="*/ 8536 h 57112"/>
                <a:gd name="connsiteX7" fmla="*/ 30456 w 32591"/>
                <a:gd name="connsiteY7" fmla="*/ 11927 h 57112"/>
                <a:gd name="connsiteX8" fmla="*/ 32549 w 32591"/>
                <a:gd name="connsiteY8" fmla="*/ 8536 h 57112"/>
                <a:gd name="connsiteX9" fmla="*/ 31395 w 32591"/>
                <a:gd name="connsiteY9" fmla="*/ 3773 h 57112"/>
                <a:gd name="connsiteX10" fmla="*/ 25838 w 32591"/>
                <a:gd name="connsiteY10" fmla="*/ 93 h 57112"/>
                <a:gd name="connsiteX11" fmla="*/ 11407 w 32591"/>
                <a:gd name="connsiteY11" fmla="*/ 6082 h 57112"/>
                <a:gd name="connsiteX12" fmla="*/ 1738 w 32591"/>
                <a:gd name="connsiteY12" fmla="*/ 22390 h 57112"/>
                <a:gd name="connsiteX13" fmla="*/ 8953 w 32591"/>
                <a:gd name="connsiteY13" fmla="*/ 54933 h 57112"/>
                <a:gd name="connsiteX14" fmla="*/ 19561 w 32591"/>
                <a:gd name="connsiteY14" fmla="*/ 56593 h 57112"/>
                <a:gd name="connsiteX15" fmla="*/ 21798 w 32591"/>
                <a:gd name="connsiteY15" fmla="*/ 54284 h 5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591" h="57112">
                  <a:moveTo>
                    <a:pt x="21798" y="54284"/>
                  </a:moveTo>
                  <a:cubicBezTo>
                    <a:pt x="21798" y="54284"/>
                    <a:pt x="20427" y="54645"/>
                    <a:pt x="18262" y="54933"/>
                  </a:cubicBezTo>
                  <a:cubicBezTo>
                    <a:pt x="15289" y="55143"/>
                    <a:pt x="12352" y="54212"/>
                    <a:pt x="10036" y="52336"/>
                  </a:cubicBezTo>
                  <a:cubicBezTo>
                    <a:pt x="4191" y="47645"/>
                    <a:pt x="2098" y="35234"/>
                    <a:pt x="5634" y="23472"/>
                  </a:cubicBezTo>
                  <a:cubicBezTo>
                    <a:pt x="7294" y="18104"/>
                    <a:pt x="10129" y="13175"/>
                    <a:pt x="13932" y="9041"/>
                  </a:cubicBezTo>
                  <a:cubicBezTo>
                    <a:pt x="16458" y="5447"/>
                    <a:pt x="20578" y="3319"/>
                    <a:pt x="24973" y="3340"/>
                  </a:cubicBezTo>
                  <a:cubicBezTo>
                    <a:pt x="27801" y="3557"/>
                    <a:pt x="30088" y="5721"/>
                    <a:pt x="30456" y="8536"/>
                  </a:cubicBezTo>
                  <a:cubicBezTo>
                    <a:pt x="30456" y="10556"/>
                    <a:pt x="29879" y="11711"/>
                    <a:pt x="30456" y="11927"/>
                  </a:cubicBezTo>
                  <a:cubicBezTo>
                    <a:pt x="31034" y="12143"/>
                    <a:pt x="32188" y="11278"/>
                    <a:pt x="32549" y="8536"/>
                  </a:cubicBezTo>
                  <a:cubicBezTo>
                    <a:pt x="32729" y="6862"/>
                    <a:pt x="32325" y="5180"/>
                    <a:pt x="31395" y="3773"/>
                  </a:cubicBezTo>
                  <a:cubicBezTo>
                    <a:pt x="30074" y="1890"/>
                    <a:pt x="28090" y="569"/>
                    <a:pt x="25838" y="93"/>
                  </a:cubicBezTo>
                  <a:cubicBezTo>
                    <a:pt x="20325" y="-499"/>
                    <a:pt x="14885" y="1760"/>
                    <a:pt x="11407" y="6082"/>
                  </a:cubicBezTo>
                  <a:cubicBezTo>
                    <a:pt x="6868" y="10621"/>
                    <a:pt x="3541" y="16228"/>
                    <a:pt x="1738" y="22390"/>
                  </a:cubicBezTo>
                  <a:cubicBezTo>
                    <a:pt x="-2087" y="35162"/>
                    <a:pt x="438" y="49233"/>
                    <a:pt x="8953" y="54933"/>
                  </a:cubicBezTo>
                  <a:cubicBezTo>
                    <a:pt x="12056" y="57055"/>
                    <a:pt x="15953" y="57668"/>
                    <a:pt x="19561" y="56593"/>
                  </a:cubicBezTo>
                  <a:cubicBezTo>
                    <a:pt x="21148" y="55727"/>
                    <a:pt x="21942" y="54428"/>
                    <a:pt x="21798" y="54284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>
              <a:extLst>
                <a:ext uri="{FF2B5EF4-FFF2-40B4-BE49-F238E27FC236}">
                  <a16:creationId xmlns:a16="http://schemas.microsoft.com/office/drawing/2014/main" id="{42E82222-ED14-8E1C-7703-A4AE40CED86B}"/>
                </a:ext>
              </a:extLst>
            </p:cNvPr>
            <p:cNvSpPr/>
            <p:nvPr/>
          </p:nvSpPr>
          <p:spPr>
            <a:xfrm>
              <a:off x="7064478" y="8661621"/>
              <a:ext cx="279874" cy="212011"/>
            </a:xfrm>
            <a:custGeom>
              <a:avLst/>
              <a:gdLst>
                <a:gd name="connsiteX0" fmla="*/ 7562 w 279874"/>
                <a:gd name="connsiteY0" fmla="*/ 190797 h 212011"/>
                <a:gd name="connsiteX1" fmla="*/ 19323 w 279874"/>
                <a:gd name="connsiteY1" fmla="*/ 212011 h 212011"/>
                <a:gd name="connsiteX2" fmla="*/ 279454 w 279874"/>
                <a:gd name="connsiteY2" fmla="*/ 39697 h 212011"/>
                <a:gd name="connsiteX3" fmla="*/ 181968 w 279874"/>
                <a:gd name="connsiteY3" fmla="*/ 2030 h 212011"/>
                <a:gd name="connsiteX4" fmla="*/ 6335 w 279874"/>
                <a:gd name="connsiteY4" fmla="*/ 58747 h 212011"/>
                <a:gd name="connsiteX5" fmla="*/ 7562 w 279874"/>
                <a:gd name="connsiteY5" fmla="*/ 190797 h 2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9874" h="212011">
                  <a:moveTo>
                    <a:pt x="7562" y="190797"/>
                  </a:moveTo>
                  <a:lnTo>
                    <a:pt x="19323" y="212011"/>
                  </a:lnTo>
                  <a:cubicBezTo>
                    <a:pt x="107573" y="163521"/>
                    <a:pt x="289773" y="31615"/>
                    <a:pt x="279454" y="39697"/>
                  </a:cubicBezTo>
                  <a:cubicBezTo>
                    <a:pt x="250613" y="19204"/>
                    <a:pt x="217095" y="6252"/>
                    <a:pt x="181968" y="2030"/>
                  </a:cubicBezTo>
                  <a:cubicBezTo>
                    <a:pt x="127344" y="-3021"/>
                    <a:pt x="21272" y="-3309"/>
                    <a:pt x="6335" y="58747"/>
                  </a:cubicBezTo>
                  <a:cubicBezTo>
                    <a:pt x="-8602" y="120803"/>
                    <a:pt x="7562" y="190797"/>
                    <a:pt x="7562" y="19079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19174E8E-6C00-BDD0-3DFF-948418BCBBC1}"/>
                </a:ext>
              </a:extLst>
            </p:cNvPr>
            <p:cNvSpPr/>
            <p:nvPr/>
          </p:nvSpPr>
          <p:spPr>
            <a:xfrm>
              <a:off x="6985120" y="8718059"/>
              <a:ext cx="43154" cy="180684"/>
            </a:xfrm>
            <a:custGeom>
              <a:avLst/>
              <a:gdLst>
                <a:gd name="connsiteX0" fmla="*/ 17287 w 43154"/>
                <a:gd name="connsiteY0" fmla="*/ 180685 h 180684"/>
                <a:gd name="connsiteX1" fmla="*/ 13607 w 43154"/>
                <a:gd name="connsiteY1" fmla="*/ 174046 h 180684"/>
                <a:gd name="connsiteX2" fmla="*/ 5814 w 43154"/>
                <a:gd name="connsiteY2" fmla="*/ 154780 h 180684"/>
                <a:gd name="connsiteX3" fmla="*/ 113 w 43154"/>
                <a:gd name="connsiteY3" fmla="*/ 124329 h 180684"/>
                <a:gd name="connsiteX4" fmla="*/ 2134 w 43154"/>
                <a:gd name="connsiteY4" fmla="*/ 86590 h 180684"/>
                <a:gd name="connsiteX5" fmla="*/ 25874 w 43154"/>
                <a:gd name="connsiteY5" fmla="*/ 22514 h 180684"/>
                <a:gd name="connsiteX6" fmla="*/ 37852 w 43154"/>
                <a:gd name="connsiteY6" fmla="*/ 5556 h 180684"/>
                <a:gd name="connsiteX7" fmla="*/ 43120 w 43154"/>
                <a:gd name="connsiteY7" fmla="*/ 0 h 180684"/>
                <a:gd name="connsiteX8" fmla="*/ 28688 w 43154"/>
                <a:gd name="connsiteY8" fmla="*/ 24029 h 180684"/>
                <a:gd name="connsiteX9" fmla="*/ 6607 w 43154"/>
                <a:gd name="connsiteY9" fmla="*/ 87167 h 180684"/>
                <a:gd name="connsiteX10" fmla="*/ 8917 w 43154"/>
                <a:gd name="connsiteY10" fmla="*/ 153914 h 180684"/>
                <a:gd name="connsiteX11" fmla="*/ 17287 w 43154"/>
                <a:gd name="connsiteY11" fmla="*/ 180685 h 18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54" h="180684">
                  <a:moveTo>
                    <a:pt x="17287" y="180685"/>
                  </a:moveTo>
                  <a:cubicBezTo>
                    <a:pt x="15714" y="178686"/>
                    <a:pt x="14473" y="176442"/>
                    <a:pt x="13607" y="174046"/>
                  </a:cubicBezTo>
                  <a:cubicBezTo>
                    <a:pt x="10670" y="167768"/>
                    <a:pt x="8065" y="161339"/>
                    <a:pt x="5814" y="154780"/>
                  </a:cubicBezTo>
                  <a:cubicBezTo>
                    <a:pt x="2386" y="144974"/>
                    <a:pt x="460" y="134713"/>
                    <a:pt x="113" y="124329"/>
                  </a:cubicBezTo>
                  <a:cubicBezTo>
                    <a:pt x="-291" y="111716"/>
                    <a:pt x="387" y="99088"/>
                    <a:pt x="2134" y="86590"/>
                  </a:cubicBezTo>
                  <a:cubicBezTo>
                    <a:pt x="5316" y="63766"/>
                    <a:pt x="13419" y="41902"/>
                    <a:pt x="25874" y="22514"/>
                  </a:cubicBezTo>
                  <a:cubicBezTo>
                    <a:pt x="29475" y="16596"/>
                    <a:pt x="33479" y="10932"/>
                    <a:pt x="37852" y="5556"/>
                  </a:cubicBezTo>
                  <a:cubicBezTo>
                    <a:pt x="39295" y="3435"/>
                    <a:pt x="41078" y="1559"/>
                    <a:pt x="43120" y="0"/>
                  </a:cubicBezTo>
                  <a:cubicBezTo>
                    <a:pt x="43697" y="433"/>
                    <a:pt x="36986" y="8948"/>
                    <a:pt x="28688" y="24029"/>
                  </a:cubicBezTo>
                  <a:cubicBezTo>
                    <a:pt x="17309" y="43447"/>
                    <a:pt x="9811" y="64892"/>
                    <a:pt x="6607" y="87167"/>
                  </a:cubicBezTo>
                  <a:cubicBezTo>
                    <a:pt x="3072" y="113361"/>
                    <a:pt x="3360" y="137678"/>
                    <a:pt x="8917" y="153914"/>
                  </a:cubicBezTo>
                  <a:cubicBezTo>
                    <a:pt x="14473" y="170150"/>
                    <a:pt x="18009" y="180468"/>
                    <a:pt x="17287" y="180685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>
              <a:extLst>
                <a:ext uri="{FF2B5EF4-FFF2-40B4-BE49-F238E27FC236}">
                  <a16:creationId xmlns:a16="http://schemas.microsoft.com/office/drawing/2014/main" id="{DCE9E667-7E6D-3277-BD4E-263E9D821495}"/>
                </a:ext>
              </a:extLst>
            </p:cNvPr>
            <p:cNvSpPr/>
            <p:nvPr/>
          </p:nvSpPr>
          <p:spPr>
            <a:xfrm>
              <a:off x="7273434" y="9027980"/>
              <a:ext cx="65014" cy="73962"/>
            </a:xfrm>
            <a:custGeom>
              <a:avLst/>
              <a:gdLst>
                <a:gd name="connsiteX0" fmla="*/ 65015 w 65014"/>
                <a:gd name="connsiteY0" fmla="*/ 0 h 73962"/>
                <a:gd name="connsiteX1" fmla="*/ 59459 w 65014"/>
                <a:gd name="connsiteY1" fmla="*/ 13638 h 73962"/>
                <a:gd name="connsiteX2" fmla="*/ 39543 w 65014"/>
                <a:gd name="connsiteY2" fmla="*/ 43223 h 73962"/>
                <a:gd name="connsiteX3" fmla="*/ 13133 w 65014"/>
                <a:gd name="connsiteY3" fmla="*/ 67179 h 73962"/>
                <a:gd name="connsiteX4" fmla="*/ 0 w 65014"/>
                <a:gd name="connsiteY4" fmla="*/ 73962 h 73962"/>
                <a:gd name="connsiteX5" fmla="*/ 11546 w 65014"/>
                <a:gd name="connsiteY5" fmla="*/ 65015 h 73962"/>
                <a:gd name="connsiteX6" fmla="*/ 36657 w 65014"/>
                <a:gd name="connsiteY6" fmla="*/ 40769 h 73962"/>
                <a:gd name="connsiteX7" fmla="*/ 65015 w 65014"/>
                <a:gd name="connsiteY7" fmla="*/ 0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14" h="73962">
                  <a:moveTo>
                    <a:pt x="65015" y="0"/>
                  </a:moveTo>
                  <a:cubicBezTo>
                    <a:pt x="63904" y="4813"/>
                    <a:pt x="62027" y="9417"/>
                    <a:pt x="59459" y="13638"/>
                  </a:cubicBezTo>
                  <a:cubicBezTo>
                    <a:pt x="53931" y="24202"/>
                    <a:pt x="47250" y="34124"/>
                    <a:pt x="39543" y="43223"/>
                  </a:cubicBezTo>
                  <a:cubicBezTo>
                    <a:pt x="31865" y="52365"/>
                    <a:pt x="22982" y="60425"/>
                    <a:pt x="13133" y="67179"/>
                  </a:cubicBezTo>
                  <a:cubicBezTo>
                    <a:pt x="9200" y="70210"/>
                    <a:pt x="4748" y="72505"/>
                    <a:pt x="0" y="73962"/>
                  </a:cubicBezTo>
                  <a:cubicBezTo>
                    <a:pt x="3666" y="70744"/>
                    <a:pt x="7519" y="67757"/>
                    <a:pt x="11546" y="65015"/>
                  </a:cubicBezTo>
                  <a:cubicBezTo>
                    <a:pt x="20710" y="57799"/>
                    <a:pt x="29123" y="49674"/>
                    <a:pt x="36657" y="40769"/>
                  </a:cubicBezTo>
                  <a:cubicBezTo>
                    <a:pt x="46845" y="27709"/>
                    <a:pt x="56313" y="14100"/>
                    <a:pt x="65015" y="0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E57AC07A-76A2-87C7-C8AD-438B129E2920}"/>
                </a:ext>
              </a:extLst>
            </p:cNvPr>
            <p:cNvSpPr/>
            <p:nvPr/>
          </p:nvSpPr>
          <p:spPr>
            <a:xfrm>
              <a:off x="7071318" y="10684953"/>
              <a:ext cx="363754" cy="457267"/>
            </a:xfrm>
            <a:custGeom>
              <a:avLst/>
              <a:gdLst>
                <a:gd name="connsiteX0" fmla="*/ 318219 w 363754"/>
                <a:gd name="connsiteY0" fmla="*/ 90919 h 457267"/>
                <a:gd name="connsiteX1" fmla="*/ 222609 w 363754"/>
                <a:gd name="connsiteY1" fmla="*/ 264100 h 457267"/>
                <a:gd name="connsiteX2" fmla="*/ 362813 w 363754"/>
                <a:gd name="connsiteY2" fmla="*/ 457268 h 457267"/>
                <a:gd name="connsiteX3" fmla="*/ 0 w 363754"/>
                <a:gd name="connsiteY3" fmla="*/ 276222 h 457267"/>
                <a:gd name="connsiteX4" fmla="*/ 137101 w 363754"/>
                <a:gd name="connsiteY4" fmla="*/ 0 h 45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754" h="457267">
                  <a:moveTo>
                    <a:pt x="318219" y="90919"/>
                  </a:moveTo>
                  <a:lnTo>
                    <a:pt x="222609" y="264100"/>
                  </a:lnTo>
                  <a:cubicBezTo>
                    <a:pt x="222609" y="264100"/>
                    <a:pt x="377172" y="423426"/>
                    <a:pt x="362813" y="457268"/>
                  </a:cubicBezTo>
                  <a:lnTo>
                    <a:pt x="0" y="276222"/>
                  </a:lnTo>
                  <a:lnTo>
                    <a:pt x="137101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B8072D9F-198A-1821-3273-A95FB319D888}"/>
                </a:ext>
              </a:extLst>
            </p:cNvPr>
            <p:cNvSpPr/>
            <p:nvPr/>
          </p:nvSpPr>
          <p:spPr>
            <a:xfrm>
              <a:off x="7170693" y="10877778"/>
              <a:ext cx="32290" cy="30286"/>
            </a:xfrm>
            <a:custGeom>
              <a:avLst/>
              <a:gdLst>
                <a:gd name="connsiteX0" fmla="*/ 18532 w 32290"/>
                <a:gd name="connsiteY0" fmla="*/ 343 h 30286"/>
                <a:gd name="connsiteX1" fmla="*/ 204 w 32290"/>
                <a:gd name="connsiteY1" fmla="*/ 11239 h 30286"/>
                <a:gd name="connsiteX2" fmla="*/ 11966 w 32290"/>
                <a:gd name="connsiteY2" fmla="*/ 29279 h 30286"/>
                <a:gd name="connsiteX3" fmla="*/ 31283 w 32290"/>
                <a:gd name="connsiteY3" fmla="*/ 20735 h 30286"/>
                <a:gd name="connsiteX4" fmla="*/ 22739 w 32290"/>
                <a:gd name="connsiteY4" fmla="*/ 1411 h 30286"/>
                <a:gd name="connsiteX5" fmla="*/ 16945 w 32290"/>
                <a:gd name="connsiteY5" fmla="*/ 415 h 3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90" h="30286">
                  <a:moveTo>
                    <a:pt x="18532" y="343"/>
                  </a:moveTo>
                  <a:cubicBezTo>
                    <a:pt x="10516" y="-1353"/>
                    <a:pt x="2542" y="3388"/>
                    <a:pt x="204" y="11239"/>
                  </a:cubicBezTo>
                  <a:cubicBezTo>
                    <a:pt x="-1102" y="19386"/>
                    <a:pt x="3985" y="27193"/>
                    <a:pt x="11966" y="29279"/>
                  </a:cubicBezTo>
                  <a:cubicBezTo>
                    <a:pt x="19658" y="32251"/>
                    <a:pt x="28309" y="28427"/>
                    <a:pt x="31283" y="20735"/>
                  </a:cubicBezTo>
                  <a:cubicBezTo>
                    <a:pt x="34256" y="13036"/>
                    <a:pt x="30431" y="4391"/>
                    <a:pt x="22739" y="1411"/>
                  </a:cubicBezTo>
                  <a:cubicBezTo>
                    <a:pt x="20892" y="704"/>
                    <a:pt x="18922" y="365"/>
                    <a:pt x="16945" y="415"/>
                  </a:cubicBezTo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80D73EEC-08B4-BBC8-FC60-BA3C478AF03E}"/>
                </a:ext>
              </a:extLst>
            </p:cNvPr>
            <p:cNvSpPr/>
            <p:nvPr/>
          </p:nvSpPr>
          <p:spPr>
            <a:xfrm>
              <a:off x="7071318" y="10933900"/>
              <a:ext cx="364978" cy="208321"/>
            </a:xfrm>
            <a:custGeom>
              <a:avLst/>
              <a:gdLst>
                <a:gd name="connsiteX0" fmla="*/ 0 w 364978"/>
                <a:gd name="connsiteY0" fmla="*/ 27276 h 208321"/>
                <a:gd name="connsiteX1" fmla="*/ 15009 w 364978"/>
                <a:gd name="connsiteY1" fmla="*/ 0 h 208321"/>
                <a:gd name="connsiteX2" fmla="*/ 357185 w 364978"/>
                <a:gd name="connsiteY2" fmla="*/ 183788 h 208321"/>
                <a:gd name="connsiteX3" fmla="*/ 362740 w 364978"/>
                <a:gd name="connsiteY3" fmla="*/ 208321 h 208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978" h="208321">
                  <a:moveTo>
                    <a:pt x="0" y="27276"/>
                  </a:moveTo>
                  <a:lnTo>
                    <a:pt x="15009" y="0"/>
                  </a:lnTo>
                  <a:lnTo>
                    <a:pt x="357185" y="183788"/>
                  </a:lnTo>
                  <a:cubicBezTo>
                    <a:pt x="357185" y="183788"/>
                    <a:pt x="370028" y="198219"/>
                    <a:pt x="362740" y="208321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9CBFC398-BC64-88CA-26FB-EE7FD916446C}"/>
                </a:ext>
              </a:extLst>
            </p:cNvPr>
            <p:cNvSpPr/>
            <p:nvPr/>
          </p:nvSpPr>
          <p:spPr>
            <a:xfrm>
              <a:off x="7257921" y="10942607"/>
              <a:ext cx="42809" cy="11262"/>
            </a:xfrm>
            <a:custGeom>
              <a:avLst/>
              <a:gdLst>
                <a:gd name="connsiteX0" fmla="*/ 42717 w 42809"/>
                <a:gd name="connsiteY0" fmla="*/ 7673 h 11262"/>
                <a:gd name="connsiteX1" fmla="*/ 21069 w 42809"/>
                <a:gd name="connsiteY1" fmla="*/ 6663 h 11262"/>
                <a:gd name="connsiteX2" fmla="*/ 144 w 42809"/>
                <a:gd name="connsiteY2" fmla="*/ 10992 h 11262"/>
                <a:gd name="connsiteX3" fmla="*/ 20276 w 42809"/>
                <a:gd name="connsiteY3" fmla="*/ 97 h 11262"/>
                <a:gd name="connsiteX4" fmla="*/ 42717 w 42809"/>
                <a:gd name="connsiteY4" fmla="*/ 7673 h 11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09" h="11262">
                  <a:moveTo>
                    <a:pt x="42717" y="7673"/>
                  </a:moveTo>
                  <a:cubicBezTo>
                    <a:pt x="41851" y="9333"/>
                    <a:pt x="32615" y="5653"/>
                    <a:pt x="21069" y="6663"/>
                  </a:cubicBezTo>
                  <a:cubicBezTo>
                    <a:pt x="9524" y="7673"/>
                    <a:pt x="1442" y="12436"/>
                    <a:pt x="144" y="10992"/>
                  </a:cubicBezTo>
                  <a:cubicBezTo>
                    <a:pt x="-1156" y="9549"/>
                    <a:pt x="6421" y="1107"/>
                    <a:pt x="20276" y="97"/>
                  </a:cubicBezTo>
                  <a:cubicBezTo>
                    <a:pt x="34130" y="-914"/>
                    <a:pt x="43872" y="6302"/>
                    <a:pt x="42717" y="7673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>
              <a:extLst>
                <a:ext uri="{FF2B5EF4-FFF2-40B4-BE49-F238E27FC236}">
                  <a16:creationId xmlns:a16="http://schemas.microsoft.com/office/drawing/2014/main" id="{4503C4F8-8E2E-39A2-0507-6D91BA396511}"/>
                </a:ext>
              </a:extLst>
            </p:cNvPr>
            <p:cNvSpPr/>
            <p:nvPr/>
          </p:nvSpPr>
          <p:spPr>
            <a:xfrm>
              <a:off x="7294889" y="10980693"/>
              <a:ext cx="36366" cy="18107"/>
            </a:xfrm>
            <a:custGeom>
              <a:avLst/>
              <a:gdLst>
                <a:gd name="connsiteX0" fmla="*/ 36344 w 36366"/>
                <a:gd name="connsiteY0" fmla="*/ 3357 h 18107"/>
                <a:gd name="connsiteX1" fmla="*/ 17222 w 36366"/>
                <a:gd name="connsiteY1" fmla="*/ 8263 h 18107"/>
                <a:gd name="connsiteX2" fmla="*/ 409 w 36366"/>
                <a:gd name="connsiteY2" fmla="*/ 18005 h 18107"/>
                <a:gd name="connsiteX3" fmla="*/ 14335 w 36366"/>
                <a:gd name="connsiteY3" fmla="*/ 2202 h 18107"/>
                <a:gd name="connsiteX4" fmla="*/ 36344 w 36366"/>
                <a:gd name="connsiteY4" fmla="*/ 3357 h 18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66" h="18107">
                  <a:moveTo>
                    <a:pt x="36344" y="3357"/>
                  </a:moveTo>
                  <a:cubicBezTo>
                    <a:pt x="35911" y="5233"/>
                    <a:pt x="26819" y="4223"/>
                    <a:pt x="17222" y="8263"/>
                  </a:cubicBezTo>
                  <a:cubicBezTo>
                    <a:pt x="7625" y="12305"/>
                    <a:pt x="2141" y="19015"/>
                    <a:pt x="409" y="18005"/>
                  </a:cubicBezTo>
                  <a:cubicBezTo>
                    <a:pt x="-1323" y="16995"/>
                    <a:pt x="2285" y="7037"/>
                    <a:pt x="14335" y="2202"/>
                  </a:cubicBezTo>
                  <a:cubicBezTo>
                    <a:pt x="26386" y="-2632"/>
                    <a:pt x="36921" y="1769"/>
                    <a:pt x="36344" y="3357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86E83F23-3EA6-9ABB-C7F3-09AB0102B351}"/>
                </a:ext>
              </a:extLst>
            </p:cNvPr>
            <p:cNvSpPr/>
            <p:nvPr/>
          </p:nvSpPr>
          <p:spPr>
            <a:xfrm>
              <a:off x="7330533" y="11015146"/>
              <a:ext cx="29058" cy="22787"/>
            </a:xfrm>
            <a:custGeom>
              <a:avLst/>
              <a:gdLst>
                <a:gd name="connsiteX0" fmla="*/ 628 w 29058"/>
                <a:gd name="connsiteY0" fmla="*/ 22734 h 22787"/>
                <a:gd name="connsiteX1" fmla="*/ 9720 w 29058"/>
                <a:gd name="connsiteY1" fmla="*/ 5777 h 22787"/>
                <a:gd name="connsiteX2" fmla="*/ 29058 w 29058"/>
                <a:gd name="connsiteY2" fmla="*/ 1158 h 22787"/>
                <a:gd name="connsiteX3" fmla="*/ 14122 w 29058"/>
                <a:gd name="connsiteY3" fmla="*/ 11044 h 22787"/>
                <a:gd name="connsiteX4" fmla="*/ 628 w 29058"/>
                <a:gd name="connsiteY4" fmla="*/ 22734 h 2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58" h="22787">
                  <a:moveTo>
                    <a:pt x="628" y="22734"/>
                  </a:moveTo>
                  <a:cubicBezTo>
                    <a:pt x="-1176" y="22301"/>
                    <a:pt x="628" y="12704"/>
                    <a:pt x="9720" y="5777"/>
                  </a:cubicBezTo>
                  <a:cubicBezTo>
                    <a:pt x="18812" y="-1151"/>
                    <a:pt x="28986" y="-646"/>
                    <a:pt x="29058" y="1158"/>
                  </a:cubicBezTo>
                  <a:cubicBezTo>
                    <a:pt x="29130" y="2962"/>
                    <a:pt x="21842" y="5271"/>
                    <a:pt x="14122" y="11044"/>
                  </a:cubicBezTo>
                  <a:cubicBezTo>
                    <a:pt x="6401" y="16817"/>
                    <a:pt x="2432" y="23455"/>
                    <a:pt x="628" y="22734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>
              <a:extLst>
                <a:ext uri="{FF2B5EF4-FFF2-40B4-BE49-F238E27FC236}">
                  <a16:creationId xmlns:a16="http://schemas.microsoft.com/office/drawing/2014/main" id="{9D154281-FF8A-80FB-566C-326C2D81729E}"/>
                </a:ext>
              </a:extLst>
            </p:cNvPr>
            <p:cNvSpPr/>
            <p:nvPr/>
          </p:nvSpPr>
          <p:spPr>
            <a:xfrm>
              <a:off x="7279131" y="10889340"/>
              <a:ext cx="38921" cy="19009"/>
            </a:xfrm>
            <a:custGeom>
              <a:avLst/>
              <a:gdLst>
                <a:gd name="connsiteX0" fmla="*/ 38680 w 38921"/>
                <a:gd name="connsiteY0" fmla="*/ 18872 h 19009"/>
                <a:gd name="connsiteX1" fmla="*/ 19847 w 38921"/>
                <a:gd name="connsiteY1" fmla="*/ 9347 h 19009"/>
                <a:gd name="connsiteX2" fmla="*/ 3 w 38921"/>
                <a:gd name="connsiteY2" fmla="*/ 2131 h 19009"/>
                <a:gd name="connsiteX3" fmla="*/ 22444 w 38921"/>
                <a:gd name="connsiteY3" fmla="*/ 3357 h 19009"/>
                <a:gd name="connsiteX4" fmla="*/ 38680 w 38921"/>
                <a:gd name="connsiteY4" fmla="*/ 18872 h 1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21" h="19009">
                  <a:moveTo>
                    <a:pt x="38680" y="18872"/>
                  </a:moveTo>
                  <a:cubicBezTo>
                    <a:pt x="37165" y="20026"/>
                    <a:pt x="30165" y="13676"/>
                    <a:pt x="19847" y="9347"/>
                  </a:cubicBezTo>
                  <a:cubicBezTo>
                    <a:pt x="9528" y="5017"/>
                    <a:pt x="220" y="4079"/>
                    <a:pt x="3" y="2131"/>
                  </a:cubicBezTo>
                  <a:cubicBezTo>
                    <a:pt x="-213" y="182"/>
                    <a:pt x="10322" y="-1982"/>
                    <a:pt x="22444" y="3357"/>
                  </a:cubicBezTo>
                  <a:cubicBezTo>
                    <a:pt x="34567" y="8697"/>
                    <a:pt x="40196" y="18006"/>
                    <a:pt x="38680" y="18872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>
              <a:extLst>
                <a:ext uri="{FF2B5EF4-FFF2-40B4-BE49-F238E27FC236}">
                  <a16:creationId xmlns:a16="http://schemas.microsoft.com/office/drawing/2014/main" id="{EAAC115D-AD27-0296-FB8E-061D4C4FABF0}"/>
                </a:ext>
              </a:extLst>
            </p:cNvPr>
            <p:cNvSpPr/>
            <p:nvPr/>
          </p:nvSpPr>
          <p:spPr>
            <a:xfrm>
              <a:off x="7113820" y="10691087"/>
              <a:ext cx="363691" cy="457268"/>
            </a:xfrm>
            <a:custGeom>
              <a:avLst/>
              <a:gdLst>
                <a:gd name="connsiteX0" fmla="*/ 318219 w 363691"/>
                <a:gd name="connsiteY0" fmla="*/ 90920 h 457268"/>
                <a:gd name="connsiteX1" fmla="*/ 222609 w 363691"/>
                <a:gd name="connsiteY1" fmla="*/ 264100 h 457268"/>
                <a:gd name="connsiteX2" fmla="*/ 362740 w 363691"/>
                <a:gd name="connsiteY2" fmla="*/ 457268 h 457268"/>
                <a:gd name="connsiteX3" fmla="*/ 0 w 363691"/>
                <a:gd name="connsiteY3" fmla="*/ 276222 h 457268"/>
                <a:gd name="connsiteX4" fmla="*/ 137101 w 363691"/>
                <a:gd name="connsiteY4" fmla="*/ 0 h 45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691" h="457268">
                  <a:moveTo>
                    <a:pt x="318219" y="90920"/>
                  </a:moveTo>
                  <a:lnTo>
                    <a:pt x="222609" y="264100"/>
                  </a:lnTo>
                  <a:cubicBezTo>
                    <a:pt x="222609" y="264100"/>
                    <a:pt x="377172" y="423498"/>
                    <a:pt x="362740" y="457268"/>
                  </a:cubicBezTo>
                  <a:lnTo>
                    <a:pt x="0" y="276222"/>
                  </a:lnTo>
                  <a:lnTo>
                    <a:pt x="137101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>
              <a:extLst>
                <a:ext uri="{FF2B5EF4-FFF2-40B4-BE49-F238E27FC236}">
                  <a16:creationId xmlns:a16="http://schemas.microsoft.com/office/drawing/2014/main" id="{8DEDA786-63F3-6340-C930-560E2E19E988}"/>
                </a:ext>
              </a:extLst>
            </p:cNvPr>
            <p:cNvSpPr/>
            <p:nvPr/>
          </p:nvSpPr>
          <p:spPr>
            <a:xfrm>
              <a:off x="7212230" y="10883585"/>
              <a:ext cx="33254" cy="30613"/>
            </a:xfrm>
            <a:custGeom>
              <a:avLst/>
              <a:gdLst>
                <a:gd name="connsiteX0" fmla="*/ 19496 w 33254"/>
                <a:gd name="connsiteY0" fmla="*/ 742 h 30613"/>
                <a:gd name="connsiteX1" fmla="*/ 742 w 33254"/>
                <a:gd name="connsiteY1" fmla="*/ 10238 h 30613"/>
                <a:gd name="connsiteX2" fmla="*/ 10238 w 33254"/>
                <a:gd name="connsiteY2" fmla="*/ 28992 h 30613"/>
                <a:gd name="connsiteX3" fmla="*/ 12930 w 33254"/>
                <a:gd name="connsiteY3" fmla="*/ 29606 h 30613"/>
                <a:gd name="connsiteX4" fmla="*/ 32246 w 33254"/>
                <a:gd name="connsiteY4" fmla="*/ 21062 h 30613"/>
                <a:gd name="connsiteX5" fmla="*/ 23703 w 33254"/>
                <a:gd name="connsiteY5" fmla="*/ 1738 h 30613"/>
                <a:gd name="connsiteX6" fmla="*/ 17909 w 33254"/>
                <a:gd name="connsiteY6" fmla="*/ 742 h 3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54" h="30613">
                  <a:moveTo>
                    <a:pt x="19496" y="742"/>
                  </a:moveTo>
                  <a:cubicBezTo>
                    <a:pt x="11696" y="-1812"/>
                    <a:pt x="3297" y="2438"/>
                    <a:pt x="742" y="10238"/>
                  </a:cubicBezTo>
                  <a:cubicBezTo>
                    <a:pt x="-1812" y="18039"/>
                    <a:pt x="2438" y="26438"/>
                    <a:pt x="10238" y="28992"/>
                  </a:cubicBezTo>
                  <a:cubicBezTo>
                    <a:pt x="11112" y="29281"/>
                    <a:pt x="12014" y="29483"/>
                    <a:pt x="12930" y="29606"/>
                  </a:cubicBezTo>
                  <a:cubicBezTo>
                    <a:pt x="20622" y="32579"/>
                    <a:pt x="29274" y="28754"/>
                    <a:pt x="32246" y="21062"/>
                  </a:cubicBezTo>
                  <a:cubicBezTo>
                    <a:pt x="35220" y="13363"/>
                    <a:pt x="31395" y="4718"/>
                    <a:pt x="23703" y="1738"/>
                  </a:cubicBezTo>
                  <a:cubicBezTo>
                    <a:pt x="21856" y="1031"/>
                    <a:pt x="19886" y="692"/>
                    <a:pt x="17909" y="742"/>
                  </a:cubicBezTo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>
              <a:extLst>
                <a:ext uri="{FF2B5EF4-FFF2-40B4-BE49-F238E27FC236}">
                  <a16:creationId xmlns:a16="http://schemas.microsoft.com/office/drawing/2014/main" id="{4B2EA205-8F82-4D60-E32B-E6502EC3A565}"/>
                </a:ext>
              </a:extLst>
            </p:cNvPr>
            <p:cNvSpPr/>
            <p:nvPr/>
          </p:nvSpPr>
          <p:spPr>
            <a:xfrm>
              <a:off x="7113820" y="10940033"/>
              <a:ext cx="364978" cy="208321"/>
            </a:xfrm>
            <a:custGeom>
              <a:avLst/>
              <a:gdLst>
                <a:gd name="connsiteX0" fmla="*/ 0 w 364978"/>
                <a:gd name="connsiteY0" fmla="*/ 27276 h 208321"/>
                <a:gd name="connsiteX1" fmla="*/ 15009 w 364978"/>
                <a:gd name="connsiteY1" fmla="*/ 0 h 208321"/>
                <a:gd name="connsiteX2" fmla="*/ 357184 w 364978"/>
                <a:gd name="connsiteY2" fmla="*/ 183788 h 208321"/>
                <a:gd name="connsiteX3" fmla="*/ 362740 w 364978"/>
                <a:gd name="connsiteY3" fmla="*/ 208322 h 208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978" h="208321">
                  <a:moveTo>
                    <a:pt x="0" y="27276"/>
                  </a:moveTo>
                  <a:lnTo>
                    <a:pt x="15009" y="0"/>
                  </a:lnTo>
                  <a:lnTo>
                    <a:pt x="357184" y="183788"/>
                  </a:lnTo>
                  <a:cubicBezTo>
                    <a:pt x="357184" y="183788"/>
                    <a:pt x="370028" y="198219"/>
                    <a:pt x="362740" y="208322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>
              <a:extLst>
                <a:ext uri="{FF2B5EF4-FFF2-40B4-BE49-F238E27FC236}">
                  <a16:creationId xmlns:a16="http://schemas.microsoft.com/office/drawing/2014/main" id="{6C6CBC68-ACB1-193E-4CCD-A9AB05815832}"/>
                </a:ext>
              </a:extLst>
            </p:cNvPr>
            <p:cNvSpPr/>
            <p:nvPr/>
          </p:nvSpPr>
          <p:spPr>
            <a:xfrm>
              <a:off x="7300493" y="10948740"/>
              <a:ext cx="42738" cy="11197"/>
            </a:xfrm>
            <a:custGeom>
              <a:avLst/>
              <a:gdLst>
                <a:gd name="connsiteX0" fmla="*/ 42646 w 42738"/>
                <a:gd name="connsiteY0" fmla="*/ 7601 h 11197"/>
                <a:gd name="connsiteX1" fmla="*/ 20999 w 42738"/>
                <a:gd name="connsiteY1" fmla="*/ 6663 h 11197"/>
                <a:gd name="connsiteX2" fmla="*/ 145 w 42738"/>
                <a:gd name="connsiteY2" fmla="*/ 10920 h 11197"/>
                <a:gd name="connsiteX3" fmla="*/ 20205 w 42738"/>
                <a:gd name="connsiteY3" fmla="*/ 97 h 11197"/>
                <a:gd name="connsiteX4" fmla="*/ 42646 w 42738"/>
                <a:gd name="connsiteY4" fmla="*/ 7601 h 1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38" h="11197">
                  <a:moveTo>
                    <a:pt x="42646" y="7601"/>
                  </a:moveTo>
                  <a:cubicBezTo>
                    <a:pt x="41780" y="9261"/>
                    <a:pt x="32544" y="5581"/>
                    <a:pt x="20999" y="6663"/>
                  </a:cubicBezTo>
                  <a:cubicBezTo>
                    <a:pt x="9453" y="7745"/>
                    <a:pt x="1444" y="12364"/>
                    <a:pt x="145" y="10920"/>
                  </a:cubicBezTo>
                  <a:cubicBezTo>
                    <a:pt x="-1154" y="9477"/>
                    <a:pt x="6350" y="1107"/>
                    <a:pt x="20205" y="97"/>
                  </a:cubicBezTo>
                  <a:cubicBezTo>
                    <a:pt x="34059" y="-914"/>
                    <a:pt x="43800" y="6302"/>
                    <a:pt x="42646" y="7601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>
              <a:extLst>
                <a:ext uri="{FF2B5EF4-FFF2-40B4-BE49-F238E27FC236}">
                  <a16:creationId xmlns:a16="http://schemas.microsoft.com/office/drawing/2014/main" id="{474724AA-7FD9-D81F-3AD7-02BDFAF1F157}"/>
                </a:ext>
              </a:extLst>
            </p:cNvPr>
            <p:cNvSpPr/>
            <p:nvPr/>
          </p:nvSpPr>
          <p:spPr>
            <a:xfrm>
              <a:off x="7337395" y="10986827"/>
              <a:ext cx="36373" cy="18109"/>
            </a:xfrm>
            <a:custGeom>
              <a:avLst/>
              <a:gdLst>
                <a:gd name="connsiteX0" fmla="*/ 36339 w 36373"/>
                <a:gd name="connsiteY0" fmla="*/ 3357 h 18109"/>
                <a:gd name="connsiteX1" fmla="*/ 17217 w 36373"/>
                <a:gd name="connsiteY1" fmla="*/ 8336 h 18109"/>
                <a:gd name="connsiteX2" fmla="*/ 405 w 36373"/>
                <a:gd name="connsiteY2" fmla="*/ 18005 h 18109"/>
                <a:gd name="connsiteX3" fmla="*/ 14331 w 36373"/>
                <a:gd name="connsiteY3" fmla="*/ 2202 h 18109"/>
                <a:gd name="connsiteX4" fmla="*/ 36339 w 36373"/>
                <a:gd name="connsiteY4" fmla="*/ 3357 h 1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73" h="18109">
                  <a:moveTo>
                    <a:pt x="36339" y="3357"/>
                  </a:moveTo>
                  <a:cubicBezTo>
                    <a:pt x="35906" y="5233"/>
                    <a:pt x="26814" y="4223"/>
                    <a:pt x="17217" y="8336"/>
                  </a:cubicBezTo>
                  <a:cubicBezTo>
                    <a:pt x="7620" y="12449"/>
                    <a:pt x="2136" y="19015"/>
                    <a:pt x="405" y="18005"/>
                  </a:cubicBezTo>
                  <a:cubicBezTo>
                    <a:pt x="-1327" y="16995"/>
                    <a:pt x="2352" y="7037"/>
                    <a:pt x="14331" y="2202"/>
                  </a:cubicBezTo>
                  <a:cubicBezTo>
                    <a:pt x="26309" y="-2632"/>
                    <a:pt x="37061" y="1769"/>
                    <a:pt x="36339" y="3357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>
              <a:extLst>
                <a:ext uri="{FF2B5EF4-FFF2-40B4-BE49-F238E27FC236}">
                  <a16:creationId xmlns:a16="http://schemas.microsoft.com/office/drawing/2014/main" id="{B00FE642-65F0-41CD-5CBF-483DF622E4F4}"/>
                </a:ext>
              </a:extLst>
            </p:cNvPr>
            <p:cNvSpPr/>
            <p:nvPr/>
          </p:nvSpPr>
          <p:spPr>
            <a:xfrm>
              <a:off x="7373034" y="11021384"/>
              <a:ext cx="29058" cy="22746"/>
            </a:xfrm>
            <a:custGeom>
              <a:avLst/>
              <a:gdLst>
                <a:gd name="connsiteX0" fmla="*/ 628 w 29058"/>
                <a:gd name="connsiteY0" fmla="*/ 22702 h 22746"/>
                <a:gd name="connsiteX1" fmla="*/ 9720 w 29058"/>
                <a:gd name="connsiteY1" fmla="*/ 5745 h 22746"/>
                <a:gd name="connsiteX2" fmla="*/ 29058 w 29058"/>
                <a:gd name="connsiteY2" fmla="*/ 1127 h 22746"/>
                <a:gd name="connsiteX3" fmla="*/ 14121 w 29058"/>
                <a:gd name="connsiteY3" fmla="*/ 11012 h 22746"/>
                <a:gd name="connsiteX4" fmla="*/ 628 w 29058"/>
                <a:gd name="connsiteY4" fmla="*/ 22702 h 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58" h="22746">
                  <a:moveTo>
                    <a:pt x="628" y="22702"/>
                  </a:moveTo>
                  <a:cubicBezTo>
                    <a:pt x="-1176" y="22269"/>
                    <a:pt x="628" y="12672"/>
                    <a:pt x="9720" y="5745"/>
                  </a:cubicBezTo>
                  <a:cubicBezTo>
                    <a:pt x="18812" y="-1183"/>
                    <a:pt x="29058" y="-605"/>
                    <a:pt x="29058" y="1127"/>
                  </a:cubicBezTo>
                  <a:cubicBezTo>
                    <a:pt x="29058" y="2858"/>
                    <a:pt x="21842" y="5239"/>
                    <a:pt x="14121" y="11012"/>
                  </a:cubicBezTo>
                  <a:cubicBezTo>
                    <a:pt x="6400" y="16785"/>
                    <a:pt x="2504" y="23351"/>
                    <a:pt x="628" y="22702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D6DAB9C5-F7A9-BB5E-7F6A-8EE14A6BBDFA}"/>
                </a:ext>
              </a:extLst>
            </p:cNvPr>
            <p:cNvSpPr/>
            <p:nvPr/>
          </p:nvSpPr>
          <p:spPr>
            <a:xfrm>
              <a:off x="7321993" y="10895289"/>
              <a:ext cx="38835" cy="19049"/>
            </a:xfrm>
            <a:custGeom>
              <a:avLst/>
              <a:gdLst>
                <a:gd name="connsiteX0" fmla="*/ 38680 w 38835"/>
                <a:gd name="connsiteY0" fmla="*/ 18911 h 19049"/>
                <a:gd name="connsiteX1" fmla="*/ 19847 w 38835"/>
                <a:gd name="connsiteY1" fmla="*/ 9386 h 19049"/>
                <a:gd name="connsiteX2" fmla="*/ 3 w 38835"/>
                <a:gd name="connsiteY2" fmla="*/ 2170 h 19049"/>
                <a:gd name="connsiteX3" fmla="*/ 22444 w 38835"/>
                <a:gd name="connsiteY3" fmla="*/ 3325 h 19049"/>
                <a:gd name="connsiteX4" fmla="*/ 38680 w 38835"/>
                <a:gd name="connsiteY4" fmla="*/ 18911 h 1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5" h="19049">
                  <a:moveTo>
                    <a:pt x="38680" y="18911"/>
                  </a:moveTo>
                  <a:cubicBezTo>
                    <a:pt x="37165" y="20066"/>
                    <a:pt x="30165" y="13716"/>
                    <a:pt x="19847" y="9386"/>
                  </a:cubicBezTo>
                  <a:cubicBezTo>
                    <a:pt x="9528" y="5057"/>
                    <a:pt x="220" y="4119"/>
                    <a:pt x="3" y="2170"/>
                  </a:cubicBezTo>
                  <a:cubicBezTo>
                    <a:pt x="-213" y="222"/>
                    <a:pt x="10322" y="-2015"/>
                    <a:pt x="22444" y="3325"/>
                  </a:cubicBezTo>
                  <a:cubicBezTo>
                    <a:pt x="34567" y="8665"/>
                    <a:pt x="39834" y="18190"/>
                    <a:pt x="38680" y="18911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>
              <a:extLst>
                <a:ext uri="{FF2B5EF4-FFF2-40B4-BE49-F238E27FC236}">
                  <a16:creationId xmlns:a16="http://schemas.microsoft.com/office/drawing/2014/main" id="{E696311C-D2BE-4FFC-F983-D4BD51C52E25}"/>
                </a:ext>
              </a:extLst>
            </p:cNvPr>
            <p:cNvSpPr/>
            <p:nvPr/>
          </p:nvSpPr>
          <p:spPr>
            <a:xfrm>
              <a:off x="6612836" y="9802961"/>
              <a:ext cx="1125850" cy="1125382"/>
            </a:xfrm>
            <a:custGeom>
              <a:avLst/>
              <a:gdLst>
                <a:gd name="connsiteX0" fmla="*/ 42994 w 1125850"/>
                <a:gd name="connsiteY0" fmla="*/ 0 h 1125382"/>
                <a:gd name="connsiteX1" fmla="*/ 53745 w 1125850"/>
                <a:gd name="connsiteY1" fmla="*/ 435620 h 1125382"/>
                <a:gd name="connsiteX2" fmla="*/ 821944 w 1125850"/>
                <a:gd name="connsiteY2" fmla="*/ 521633 h 1125382"/>
                <a:gd name="connsiteX3" fmla="*/ 586996 w 1125850"/>
                <a:gd name="connsiteY3" fmla="*/ 1025660 h 1125382"/>
                <a:gd name="connsiteX4" fmla="*/ 735859 w 1125850"/>
                <a:gd name="connsiteY4" fmla="*/ 1125383 h 1125382"/>
                <a:gd name="connsiteX5" fmla="*/ 1101341 w 1125850"/>
                <a:gd name="connsiteY5" fmla="*/ 557135 h 1125382"/>
                <a:gd name="connsiteX6" fmla="*/ 1047006 w 1125850"/>
                <a:gd name="connsiteY6" fmla="*/ 320889 h 1125382"/>
                <a:gd name="connsiteX7" fmla="*/ 486191 w 1125850"/>
                <a:gd name="connsiteY7" fmla="*/ 162573 h 1125382"/>
                <a:gd name="connsiteX8" fmla="*/ 429041 w 1125850"/>
                <a:gd name="connsiteY8" fmla="*/ 11040 h 112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5850" h="1125382">
                  <a:moveTo>
                    <a:pt x="42994" y="0"/>
                  </a:moveTo>
                  <a:cubicBezTo>
                    <a:pt x="42994" y="0"/>
                    <a:pt x="-60554" y="360792"/>
                    <a:pt x="53745" y="435620"/>
                  </a:cubicBezTo>
                  <a:cubicBezTo>
                    <a:pt x="203185" y="532962"/>
                    <a:pt x="833417" y="510521"/>
                    <a:pt x="821944" y="521633"/>
                  </a:cubicBezTo>
                  <a:cubicBezTo>
                    <a:pt x="763495" y="578061"/>
                    <a:pt x="654753" y="858541"/>
                    <a:pt x="586996" y="1025660"/>
                  </a:cubicBezTo>
                  <a:lnTo>
                    <a:pt x="735859" y="1125383"/>
                  </a:lnTo>
                  <a:cubicBezTo>
                    <a:pt x="735859" y="1125383"/>
                    <a:pt x="1044336" y="674681"/>
                    <a:pt x="1101341" y="557135"/>
                  </a:cubicBezTo>
                  <a:cubicBezTo>
                    <a:pt x="1139657" y="477761"/>
                    <a:pt x="1141028" y="362307"/>
                    <a:pt x="1047006" y="320889"/>
                  </a:cubicBezTo>
                  <a:cubicBezTo>
                    <a:pt x="987836" y="294767"/>
                    <a:pt x="486191" y="162573"/>
                    <a:pt x="486191" y="162573"/>
                  </a:cubicBezTo>
                  <a:lnTo>
                    <a:pt x="429041" y="1104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15853874-893C-906D-FAF7-A4F620C33353}"/>
                </a:ext>
              </a:extLst>
            </p:cNvPr>
            <p:cNvSpPr/>
            <p:nvPr/>
          </p:nvSpPr>
          <p:spPr>
            <a:xfrm>
              <a:off x="6612405" y="9802744"/>
              <a:ext cx="1127712" cy="1127980"/>
            </a:xfrm>
            <a:custGeom>
              <a:avLst/>
              <a:gdLst>
                <a:gd name="connsiteX0" fmla="*/ 43425 w 1127712"/>
                <a:gd name="connsiteY0" fmla="*/ 216 h 1127980"/>
                <a:gd name="connsiteX1" fmla="*/ 49847 w 1127712"/>
                <a:gd name="connsiteY1" fmla="*/ 216 h 1127980"/>
                <a:gd name="connsiteX2" fmla="*/ 69186 w 1127712"/>
                <a:gd name="connsiteY2" fmla="*/ 722 h 1127980"/>
                <a:gd name="connsiteX3" fmla="*/ 144519 w 1127712"/>
                <a:gd name="connsiteY3" fmla="*/ 2598 h 1127980"/>
                <a:gd name="connsiteX4" fmla="*/ 429545 w 1127712"/>
                <a:gd name="connsiteY4" fmla="*/ 10391 h 1127980"/>
                <a:gd name="connsiteX5" fmla="*/ 430267 w 1127712"/>
                <a:gd name="connsiteY5" fmla="*/ 10391 h 1127980"/>
                <a:gd name="connsiteX6" fmla="*/ 430267 w 1127712"/>
                <a:gd name="connsiteY6" fmla="*/ 11112 h 1127980"/>
                <a:gd name="connsiteX7" fmla="*/ 487560 w 1127712"/>
                <a:gd name="connsiteY7" fmla="*/ 162212 h 1127980"/>
                <a:gd name="connsiteX8" fmla="*/ 486694 w 1127712"/>
                <a:gd name="connsiteY8" fmla="*/ 161491 h 1127980"/>
                <a:gd name="connsiteX9" fmla="*/ 779008 w 1127712"/>
                <a:gd name="connsiteY9" fmla="*/ 239927 h 1127980"/>
                <a:gd name="connsiteX10" fmla="*/ 943602 w 1127712"/>
                <a:gd name="connsiteY10" fmla="*/ 286180 h 1127980"/>
                <a:gd name="connsiteX11" fmla="*/ 1029542 w 1127712"/>
                <a:gd name="connsiteY11" fmla="*/ 312662 h 1127980"/>
                <a:gd name="connsiteX12" fmla="*/ 1103938 w 1127712"/>
                <a:gd name="connsiteY12" fmla="*/ 366348 h 1127980"/>
                <a:gd name="connsiteX13" fmla="*/ 1110144 w 1127712"/>
                <a:gd name="connsiteY13" fmla="*/ 376523 h 1127980"/>
                <a:gd name="connsiteX14" fmla="*/ 1115123 w 1127712"/>
                <a:gd name="connsiteY14" fmla="*/ 387346 h 1127980"/>
                <a:gd name="connsiteX15" fmla="*/ 1117503 w 1127712"/>
                <a:gd name="connsiteY15" fmla="*/ 392830 h 1127980"/>
                <a:gd name="connsiteX16" fmla="*/ 1119307 w 1127712"/>
                <a:gd name="connsiteY16" fmla="*/ 398603 h 1127980"/>
                <a:gd name="connsiteX17" fmla="*/ 1122699 w 1127712"/>
                <a:gd name="connsiteY17" fmla="*/ 410076 h 1127980"/>
                <a:gd name="connsiteX18" fmla="*/ 1127678 w 1127712"/>
                <a:gd name="connsiteY18" fmla="*/ 458062 h 1127980"/>
                <a:gd name="connsiteX19" fmla="*/ 1105309 w 1127712"/>
                <a:gd name="connsiteY19" fmla="*/ 553022 h 1127980"/>
                <a:gd name="connsiteX20" fmla="*/ 1094052 w 1127712"/>
                <a:gd name="connsiteY20" fmla="*/ 575247 h 1127980"/>
                <a:gd name="connsiteX21" fmla="*/ 1082002 w 1127712"/>
                <a:gd name="connsiteY21" fmla="*/ 596894 h 1127980"/>
                <a:gd name="connsiteX22" fmla="*/ 1056529 w 1127712"/>
                <a:gd name="connsiteY22" fmla="*/ 640190 h 1127980"/>
                <a:gd name="connsiteX23" fmla="*/ 1002627 w 1127712"/>
                <a:gd name="connsiteY23" fmla="*/ 726780 h 1127980"/>
                <a:gd name="connsiteX24" fmla="*/ 767752 w 1127712"/>
                <a:gd name="connsiteY24" fmla="*/ 1082016 h 1127980"/>
                <a:gd name="connsiteX25" fmla="*/ 737517 w 1127712"/>
                <a:gd name="connsiteY25" fmla="*/ 1126393 h 1127980"/>
                <a:gd name="connsiteX26" fmla="*/ 736507 w 1127712"/>
                <a:gd name="connsiteY26" fmla="*/ 1127981 h 1127980"/>
                <a:gd name="connsiteX27" fmla="*/ 734920 w 1127712"/>
                <a:gd name="connsiteY27" fmla="*/ 1126898 h 1127980"/>
                <a:gd name="connsiteX28" fmla="*/ 586129 w 1127712"/>
                <a:gd name="connsiteY28" fmla="*/ 1027175 h 1127980"/>
                <a:gd name="connsiteX29" fmla="*/ 584830 w 1127712"/>
                <a:gd name="connsiteY29" fmla="*/ 1026381 h 1127980"/>
                <a:gd name="connsiteX30" fmla="*/ 585407 w 1127712"/>
                <a:gd name="connsiteY30" fmla="*/ 1024938 h 1127980"/>
                <a:gd name="connsiteX31" fmla="*/ 726694 w 1127712"/>
                <a:gd name="connsiteY31" fmla="*/ 686227 h 1127980"/>
                <a:gd name="connsiteX32" fmla="*/ 764937 w 1127712"/>
                <a:gd name="connsiteY32" fmla="*/ 607285 h 1127980"/>
                <a:gd name="connsiteX33" fmla="*/ 809315 w 1127712"/>
                <a:gd name="connsiteY33" fmla="*/ 533539 h 1127980"/>
                <a:gd name="connsiteX34" fmla="*/ 816531 w 1127712"/>
                <a:gd name="connsiteY34" fmla="*/ 525530 h 1127980"/>
                <a:gd name="connsiteX35" fmla="*/ 820067 w 1127712"/>
                <a:gd name="connsiteY35" fmla="*/ 521489 h 1127980"/>
                <a:gd name="connsiteX36" fmla="*/ 820932 w 1127712"/>
                <a:gd name="connsiteY36" fmla="*/ 520479 h 1127980"/>
                <a:gd name="connsiteX37" fmla="*/ 820932 w 1127712"/>
                <a:gd name="connsiteY37" fmla="*/ 522138 h 1127980"/>
                <a:gd name="connsiteX38" fmla="*/ 820932 w 1127712"/>
                <a:gd name="connsiteY38" fmla="*/ 522138 h 1127980"/>
                <a:gd name="connsiteX39" fmla="*/ 818768 w 1127712"/>
                <a:gd name="connsiteY39" fmla="*/ 521633 h 1127980"/>
                <a:gd name="connsiteX40" fmla="*/ 798058 w 1127712"/>
                <a:gd name="connsiteY40" fmla="*/ 520190 h 1127980"/>
                <a:gd name="connsiteX41" fmla="*/ 756423 w 1127712"/>
                <a:gd name="connsiteY41" fmla="*/ 519180 h 1127980"/>
                <a:gd name="connsiteX42" fmla="*/ 674667 w 1127712"/>
                <a:gd name="connsiteY42" fmla="*/ 517737 h 1127980"/>
                <a:gd name="connsiteX43" fmla="*/ 370231 w 1127712"/>
                <a:gd name="connsiteY43" fmla="*/ 504315 h 1127980"/>
                <a:gd name="connsiteX44" fmla="*/ 233563 w 1127712"/>
                <a:gd name="connsiteY44" fmla="*/ 489018 h 1127980"/>
                <a:gd name="connsiteX45" fmla="*/ 110316 w 1127712"/>
                <a:gd name="connsiteY45" fmla="*/ 462030 h 1127980"/>
                <a:gd name="connsiteX46" fmla="*/ 56341 w 1127712"/>
                <a:gd name="connsiteY46" fmla="*/ 438362 h 1127980"/>
                <a:gd name="connsiteX47" fmla="*/ 20262 w 1127712"/>
                <a:gd name="connsiteY47" fmla="*/ 396222 h 1127980"/>
                <a:gd name="connsiteX48" fmla="*/ 5109 w 1127712"/>
                <a:gd name="connsiteY48" fmla="*/ 345711 h 1127980"/>
                <a:gd name="connsiteX49" fmla="*/ 130 w 1127712"/>
                <a:gd name="connsiteY49" fmla="*/ 296571 h 1127980"/>
                <a:gd name="connsiteX50" fmla="*/ 13335 w 1127712"/>
                <a:gd name="connsiteY50" fmla="*/ 134575 h 1127980"/>
                <a:gd name="connsiteX51" fmla="*/ 34333 w 1127712"/>
                <a:gd name="connsiteY51" fmla="*/ 34347 h 1127980"/>
                <a:gd name="connsiteX52" fmla="*/ 41044 w 1127712"/>
                <a:gd name="connsiteY52" fmla="*/ 8659 h 1127980"/>
                <a:gd name="connsiteX53" fmla="*/ 43642 w 1127712"/>
                <a:gd name="connsiteY53" fmla="*/ 0 h 1127980"/>
                <a:gd name="connsiteX54" fmla="*/ 34983 w 1127712"/>
                <a:gd name="connsiteY54" fmla="*/ 34492 h 1127980"/>
                <a:gd name="connsiteX55" fmla="*/ 14706 w 1127712"/>
                <a:gd name="connsiteY55" fmla="*/ 134792 h 1127980"/>
                <a:gd name="connsiteX56" fmla="*/ 2078 w 1127712"/>
                <a:gd name="connsiteY56" fmla="*/ 296499 h 1127980"/>
                <a:gd name="connsiteX57" fmla="*/ 7130 w 1127712"/>
                <a:gd name="connsiteY57" fmla="*/ 345350 h 1127980"/>
                <a:gd name="connsiteX58" fmla="*/ 22283 w 1127712"/>
                <a:gd name="connsiteY58" fmla="*/ 395212 h 1127980"/>
                <a:gd name="connsiteX59" fmla="*/ 57785 w 1127712"/>
                <a:gd name="connsiteY59" fmla="*/ 436342 h 1127980"/>
                <a:gd name="connsiteX60" fmla="*/ 111326 w 1127712"/>
                <a:gd name="connsiteY60" fmla="*/ 459649 h 1127980"/>
                <a:gd name="connsiteX61" fmla="*/ 234501 w 1127712"/>
                <a:gd name="connsiteY61" fmla="*/ 486492 h 1127980"/>
                <a:gd name="connsiteX62" fmla="*/ 370952 w 1127712"/>
                <a:gd name="connsiteY62" fmla="*/ 501573 h 1127980"/>
                <a:gd name="connsiteX63" fmla="*/ 675172 w 1127712"/>
                <a:gd name="connsiteY63" fmla="*/ 514634 h 1127980"/>
                <a:gd name="connsiteX64" fmla="*/ 757000 w 1127712"/>
                <a:gd name="connsiteY64" fmla="*/ 516005 h 1127980"/>
                <a:gd name="connsiteX65" fmla="*/ 798708 w 1127712"/>
                <a:gd name="connsiteY65" fmla="*/ 517015 h 1127980"/>
                <a:gd name="connsiteX66" fmla="*/ 819850 w 1127712"/>
                <a:gd name="connsiteY66" fmla="*/ 518458 h 1127980"/>
                <a:gd name="connsiteX67" fmla="*/ 822809 w 1127712"/>
                <a:gd name="connsiteY67" fmla="*/ 519180 h 1127980"/>
                <a:gd name="connsiteX68" fmla="*/ 824107 w 1127712"/>
                <a:gd name="connsiteY68" fmla="*/ 520190 h 1127980"/>
                <a:gd name="connsiteX69" fmla="*/ 823747 w 1127712"/>
                <a:gd name="connsiteY69" fmla="*/ 522932 h 1127980"/>
                <a:gd name="connsiteX70" fmla="*/ 822881 w 1127712"/>
                <a:gd name="connsiteY70" fmla="*/ 523942 h 1127980"/>
                <a:gd name="connsiteX71" fmla="*/ 819417 w 1127712"/>
                <a:gd name="connsiteY71" fmla="*/ 527839 h 1127980"/>
                <a:gd name="connsiteX72" fmla="*/ 812201 w 1127712"/>
                <a:gd name="connsiteY72" fmla="*/ 535704 h 1127980"/>
                <a:gd name="connsiteX73" fmla="*/ 768185 w 1127712"/>
                <a:gd name="connsiteY73" fmla="*/ 608873 h 1127980"/>
                <a:gd name="connsiteX74" fmla="*/ 730157 w 1127712"/>
                <a:gd name="connsiteY74" fmla="*/ 687670 h 1127980"/>
                <a:gd name="connsiteX75" fmla="*/ 589015 w 1127712"/>
                <a:gd name="connsiteY75" fmla="*/ 1026309 h 1127980"/>
                <a:gd name="connsiteX76" fmla="*/ 588294 w 1127712"/>
                <a:gd name="connsiteY76" fmla="*/ 1024072 h 1127980"/>
                <a:gd name="connsiteX77" fmla="*/ 737157 w 1127712"/>
                <a:gd name="connsiteY77" fmla="*/ 1123795 h 1127980"/>
                <a:gd name="connsiteX78" fmla="*/ 734559 w 1127712"/>
                <a:gd name="connsiteY78" fmla="*/ 1124300 h 1127980"/>
                <a:gd name="connsiteX79" fmla="*/ 764793 w 1127712"/>
                <a:gd name="connsiteY79" fmla="*/ 1079923 h 1127980"/>
                <a:gd name="connsiteX80" fmla="*/ 999669 w 1127712"/>
                <a:gd name="connsiteY80" fmla="*/ 724831 h 1127980"/>
                <a:gd name="connsiteX81" fmla="*/ 1053571 w 1127712"/>
                <a:gd name="connsiteY81" fmla="*/ 638241 h 1127980"/>
                <a:gd name="connsiteX82" fmla="*/ 1079043 w 1127712"/>
                <a:gd name="connsiteY82" fmla="*/ 594946 h 1127980"/>
                <a:gd name="connsiteX83" fmla="*/ 1091021 w 1127712"/>
                <a:gd name="connsiteY83" fmla="*/ 573299 h 1127980"/>
                <a:gd name="connsiteX84" fmla="*/ 1102206 w 1127712"/>
                <a:gd name="connsiteY84" fmla="*/ 551651 h 1127980"/>
                <a:gd name="connsiteX85" fmla="*/ 1124286 w 1127712"/>
                <a:gd name="connsiteY85" fmla="*/ 457845 h 1127980"/>
                <a:gd name="connsiteX86" fmla="*/ 1119524 w 1127712"/>
                <a:gd name="connsiteY86" fmla="*/ 410798 h 1127980"/>
                <a:gd name="connsiteX87" fmla="*/ 1116132 w 1127712"/>
                <a:gd name="connsiteY87" fmla="*/ 399541 h 1127980"/>
                <a:gd name="connsiteX88" fmla="*/ 1114401 w 1127712"/>
                <a:gd name="connsiteY88" fmla="*/ 393913 h 1127980"/>
                <a:gd name="connsiteX89" fmla="*/ 1112092 w 1127712"/>
                <a:gd name="connsiteY89" fmla="*/ 388573 h 1127980"/>
                <a:gd name="connsiteX90" fmla="*/ 1107257 w 1127712"/>
                <a:gd name="connsiteY90" fmla="*/ 378038 h 1127980"/>
                <a:gd name="connsiteX91" fmla="*/ 1101196 w 1127712"/>
                <a:gd name="connsiteY91" fmla="*/ 368080 h 1127980"/>
                <a:gd name="connsiteX92" fmla="*/ 1028604 w 1127712"/>
                <a:gd name="connsiteY92" fmla="*/ 315693 h 1127980"/>
                <a:gd name="connsiteX93" fmla="*/ 942808 w 1127712"/>
                <a:gd name="connsiteY93" fmla="*/ 289211 h 1127980"/>
                <a:gd name="connsiteX94" fmla="*/ 778287 w 1127712"/>
                <a:gd name="connsiteY94" fmla="*/ 242741 h 1127980"/>
                <a:gd name="connsiteX95" fmla="*/ 486189 w 1127712"/>
                <a:gd name="connsiteY95" fmla="*/ 163800 h 1127980"/>
                <a:gd name="connsiteX96" fmla="*/ 485540 w 1127712"/>
                <a:gd name="connsiteY96" fmla="*/ 163800 h 1127980"/>
                <a:gd name="connsiteX97" fmla="*/ 485540 w 1127712"/>
                <a:gd name="connsiteY97" fmla="*/ 163150 h 1127980"/>
                <a:gd name="connsiteX98" fmla="*/ 428607 w 1127712"/>
                <a:gd name="connsiteY98" fmla="*/ 11617 h 1127980"/>
                <a:gd name="connsiteX99" fmla="*/ 429617 w 1127712"/>
                <a:gd name="connsiteY99" fmla="*/ 12339 h 1127980"/>
                <a:gd name="connsiteX100" fmla="*/ 145241 w 1127712"/>
                <a:gd name="connsiteY100" fmla="*/ 3464 h 1127980"/>
                <a:gd name="connsiteX101" fmla="*/ 69691 w 1127712"/>
                <a:gd name="connsiteY101" fmla="*/ 938 h 1127980"/>
                <a:gd name="connsiteX102" fmla="*/ 50208 w 1127712"/>
                <a:gd name="connsiteY102" fmla="*/ 289 h 1127980"/>
                <a:gd name="connsiteX103" fmla="*/ 43425 w 1127712"/>
                <a:gd name="connsiteY103" fmla="*/ 216 h 112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1127712" h="1127980">
                  <a:moveTo>
                    <a:pt x="43425" y="216"/>
                  </a:moveTo>
                  <a:lnTo>
                    <a:pt x="49847" y="216"/>
                  </a:lnTo>
                  <a:lnTo>
                    <a:pt x="69186" y="722"/>
                  </a:lnTo>
                  <a:lnTo>
                    <a:pt x="144519" y="2598"/>
                  </a:lnTo>
                  <a:lnTo>
                    <a:pt x="429545" y="10391"/>
                  </a:lnTo>
                  <a:lnTo>
                    <a:pt x="430267" y="10391"/>
                  </a:lnTo>
                  <a:lnTo>
                    <a:pt x="430267" y="11112"/>
                  </a:lnTo>
                  <a:cubicBezTo>
                    <a:pt x="447440" y="56500"/>
                    <a:pt x="466779" y="107516"/>
                    <a:pt x="487560" y="162212"/>
                  </a:cubicBezTo>
                  <a:lnTo>
                    <a:pt x="486694" y="161491"/>
                  </a:lnTo>
                  <a:cubicBezTo>
                    <a:pt x="575016" y="184726"/>
                    <a:pt x="673008" y="210847"/>
                    <a:pt x="779008" y="239927"/>
                  </a:cubicBezTo>
                  <a:cubicBezTo>
                    <a:pt x="831972" y="254358"/>
                    <a:pt x="887246" y="269728"/>
                    <a:pt x="943602" y="286180"/>
                  </a:cubicBezTo>
                  <a:cubicBezTo>
                    <a:pt x="971888" y="294551"/>
                    <a:pt x="1000679" y="302849"/>
                    <a:pt x="1029542" y="312662"/>
                  </a:cubicBezTo>
                  <a:cubicBezTo>
                    <a:pt x="1059813" y="321394"/>
                    <a:pt x="1086115" y="340371"/>
                    <a:pt x="1103938" y="366348"/>
                  </a:cubicBezTo>
                  <a:lnTo>
                    <a:pt x="1110144" y="376523"/>
                  </a:lnTo>
                  <a:cubicBezTo>
                    <a:pt x="1111948" y="380059"/>
                    <a:pt x="1113463" y="383738"/>
                    <a:pt x="1115123" y="387346"/>
                  </a:cubicBezTo>
                  <a:cubicBezTo>
                    <a:pt x="1115916" y="389223"/>
                    <a:pt x="1116782" y="391027"/>
                    <a:pt x="1117503" y="392830"/>
                  </a:cubicBezTo>
                  <a:lnTo>
                    <a:pt x="1119307" y="398603"/>
                  </a:lnTo>
                  <a:cubicBezTo>
                    <a:pt x="1120390" y="402427"/>
                    <a:pt x="1121905" y="406180"/>
                    <a:pt x="1122699" y="410076"/>
                  </a:cubicBezTo>
                  <a:cubicBezTo>
                    <a:pt x="1126307" y="425807"/>
                    <a:pt x="1127981" y="441920"/>
                    <a:pt x="1127678" y="458062"/>
                  </a:cubicBezTo>
                  <a:cubicBezTo>
                    <a:pt x="1126559" y="490879"/>
                    <a:pt x="1118961" y="523156"/>
                    <a:pt x="1105309" y="553022"/>
                  </a:cubicBezTo>
                  <a:cubicBezTo>
                    <a:pt x="1102062" y="560743"/>
                    <a:pt x="1098093" y="567815"/>
                    <a:pt x="1094052" y="575247"/>
                  </a:cubicBezTo>
                  <a:cubicBezTo>
                    <a:pt x="1090011" y="582679"/>
                    <a:pt x="1086187" y="589679"/>
                    <a:pt x="1082002" y="596894"/>
                  </a:cubicBezTo>
                  <a:cubicBezTo>
                    <a:pt x="1073848" y="611326"/>
                    <a:pt x="1065261" y="625758"/>
                    <a:pt x="1056529" y="640190"/>
                  </a:cubicBezTo>
                  <a:cubicBezTo>
                    <a:pt x="1039118" y="669053"/>
                    <a:pt x="1021151" y="697916"/>
                    <a:pt x="1002627" y="726780"/>
                  </a:cubicBezTo>
                  <a:cubicBezTo>
                    <a:pt x="928809" y="842233"/>
                    <a:pt x="849724" y="961006"/>
                    <a:pt x="767752" y="1082016"/>
                  </a:cubicBezTo>
                  <a:lnTo>
                    <a:pt x="737517" y="1126393"/>
                  </a:lnTo>
                  <a:lnTo>
                    <a:pt x="736507" y="1127981"/>
                  </a:lnTo>
                  <a:lnTo>
                    <a:pt x="734920" y="1126898"/>
                  </a:lnTo>
                  <a:lnTo>
                    <a:pt x="586129" y="1027175"/>
                  </a:lnTo>
                  <a:lnTo>
                    <a:pt x="584830" y="1026381"/>
                  </a:lnTo>
                  <a:lnTo>
                    <a:pt x="585407" y="1024938"/>
                  </a:lnTo>
                  <a:cubicBezTo>
                    <a:pt x="632815" y="907969"/>
                    <a:pt x="677698" y="793670"/>
                    <a:pt x="726694" y="686227"/>
                  </a:cubicBezTo>
                  <a:cubicBezTo>
                    <a:pt x="739032" y="659384"/>
                    <a:pt x="751516" y="632901"/>
                    <a:pt x="764937" y="607285"/>
                  </a:cubicBezTo>
                  <a:cubicBezTo>
                    <a:pt x="777724" y="581546"/>
                    <a:pt x="792560" y="556890"/>
                    <a:pt x="809315" y="533539"/>
                  </a:cubicBezTo>
                  <a:lnTo>
                    <a:pt x="816531" y="525530"/>
                  </a:lnTo>
                  <a:lnTo>
                    <a:pt x="820067" y="521489"/>
                  </a:lnTo>
                  <a:lnTo>
                    <a:pt x="820932" y="520479"/>
                  </a:lnTo>
                  <a:cubicBezTo>
                    <a:pt x="820932" y="520479"/>
                    <a:pt x="820139" y="521128"/>
                    <a:pt x="820932" y="522138"/>
                  </a:cubicBezTo>
                  <a:cubicBezTo>
                    <a:pt x="821726" y="523149"/>
                    <a:pt x="820932" y="522138"/>
                    <a:pt x="820932" y="522138"/>
                  </a:cubicBezTo>
                  <a:lnTo>
                    <a:pt x="818768" y="521633"/>
                  </a:lnTo>
                  <a:cubicBezTo>
                    <a:pt x="812057" y="520695"/>
                    <a:pt x="804985" y="520551"/>
                    <a:pt x="798058" y="520190"/>
                  </a:cubicBezTo>
                  <a:cubicBezTo>
                    <a:pt x="784131" y="519685"/>
                    <a:pt x="770205" y="519396"/>
                    <a:pt x="756423" y="519180"/>
                  </a:cubicBezTo>
                  <a:lnTo>
                    <a:pt x="674667" y="517737"/>
                  </a:lnTo>
                  <a:cubicBezTo>
                    <a:pt x="567007" y="515716"/>
                    <a:pt x="465047" y="512036"/>
                    <a:pt x="370231" y="504315"/>
                  </a:cubicBezTo>
                  <a:cubicBezTo>
                    <a:pt x="322750" y="500419"/>
                    <a:pt x="277146" y="495584"/>
                    <a:pt x="233563" y="489018"/>
                  </a:cubicBezTo>
                  <a:cubicBezTo>
                    <a:pt x="191841" y="483245"/>
                    <a:pt x="150631" y="474218"/>
                    <a:pt x="110316" y="462030"/>
                  </a:cubicBezTo>
                  <a:cubicBezTo>
                    <a:pt x="91461" y="456272"/>
                    <a:pt x="73349" y="448335"/>
                    <a:pt x="56341" y="438362"/>
                  </a:cubicBezTo>
                  <a:cubicBezTo>
                    <a:pt x="40459" y="428138"/>
                    <a:pt x="27918" y="413489"/>
                    <a:pt x="20262" y="396222"/>
                  </a:cubicBezTo>
                  <a:cubicBezTo>
                    <a:pt x="12989" y="380138"/>
                    <a:pt x="7887" y="363144"/>
                    <a:pt x="5109" y="345711"/>
                  </a:cubicBezTo>
                  <a:cubicBezTo>
                    <a:pt x="2280" y="329468"/>
                    <a:pt x="613" y="313052"/>
                    <a:pt x="130" y="296571"/>
                  </a:cubicBezTo>
                  <a:cubicBezTo>
                    <a:pt x="-837" y="242272"/>
                    <a:pt x="3587" y="188001"/>
                    <a:pt x="13335" y="134575"/>
                  </a:cubicBezTo>
                  <a:cubicBezTo>
                    <a:pt x="20551" y="90631"/>
                    <a:pt x="28777" y="57005"/>
                    <a:pt x="34333" y="34347"/>
                  </a:cubicBezTo>
                  <a:cubicBezTo>
                    <a:pt x="37147" y="23019"/>
                    <a:pt x="39456" y="14432"/>
                    <a:pt x="41044" y="8659"/>
                  </a:cubicBezTo>
                  <a:cubicBezTo>
                    <a:pt x="42631" y="2886"/>
                    <a:pt x="43642" y="0"/>
                    <a:pt x="43642" y="0"/>
                  </a:cubicBezTo>
                  <a:cubicBezTo>
                    <a:pt x="43064" y="2309"/>
                    <a:pt x="40539" y="12483"/>
                    <a:pt x="34983" y="34492"/>
                  </a:cubicBezTo>
                  <a:cubicBezTo>
                    <a:pt x="29426" y="56500"/>
                    <a:pt x="21994" y="90847"/>
                    <a:pt x="14706" y="134792"/>
                  </a:cubicBezTo>
                  <a:cubicBezTo>
                    <a:pt x="5224" y="188153"/>
                    <a:pt x="996" y="242315"/>
                    <a:pt x="2078" y="296499"/>
                  </a:cubicBezTo>
                  <a:cubicBezTo>
                    <a:pt x="2627" y="312879"/>
                    <a:pt x="4315" y="329201"/>
                    <a:pt x="7130" y="345350"/>
                  </a:cubicBezTo>
                  <a:cubicBezTo>
                    <a:pt x="9951" y="362567"/>
                    <a:pt x="15045" y="379337"/>
                    <a:pt x="22283" y="395212"/>
                  </a:cubicBezTo>
                  <a:cubicBezTo>
                    <a:pt x="29831" y="412104"/>
                    <a:pt x="42177" y="426406"/>
                    <a:pt x="57785" y="436342"/>
                  </a:cubicBezTo>
                  <a:cubicBezTo>
                    <a:pt x="74670" y="446163"/>
                    <a:pt x="92637" y="453985"/>
                    <a:pt x="111326" y="459649"/>
                  </a:cubicBezTo>
                  <a:cubicBezTo>
                    <a:pt x="151612" y="471822"/>
                    <a:pt x="192800" y="480792"/>
                    <a:pt x="234501" y="486492"/>
                  </a:cubicBezTo>
                  <a:cubicBezTo>
                    <a:pt x="277796" y="492986"/>
                    <a:pt x="323544" y="497749"/>
                    <a:pt x="370952" y="501573"/>
                  </a:cubicBezTo>
                  <a:cubicBezTo>
                    <a:pt x="465696" y="508789"/>
                    <a:pt x="567584" y="512686"/>
                    <a:pt x="675172" y="514634"/>
                  </a:cubicBezTo>
                  <a:lnTo>
                    <a:pt x="757000" y="516005"/>
                  </a:lnTo>
                  <a:cubicBezTo>
                    <a:pt x="770782" y="516005"/>
                    <a:pt x="784709" y="516510"/>
                    <a:pt x="798708" y="517015"/>
                  </a:cubicBezTo>
                  <a:cubicBezTo>
                    <a:pt x="805923" y="517015"/>
                    <a:pt x="812634" y="517448"/>
                    <a:pt x="819850" y="518458"/>
                  </a:cubicBezTo>
                  <a:cubicBezTo>
                    <a:pt x="820860" y="518588"/>
                    <a:pt x="821856" y="518826"/>
                    <a:pt x="822809" y="519180"/>
                  </a:cubicBezTo>
                  <a:cubicBezTo>
                    <a:pt x="823321" y="519403"/>
                    <a:pt x="823768" y="519750"/>
                    <a:pt x="824107" y="520190"/>
                  </a:cubicBezTo>
                  <a:cubicBezTo>
                    <a:pt x="824663" y="521070"/>
                    <a:pt x="824511" y="522225"/>
                    <a:pt x="823747" y="522932"/>
                  </a:cubicBezTo>
                  <a:lnTo>
                    <a:pt x="822881" y="523942"/>
                  </a:lnTo>
                  <a:lnTo>
                    <a:pt x="819417" y="527839"/>
                  </a:lnTo>
                  <a:lnTo>
                    <a:pt x="812201" y="535704"/>
                  </a:lnTo>
                  <a:cubicBezTo>
                    <a:pt x="795612" y="558889"/>
                    <a:pt x="780892" y="583358"/>
                    <a:pt x="768185" y="608873"/>
                  </a:cubicBezTo>
                  <a:cubicBezTo>
                    <a:pt x="754907" y="634489"/>
                    <a:pt x="742424" y="660899"/>
                    <a:pt x="730157" y="687670"/>
                  </a:cubicBezTo>
                  <a:cubicBezTo>
                    <a:pt x="681234" y="795041"/>
                    <a:pt x="636351" y="909340"/>
                    <a:pt x="589015" y="1026309"/>
                  </a:cubicBezTo>
                  <a:lnTo>
                    <a:pt x="588294" y="1024072"/>
                  </a:lnTo>
                  <a:lnTo>
                    <a:pt x="737157" y="1123795"/>
                  </a:lnTo>
                  <a:lnTo>
                    <a:pt x="734559" y="1124300"/>
                  </a:lnTo>
                  <a:lnTo>
                    <a:pt x="764793" y="1079923"/>
                  </a:lnTo>
                  <a:cubicBezTo>
                    <a:pt x="846693" y="958913"/>
                    <a:pt x="925851" y="840501"/>
                    <a:pt x="999669" y="724831"/>
                  </a:cubicBezTo>
                  <a:cubicBezTo>
                    <a:pt x="1018142" y="695968"/>
                    <a:pt x="1036181" y="667105"/>
                    <a:pt x="1053571" y="638241"/>
                  </a:cubicBezTo>
                  <a:cubicBezTo>
                    <a:pt x="1062303" y="623810"/>
                    <a:pt x="1070889" y="609378"/>
                    <a:pt x="1079043" y="594946"/>
                  </a:cubicBezTo>
                  <a:cubicBezTo>
                    <a:pt x="1083156" y="587730"/>
                    <a:pt x="1087341" y="580515"/>
                    <a:pt x="1091021" y="573299"/>
                  </a:cubicBezTo>
                  <a:cubicBezTo>
                    <a:pt x="1094702" y="566083"/>
                    <a:pt x="1099031" y="558867"/>
                    <a:pt x="1102206" y="551651"/>
                  </a:cubicBezTo>
                  <a:cubicBezTo>
                    <a:pt x="1115692" y="522153"/>
                    <a:pt x="1123197" y="490266"/>
                    <a:pt x="1124286" y="457845"/>
                  </a:cubicBezTo>
                  <a:cubicBezTo>
                    <a:pt x="1124597" y="442028"/>
                    <a:pt x="1123002" y="426233"/>
                    <a:pt x="1119524" y="410798"/>
                  </a:cubicBezTo>
                  <a:cubicBezTo>
                    <a:pt x="1118658" y="406901"/>
                    <a:pt x="1117215" y="403582"/>
                    <a:pt x="1116132" y="399541"/>
                  </a:cubicBezTo>
                  <a:lnTo>
                    <a:pt x="1114401" y="393913"/>
                  </a:lnTo>
                  <a:cubicBezTo>
                    <a:pt x="1113679" y="392109"/>
                    <a:pt x="1112813" y="390377"/>
                    <a:pt x="1112092" y="388573"/>
                  </a:cubicBezTo>
                  <a:cubicBezTo>
                    <a:pt x="1110432" y="385037"/>
                    <a:pt x="1109061" y="381357"/>
                    <a:pt x="1107257" y="378038"/>
                  </a:cubicBezTo>
                  <a:lnTo>
                    <a:pt x="1101196" y="368080"/>
                  </a:lnTo>
                  <a:cubicBezTo>
                    <a:pt x="1083820" y="342716"/>
                    <a:pt x="1058153" y="324193"/>
                    <a:pt x="1028604" y="315693"/>
                  </a:cubicBezTo>
                  <a:cubicBezTo>
                    <a:pt x="999741" y="305952"/>
                    <a:pt x="970877" y="297581"/>
                    <a:pt x="942808" y="289211"/>
                  </a:cubicBezTo>
                  <a:cubicBezTo>
                    <a:pt x="886236" y="272687"/>
                    <a:pt x="831251" y="257389"/>
                    <a:pt x="778287" y="242741"/>
                  </a:cubicBezTo>
                  <a:cubicBezTo>
                    <a:pt x="672358" y="213517"/>
                    <a:pt x="574439" y="187251"/>
                    <a:pt x="486189" y="163800"/>
                  </a:cubicBezTo>
                  <a:lnTo>
                    <a:pt x="485540" y="163800"/>
                  </a:lnTo>
                  <a:lnTo>
                    <a:pt x="485540" y="163150"/>
                  </a:lnTo>
                  <a:cubicBezTo>
                    <a:pt x="464975" y="108382"/>
                    <a:pt x="445781" y="57366"/>
                    <a:pt x="428607" y="11617"/>
                  </a:cubicBezTo>
                  <a:lnTo>
                    <a:pt x="429617" y="12339"/>
                  </a:lnTo>
                  <a:lnTo>
                    <a:pt x="145241" y="3464"/>
                  </a:lnTo>
                  <a:lnTo>
                    <a:pt x="69691" y="938"/>
                  </a:lnTo>
                  <a:lnTo>
                    <a:pt x="50208" y="289"/>
                  </a:lnTo>
                  <a:cubicBezTo>
                    <a:pt x="45662" y="216"/>
                    <a:pt x="43425" y="216"/>
                    <a:pt x="43425" y="216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>
              <a:extLst>
                <a:ext uri="{FF2B5EF4-FFF2-40B4-BE49-F238E27FC236}">
                  <a16:creationId xmlns:a16="http://schemas.microsoft.com/office/drawing/2014/main" id="{7A31938E-0EED-23D5-0E1D-F9764BEEDD0C}"/>
                </a:ext>
              </a:extLst>
            </p:cNvPr>
            <p:cNvSpPr/>
            <p:nvPr/>
          </p:nvSpPr>
          <p:spPr>
            <a:xfrm>
              <a:off x="7276018" y="9040833"/>
              <a:ext cx="178374" cy="239268"/>
            </a:xfrm>
            <a:custGeom>
              <a:avLst/>
              <a:gdLst>
                <a:gd name="connsiteX0" fmla="*/ 49154 w 178374"/>
                <a:gd name="connsiteY0" fmla="*/ 200952 h 239268"/>
                <a:gd name="connsiteX1" fmla="*/ 18197 w 178374"/>
                <a:gd name="connsiteY1" fmla="*/ 148565 h 239268"/>
                <a:gd name="connsiteX2" fmla="*/ 15095 w 178374"/>
                <a:gd name="connsiteY2" fmla="*/ 110105 h 239268"/>
                <a:gd name="connsiteX3" fmla="*/ 2467 w 178374"/>
                <a:gd name="connsiteY3" fmla="*/ 80448 h 239268"/>
                <a:gd name="connsiteX4" fmla="*/ 35227 w 178374"/>
                <a:gd name="connsiteY4" fmla="*/ 89612 h 239268"/>
                <a:gd name="connsiteX5" fmla="*/ 44391 w 178374"/>
                <a:gd name="connsiteY5" fmla="*/ 100941 h 239268"/>
                <a:gd name="connsiteX6" fmla="*/ 41793 w 178374"/>
                <a:gd name="connsiteY6" fmla="*/ 33256 h 239268"/>
                <a:gd name="connsiteX7" fmla="*/ 17332 w 178374"/>
                <a:gd name="connsiteY7" fmla="*/ 20123 h 239268"/>
                <a:gd name="connsiteX8" fmla="*/ 38258 w 178374"/>
                <a:gd name="connsiteY8" fmla="*/ 63 h 239268"/>
                <a:gd name="connsiteX9" fmla="*/ 74337 w 178374"/>
                <a:gd name="connsiteY9" fmla="*/ 17958 h 239268"/>
                <a:gd name="connsiteX10" fmla="*/ 80037 w 178374"/>
                <a:gd name="connsiteY10" fmla="*/ 51440 h 239268"/>
                <a:gd name="connsiteX11" fmla="*/ 130548 w 178374"/>
                <a:gd name="connsiteY11" fmla="*/ 73953 h 239268"/>
                <a:gd name="connsiteX12" fmla="*/ 157824 w 178374"/>
                <a:gd name="connsiteY12" fmla="*/ 95601 h 239268"/>
                <a:gd name="connsiteX13" fmla="*/ 178029 w 178374"/>
                <a:gd name="connsiteY13" fmla="*/ 128794 h 239268"/>
                <a:gd name="connsiteX14" fmla="*/ 153567 w 178374"/>
                <a:gd name="connsiteY14" fmla="*/ 210044 h 239268"/>
                <a:gd name="connsiteX15" fmla="*/ 148299 w 178374"/>
                <a:gd name="connsiteY15" fmla="*/ 230537 h 239268"/>
                <a:gd name="connsiteX16" fmla="*/ 74048 w 178374"/>
                <a:gd name="connsiteY16" fmla="*/ 239268 h 239268"/>
                <a:gd name="connsiteX17" fmla="*/ 46772 w 178374"/>
                <a:gd name="connsiteY17" fmla="*/ 211776 h 239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374" h="239268">
                  <a:moveTo>
                    <a:pt x="49154" y="200952"/>
                  </a:moveTo>
                  <a:cubicBezTo>
                    <a:pt x="49154" y="200952"/>
                    <a:pt x="16826" y="173460"/>
                    <a:pt x="18197" y="148565"/>
                  </a:cubicBezTo>
                  <a:cubicBezTo>
                    <a:pt x="19568" y="123670"/>
                    <a:pt x="21228" y="120207"/>
                    <a:pt x="15095" y="110105"/>
                  </a:cubicBezTo>
                  <a:cubicBezTo>
                    <a:pt x="8961" y="100003"/>
                    <a:pt x="-5831" y="82179"/>
                    <a:pt x="2467" y="80448"/>
                  </a:cubicBezTo>
                  <a:cubicBezTo>
                    <a:pt x="10765" y="78716"/>
                    <a:pt x="24114" y="73881"/>
                    <a:pt x="35227" y="89612"/>
                  </a:cubicBezTo>
                  <a:lnTo>
                    <a:pt x="44391" y="100941"/>
                  </a:lnTo>
                  <a:lnTo>
                    <a:pt x="41793" y="33256"/>
                  </a:lnTo>
                  <a:cubicBezTo>
                    <a:pt x="41793" y="33256"/>
                    <a:pt x="16393" y="29359"/>
                    <a:pt x="17332" y="20123"/>
                  </a:cubicBezTo>
                  <a:cubicBezTo>
                    <a:pt x="18746" y="9357"/>
                    <a:pt x="27441" y="1023"/>
                    <a:pt x="38258" y="63"/>
                  </a:cubicBezTo>
                  <a:cubicBezTo>
                    <a:pt x="50525" y="-1236"/>
                    <a:pt x="74337" y="17958"/>
                    <a:pt x="74337" y="17958"/>
                  </a:cubicBezTo>
                  <a:lnTo>
                    <a:pt x="80037" y="51440"/>
                  </a:lnTo>
                  <a:cubicBezTo>
                    <a:pt x="80037" y="51440"/>
                    <a:pt x="125136" y="44729"/>
                    <a:pt x="130548" y="73953"/>
                  </a:cubicBezTo>
                  <a:cubicBezTo>
                    <a:pt x="130548" y="73953"/>
                    <a:pt x="159412" y="76840"/>
                    <a:pt x="157824" y="95601"/>
                  </a:cubicBezTo>
                  <a:cubicBezTo>
                    <a:pt x="157824" y="95601"/>
                    <a:pt x="181492" y="100363"/>
                    <a:pt x="178029" y="128794"/>
                  </a:cubicBezTo>
                  <a:cubicBezTo>
                    <a:pt x="174471" y="157051"/>
                    <a:pt x="166202" y="184522"/>
                    <a:pt x="153567" y="210044"/>
                  </a:cubicBezTo>
                  <a:cubicBezTo>
                    <a:pt x="143104" y="228805"/>
                    <a:pt x="148299" y="230537"/>
                    <a:pt x="148299" y="230537"/>
                  </a:cubicBezTo>
                  <a:lnTo>
                    <a:pt x="74048" y="239268"/>
                  </a:lnTo>
                  <a:lnTo>
                    <a:pt x="46772" y="211776"/>
                  </a:lnTo>
                  <a:close/>
                </a:path>
              </a:pathLst>
            </a:custGeom>
            <a:solidFill>
              <a:srgbClr val="FFBF9D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>
              <a:extLst>
                <a:ext uri="{FF2B5EF4-FFF2-40B4-BE49-F238E27FC236}">
                  <a16:creationId xmlns:a16="http://schemas.microsoft.com/office/drawing/2014/main" id="{16A2062C-0959-6E36-5E65-5E5660037891}"/>
                </a:ext>
              </a:extLst>
            </p:cNvPr>
            <p:cNvSpPr/>
            <p:nvPr/>
          </p:nvSpPr>
          <p:spPr>
            <a:xfrm>
              <a:off x="7319128" y="9097179"/>
              <a:ext cx="90180" cy="69031"/>
            </a:xfrm>
            <a:custGeom>
              <a:avLst/>
              <a:gdLst>
                <a:gd name="connsiteX0" fmla="*/ 90181 w 90180"/>
                <a:gd name="connsiteY0" fmla="*/ 17895 h 69031"/>
                <a:gd name="connsiteX1" fmla="*/ 65214 w 90180"/>
                <a:gd name="connsiteY1" fmla="*/ 25111 h 69031"/>
                <a:gd name="connsiteX2" fmla="*/ 44504 w 90180"/>
                <a:gd name="connsiteY2" fmla="*/ 44522 h 69031"/>
                <a:gd name="connsiteX3" fmla="*/ 34330 w 90180"/>
                <a:gd name="connsiteY3" fmla="*/ 57799 h 69031"/>
                <a:gd name="connsiteX4" fmla="*/ 18455 w 90180"/>
                <a:gd name="connsiteY4" fmla="*/ 68695 h 69031"/>
                <a:gd name="connsiteX5" fmla="*/ 8137 w 90180"/>
                <a:gd name="connsiteY5" fmla="*/ 67396 h 69031"/>
                <a:gd name="connsiteX6" fmla="*/ 1498 w 90180"/>
                <a:gd name="connsiteY6" fmla="*/ 59675 h 69031"/>
                <a:gd name="connsiteX7" fmla="*/ 848 w 90180"/>
                <a:gd name="connsiteY7" fmla="*/ 41780 h 69031"/>
                <a:gd name="connsiteX8" fmla="*/ 11672 w 90180"/>
                <a:gd name="connsiteY8" fmla="*/ 14359 h 69031"/>
                <a:gd name="connsiteX9" fmla="*/ 27114 w 90180"/>
                <a:gd name="connsiteY9" fmla="*/ 1804 h 69031"/>
                <a:gd name="connsiteX10" fmla="*/ 34330 w 90180"/>
                <a:gd name="connsiteY10" fmla="*/ 0 h 69031"/>
                <a:gd name="connsiteX11" fmla="*/ 27908 w 90180"/>
                <a:gd name="connsiteY11" fmla="*/ 3103 h 69031"/>
                <a:gd name="connsiteX12" fmla="*/ 13981 w 90180"/>
                <a:gd name="connsiteY12" fmla="*/ 15947 h 69031"/>
                <a:gd name="connsiteX13" fmla="*/ 4456 w 90180"/>
                <a:gd name="connsiteY13" fmla="*/ 42357 h 69031"/>
                <a:gd name="connsiteX14" fmla="*/ 5034 w 90180"/>
                <a:gd name="connsiteY14" fmla="*/ 58376 h 69031"/>
                <a:gd name="connsiteX15" fmla="*/ 17878 w 90180"/>
                <a:gd name="connsiteY15" fmla="*/ 65015 h 69031"/>
                <a:gd name="connsiteX16" fmla="*/ 31660 w 90180"/>
                <a:gd name="connsiteY16" fmla="*/ 55418 h 69031"/>
                <a:gd name="connsiteX17" fmla="*/ 42340 w 90180"/>
                <a:gd name="connsiteY17" fmla="*/ 41996 h 69031"/>
                <a:gd name="connsiteX18" fmla="*/ 64420 w 90180"/>
                <a:gd name="connsiteY18" fmla="*/ 22513 h 69031"/>
                <a:gd name="connsiteX19" fmla="*/ 83470 w 90180"/>
                <a:gd name="connsiteY19" fmla="*/ 16957 h 69031"/>
                <a:gd name="connsiteX20" fmla="*/ 90181 w 90180"/>
                <a:gd name="connsiteY20" fmla="*/ 17895 h 69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180" h="69031">
                  <a:moveTo>
                    <a:pt x="90181" y="17895"/>
                  </a:moveTo>
                  <a:cubicBezTo>
                    <a:pt x="81356" y="17996"/>
                    <a:pt x="72733" y="20493"/>
                    <a:pt x="65214" y="25111"/>
                  </a:cubicBezTo>
                  <a:cubicBezTo>
                    <a:pt x="57255" y="30357"/>
                    <a:pt x="50255" y="36923"/>
                    <a:pt x="44504" y="44522"/>
                  </a:cubicBezTo>
                  <a:lnTo>
                    <a:pt x="34330" y="57799"/>
                  </a:lnTo>
                  <a:cubicBezTo>
                    <a:pt x="30498" y="63204"/>
                    <a:pt x="24877" y="67064"/>
                    <a:pt x="18455" y="68695"/>
                  </a:cubicBezTo>
                  <a:cubicBezTo>
                    <a:pt x="14970" y="69424"/>
                    <a:pt x="11333" y="68962"/>
                    <a:pt x="8137" y="67396"/>
                  </a:cubicBezTo>
                  <a:cubicBezTo>
                    <a:pt x="5027" y="65758"/>
                    <a:pt x="2652" y="63002"/>
                    <a:pt x="1498" y="59675"/>
                  </a:cubicBezTo>
                  <a:cubicBezTo>
                    <a:pt x="-248" y="53866"/>
                    <a:pt x="-472" y="47704"/>
                    <a:pt x="848" y="41780"/>
                  </a:cubicBezTo>
                  <a:cubicBezTo>
                    <a:pt x="2176" y="31894"/>
                    <a:pt x="5893" y="22485"/>
                    <a:pt x="11672" y="14359"/>
                  </a:cubicBezTo>
                  <a:cubicBezTo>
                    <a:pt x="15677" y="8933"/>
                    <a:pt x="20988" y="4618"/>
                    <a:pt x="27114" y="1804"/>
                  </a:cubicBezTo>
                  <a:cubicBezTo>
                    <a:pt x="29337" y="621"/>
                    <a:pt x="31812" y="7"/>
                    <a:pt x="34330" y="0"/>
                  </a:cubicBezTo>
                  <a:cubicBezTo>
                    <a:pt x="34330" y="0"/>
                    <a:pt x="31877" y="938"/>
                    <a:pt x="27908" y="3103"/>
                  </a:cubicBezTo>
                  <a:cubicBezTo>
                    <a:pt x="22330" y="6242"/>
                    <a:pt x="17561" y="10636"/>
                    <a:pt x="13981" y="15947"/>
                  </a:cubicBezTo>
                  <a:cubicBezTo>
                    <a:pt x="8779" y="23884"/>
                    <a:pt x="5517" y="32926"/>
                    <a:pt x="4456" y="42357"/>
                  </a:cubicBezTo>
                  <a:cubicBezTo>
                    <a:pt x="3309" y="47661"/>
                    <a:pt x="3511" y="53166"/>
                    <a:pt x="5034" y="58376"/>
                  </a:cubicBezTo>
                  <a:cubicBezTo>
                    <a:pt x="6968" y="63564"/>
                    <a:pt x="12524" y="66443"/>
                    <a:pt x="17878" y="65015"/>
                  </a:cubicBezTo>
                  <a:cubicBezTo>
                    <a:pt x="23449" y="63514"/>
                    <a:pt x="28319" y="60122"/>
                    <a:pt x="31660" y="55418"/>
                  </a:cubicBezTo>
                  <a:cubicBezTo>
                    <a:pt x="35340" y="50944"/>
                    <a:pt x="38876" y="46254"/>
                    <a:pt x="42340" y="41996"/>
                  </a:cubicBezTo>
                  <a:cubicBezTo>
                    <a:pt x="48451" y="34210"/>
                    <a:pt x="55934" y="27608"/>
                    <a:pt x="64420" y="22513"/>
                  </a:cubicBezTo>
                  <a:cubicBezTo>
                    <a:pt x="70251" y="19194"/>
                    <a:pt x="76774" y="17296"/>
                    <a:pt x="83470" y="16957"/>
                  </a:cubicBezTo>
                  <a:cubicBezTo>
                    <a:pt x="85750" y="16755"/>
                    <a:pt x="88045" y="17073"/>
                    <a:pt x="90181" y="17895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>
              <a:extLst>
                <a:ext uri="{FF2B5EF4-FFF2-40B4-BE49-F238E27FC236}">
                  <a16:creationId xmlns:a16="http://schemas.microsoft.com/office/drawing/2014/main" id="{42596C5E-50E9-E265-5CB2-748D888C6906}"/>
                </a:ext>
              </a:extLst>
            </p:cNvPr>
            <p:cNvSpPr/>
            <p:nvPr/>
          </p:nvSpPr>
          <p:spPr>
            <a:xfrm>
              <a:off x="7326288" y="9136001"/>
              <a:ext cx="107626" cy="89556"/>
            </a:xfrm>
            <a:custGeom>
              <a:avLst/>
              <a:gdLst>
                <a:gd name="connsiteX0" fmla="*/ 107627 w 107626"/>
                <a:gd name="connsiteY0" fmla="*/ 0 h 89556"/>
                <a:gd name="connsiteX1" fmla="*/ 82515 w 107626"/>
                <a:gd name="connsiteY1" fmla="*/ 17967 h 89556"/>
                <a:gd name="connsiteX2" fmla="*/ 62239 w 107626"/>
                <a:gd name="connsiteY2" fmla="*/ 45460 h 89556"/>
                <a:gd name="connsiteX3" fmla="*/ 50405 w 107626"/>
                <a:gd name="connsiteY3" fmla="*/ 61912 h 89556"/>
                <a:gd name="connsiteX4" fmla="*/ 35973 w 107626"/>
                <a:gd name="connsiteY4" fmla="*/ 78797 h 89556"/>
                <a:gd name="connsiteX5" fmla="*/ 27025 w 107626"/>
                <a:gd name="connsiteY5" fmla="*/ 86013 h 89556"/>
                <a:gd name="connsiteX6" fmla="*/ 15985 w 107626"/>
                <a:gd name="connsiteY6" fmla="*/ 89549 h 89556"/>
                <a:gd name="connsiteX7" fmla="*/ 5306 w 107626"/>
                <a:gd name="connsiteY7" fmla="*/ 85652 h 89556"/>
                <a:gd name="connsiteX8" fmla="*/ 255 w 107626"/>
                <a:gd name="connsiteY8" fmla="*/ 75983 h 89556"/>
                <a:gd name="connsiteX9" fmla="*/ 2564 w 107626"/>
                <a:gd name="connsiteY9" fmla="*/ 57222 h 89556"/>
                <a:gd name="connsiteX10" fmla="*/ 8697 w 107626"/>
                <a:gd name="connsiteY10" fmla="*/ 42213 h 89556"/>
                <a:gd name="connsiteX11" fmla="*/ 21469 w 107626"/>
                <a:gd name="connsiteY11" fmla="*/ 22730 h 89556"/>
                <a:gd name="connsiteX12" fmla="*/ 27314 w 107626"/>
                <a:gd name="connsiteY12" fmla="*/ 16524 h 89556"/>
                <a:gd name="connsiteX13" fmla="*/ 22624 w 107626"/>
                <a:gd name="connsiteY13" fmla="*/ 23740 h 89556"/>
                <a:gd name="connsiteX14" fmla="*/ 11079 w 107626"/>
                <a:gd name="connsiteY14" fmla="*/ 43512 h 89556"/>
                <a:gd name="connsiteX15" fmla="*/ 5594 w 107626"/>
                <a:gd name="connsiteY15" fmla="*/ 57943 h 89556"/>
                <a:gd name="connsiteX16" fmla="*/ 3646 w 107626"/>
                <a:gd name="connsiteY16" fmla="*/ 75261 h 89556"/>
                <a:gd name="connsiteX17" fmla="*/ 7543 w 107626"/>
                <a:gd name="connsiteY17" fmla="*/ 82477 h 89556"/>
                <a:gd name="connsiteX18" fmla="*/ 16057 w 107626"/>
                <a:gd name="connsiteY18" fmla="*/ 85436 h 89556"/>
                <a:gd name="connsiteX19" fmla="*/ 24933 w 107626"/>
                <a:gd name="connsiteY19" fmla="*/ 82477 h 89556"/>
                <a:gd name="connsiteX20" fmla="*/ 33447 w 107626"/>
                <a:gd name="connsiteY20" fmla="*/ 75838 h 89556"/>
                <a:gd name="connsiteX21" fmla="*/ 47230 w 107626"/>
                <a:gd name="connsiteY21" fmla="*/ 59603 h 89556"/>
                <a:gd name="connsiteX22" fmla="*/ 59208 w 107626"/>
                <a:gd name="connsiteY22" fmla="*/ 43223 h 89556"/>
                <a:gd name="connsiteX23" fmla="*/ 80350 w 107626"/>
                <a:gd name="connsiteY23" fmla="*/ 16019 h 89556"/>
                <a:gd name="connsiteX24" fmla="*/ 99184 w 107626"/>
                <a:gd name="connsiteY24" fmla="*/ 2093 h 89556"/>
                <a:gd name="connsiteX25" fmla="*/ 107627 w 107626"/>
                <a:gd name="connsiteY25" fmla="*/ 0 h 8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7626" h="89556">
                  <a:moveTo>
                    <a:pt x="107627" y="0"/>
                  </a:moveTo>
                  <a:cubicBezTo>
                    <a:pt x="97936" y="3882"/>
                    <a:pt x="89320" y="10044"/>
                    <a:pt x="82515" y="17967"/>
                  </a:cubicBezTo>
                  <a:cubicBezTo>
                    <a:pt x="76237" y="25183"/>
                    <a:pt x="69960" y="35141"/>
                    <a:pt x="62239" y="45460"/>
                  </a:cubicBezTo>
                  <a:lnTo>
                    <a:pt x="50405" y="61912"/>
                  </a:lnTo>
                  <a:cubicBezTo>
                    <a:pt x="46263" y="68074"/>
                    <a:pt x="41414" y="73746"/>
                    <a:pt x="35973" y="78797"/>
                  </a:cubicBezTo>
                  <a:cubicBezTo>
                    <a:pt x="33181" y="81431"/>
                    <a:pt x="30186" y="83841"/>
                    <a:pt x="27025" y="86013"/>
                  </a:cubicBezTo>
                  <a:cubicBezTo>
                    <a:pt x="23858" y="88423"/>
                    <a:pt x="19961" y="89671"/>
                    <a:pt x="15985" y="89549"/>
                  </a:cubicBezTo>
                  <a:cubicBezTo>
                    <a:pt x="12096" y="89455"/>
                    <a:pt x="8344" y="88084"/>
                    <a:pt x="5306" y="85652"/>
                  </a:cubicBezTo>
                  <a:cubicBezTo>
                    <a:pt x="2376" y="83249"/>
                    <a:pt x="550" y="79757"/>
                    <a:pt x="255" y="75983"/>
                  </a:cubicBezTo>
                  <a:cubicBezTo>
                    <a:pt x="-460" y="69633"/>
                    <a:pt x="334" y="63211"/>
                    <a:pt x="2564" y="57222"/>
                  </a:cubicBezTo>
                  <a:cubicBezTo>
                    <a:pt x="4216" y="52069"/>
                    <a:pt x="6266" y="47047"/>
                    <a:pt x="8697" y="42213"/>
                  </a:cubicBezTo>
                  <a:cubicBezTo>
                    <a:pt x="12240" y="35278"/>
                    <a:pt x="16527" y="28748"/>
                    <a:pt x="21469" y="22730"/>
                  </a:cubicBezTo>
                  <a:cubicBezTo>
                    <a:pt x="23100" y="20385"/>
                    <a:pt x="25070" y="18292"/>
                    <a:pt x="27314" y="16524"/>
                  </a:cubicBezTo>
                  <a:cubicBezTo>
                    <a:pt x="25965" y="19064"/>
                    <a:pt x="24392" y="21474"/>
                    <a:pt x="22624" y="23740"/>
                  </a:cubicBezTo>
                  <a:cubicBezTo>
                    <a:pt x="18193" y="29975"/>
                    <a:pt x="14333" y="36592"/>
                    <a:pt x="11079" y="43512"/>
                  </a:cubicBezTo>
                  <a:cubicBezTo>
                    <a:pt x="8899" y="48180"/>
                    <a:pt x="7066" y="53008"/>
                    <a:pt x="5594" y="57943"/>
                  </a:cubicBezTo>
                  <a:cubicBezTo>
                    <a:pt x="3595" y="63485"/>
                    <a:pt x="2925" y="69416"/>
                    <a:pt x="3646" y="75261"/>
                  </a:cubicBezTo>
                  <a:cubicBezTo>
                    <a:pt x="3964" y="78083"/>
                    <a:pt x="5356" y="80666"/>
                    <a:pt x="7543" y="82477"/>
                  </a:cubicBezTo>
                  <a:cubicBezTo>
                    <a:pt x="9989" y="84346"/>
                    <a:pt x="12976" y="85385"/>
                    <a:pt x="16057" y="85436"/>
                  </a:cubicBezTo>
                  <a:cubicBezTo>
                    <a:pt x="19276" y="85551"/>
                    <a:pt x="22429" y="84505"/>
                    <a:pt x="24933" y="82477"/>
                  </a:cubicBezTo>
                  <a:cubicBezTo>
                    <a:pt x="27927" y="80471"/>
                    <a:pt x="30771" y="78256"/>
                    <a:pt x="33447" y="75838"/>
                  </a:cubicBezTo>
                  <a:cubicBezTo>
                    <a:pt x="38636" y="70961"/>
                    <a:pt x="43261" y="65520"/>
                    <a:pt x="47230" y="59603"/>
                  </a:cubicBezTo>
                  <a:cubicBezTo>
                    <a:pt x="51271" y="53902"/>
                    <a:pt x="55383" y="48418"/>
                    <a:pt x="59208" y="43223"/>
                  </a:cubicBezTo>
                  <a:cubicBezTo>
                    <a:pt x="67074" y="32976"/>
                    <a:pt x="73640" y="23307"/>
                    <a:pt x="80350" y="16019"/>
                  </a:cubicBezTo>
                  <a:cubicBezTo>
                    <a:pt x="85611" y="10138"/>
                    <a:pt x="92019" y="5397"/>
                    <a:pt x="99184" y="2093"/>
                  </a:cubicBezTo>
                  <a:cubicBezTo>
                    <a:pt x="101832" y="851"/>
                    <a:pt x="104704" y="137"/>
                    <a:pt x="107627" y="0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5B03A057-F9DF-E61D-0AC4-9C4AB0835B9B}"/>
                </a:ext>
              </a:extLst>
            </p:cNvPr>
            <p:cNvSpPr/>
            <p:nvPr/>
          </p:nvSpPr>
          <p:spPr>
            <a:xfrm>
              <a:off x="7364756" y="9170997"/>
              <a:ext cx="74425" cy="56759"/>
            </a:xfrm>
            <a:custGeom>
              <a:avLst/>
              <a:gdLst>
                <a:gd name="connsiteX0" fmla="*/ 74426 w 74425"/>
                <a:gd name="connsiteY0" fmla="*/ 0 h 56759"/>
                <a:gd name="connsiteX1" fmla="*/ 67210 w 74425"/>
                <a:gd name="connsiteY1" fmla="*/ 14432 h 56759"/>
                <a:gd name="connsiteX2" fmla="*/ 43037 w 74425"/>
                <a:gd name="connsiteY2" fmla="*/ 44450 h 56759"/>
                <a:gd name="connsiteX3" fmla="*/ 24781 w 74425"/>
                <a:gd name="connsiteY3" fmla="*/ 56139 h 56759"/>
                <a:gd name="connsiteX4" fmla="*/ 7246 w 74425"/>
                <a:gd name="connsiteY4" fmla="*/ 52171 h 56759"/>
                <a:gd name="connsiteX5" fmla="*/ 463 w 74425"/>
                <a:gd name="connsiteY5" fmla="*/ 42285 h 56759"/>
                <a:gd name="connsiteX6" fmla="*/ 463 w 74425"/>
                <a:gd name="connsiteY6" fmla="*/ 37883 h 56759"/>
                <a:gd name="connsiteX7" fmla="*/ 9123 w 74425"/>
                <a:gd name="connsiteY7" fmla="*/ 50078 h 56759"/>
                <a:gd name="connsiteX8" fmla="*/ 24203 w 74425"/>
                <a:gd name="connsiteY8" fmla="*/ 52820 h 56759"/>
                <a:gd name="connsiteX9" fmla="*/ 40584 w 74425"/>
                <a:gd name="connsiteY9" fmla="*/ 41563 h 56759"/>
                <a:gd name="connsiteX10" fmla="*/ 74426 w 74425"/>
                <a:gd name="connsiteY10" fmla="*/ 0 h 5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425" h="56759">
                  <a:moveTo>
                    <a:pt x="74426" y="0"/>
                  </a:moveTo>
                  <a:cubicBezTo>
                    <a:pt x="72824" y="5174"/>
                    <a:pt x="70385" y="10044"/>
                    <a:pt x="67210" y="14432"/>
                  </a:cubicBezTo>
                  <a:cubicBezTo>
                    <a:pt x="60312" y="25320"/>
                    <a:pt x="52201" y="35387"/>
                    <a:pt x="43037" y="44450"/>
                  </a:cubicBezTo>
                  <a:cubicBezTo>
                    <a:pt x="38137" y="49948"/>
                    <a:pt x="31824" y="53989"/>
                    <a:pt x="24781" y="56139"/>
                  </a:cubicBezTo>
                  <a:cubicBezTo>
                    <a:pt x="18640" y="57720"/>
                    <a:pt x="12110" y="56240"/>
                    <a:pt x="7246" y="52171"/>
                  </a:cubicBezTo>
                  <a:cubicBezTo>
                    <a:pt x="3999" y="49667"/>
                    <a:pt x="1632" y="46210"/>
                    <a:pt x="463" y="42285"/>
                  </a:cubicBezTo>
                  <a:cubicBezTo>
                    <a:pt x="-258" y="39471"/>
                    <a:pt x="-42" y="37883"/>
                    <a:pt x="463" y="37883"/>
                  </a:cubicBezTo>
                  <a:cubicBezTo>
                    <a:pt x="2080" y="42718"/>
                    <a:pt x="5096" y="46961"/>
                    <a:pt x="9123" y="50078"/>
                  </a:cubicBezTo>
                  <a:cubicBezTo>
                    <a:pt x="13466" y="53260"/>
                    <a:pt x="19023" y="54270"/>
                    <a:pt x="24203" y="52820"/>
                  </a:cubicBezTo>
                  <a:cubicBezTo>
                    <a:pt x="30525" y="50511"/>
                    <a:pt x="36160" y="46636"/>
                    <a:pt x="40584" y="41563"/>
                  </a:cubicBezTo>
                  <a:cubicBezTo>
                    <a:pt x="52771" y="28474"/>
                    <a:pt x="64078" y="14583"/>
                    <a:pt x="74426" y="0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>
              <a:extLst>
                <a:ext uri="{FF2B5EF4-FFF2-40B4-BE49-F238E27FC236}">
                  <a16:creationId xmlns:a16="http://schemas.microsoft.com/office/drawing/2014/main" id="{98910AB4-3E79-FCA8-43DC-DA306B410671}"/>
                </a:ext>
              </a:extLst>
            </p:cNvPr>
            <p:cNvSpPr/>
            <p:nvPr/>
          </p:nvSpPr>
          <p:spPr>
            <a:xfrm>
              <a:off x="7148600" y="9252753"/>
              <a:ext cx="275789" cy="389222"/>
            </a:xfrm>
            <a:custGeom>
              <a:avLst/>
              <a:gdLst>
                <a:gd name="connsiteX0" fmla="*/ 190931 w 275789"/>
                <a:gd name="connsiteY0" fmla="*/ 389223 h 389222"/>
                <a:gd name="connsiteX1" fmla="*/ 250390 w 275789"/>
                <a:gd name="connsiteY1" fmla="*/ 286325 h 389222"/>
                <a:gd name="connsiteX2" fmla="*/ 275790 w 275789"/>
                <a:gd name="connsiteY2" fmla="*/ 11762 h 389222"/>
                <a:gd name="connsiteX3" fmla="*/ 173541 w 275789"/>
                <a:gd name="connsiteY3" fmla="*/ 0 h 389222"/>
                <a:gd name="connsiteX4" fmla="*/ 107805 w 275789"/>
                <a:gd name="connsiteY4" fmla="*/ 271460 h 389222"/>
                <a:gd name="connsiteX5" fmla="*/ 0 w 275789"/>
                <a:gd name="connsiteY5" fmla="*/ 376234 h 38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789" h="389222">
                  <a:moveTo>
                    <a:pt x="190931" y="389223"/>
                  </a:moveTo>
                  <a:cubicBezTo>
                    <a:pt x="192735" y="389223"/>
                    <a:pt x="247936" y="342753"/>
                    <a:pt x="250390" y="286325"/>
                  </a:cubicBezTo>
                  <a:cubicBezTo>
                    <a:pt x="252843" y="229897"/>
                    <a:pt x="275790" y="11762"/>
                    <a:pt x="275790" y="11762"/>
                  </a:cubicBezTo>
                  <a:lnTo>
                    <a:pt x="173541" y="0"/>
                  </a:lnTo>
                  <a:cubicBezTo>
                    <a:pt x="173541" y="0"/>
                    <a:pt x="121443" y="250390"/>
                    <a:pt x="107805" y="271460"/>
                  </a:cubicBezTo>
                  <a:cubicBezTo>
                    <a:pt x="94167" y="292530"/>
                    <a:pt x="0" y="376234"/>
                    <a:pt x="0" y="376234"/>
                  </a:cubicBez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DDCE3BDD-1831-CB90-20AD-6657ECBDF06C}"/>
                </a:ext>
              </a:extLst>
            </p:cNvPr>
            <p:cNvSpPr/>
            <p:nvPr/>
          </p:nvSpPr>
          <p:spPr>
            <a:xfrm>
              <a:off x="6649664" y="9092273"/>
              <a:ext cx="621429" cy="738469"/>
            </a:xfrm>
            <a:custGeom>
              <a:avLst/>
              <a:gdLst>
                <a:gd name="connsiteX0" fmla="*/ 373958 w 621429"/>
                <a:gd name="connsiteY0" fmla="*/ 0 h 738469"/>
                <a:gd name="connsiteX1" fmla="*/ 547138 w 621429"/>
                <a:gd name="connsiteY1" fmla="*/ 55201 h 738469"/>
                <a:gd name="connsiteX2" fmla="*/ 547138 w 621429"/>
                <a:gd name="connsiteY2" fmla="*/ 55201 h 738469"/>
                <a:gd name="connsiteX3" fmla="*/ 603133 w 621429"/>
                <a:gd name="connsiteY3" fmla="*/ 203487 h 738469"/>
                <a:gd name="connsiteX4" fmla="*/ 606957 w 621429"/>
                <a:gd name="connsiteY4" fmla="*/ 442115 h 738469"/>
                <a:gd name="connsiteX5" fmla="*/ 519718 w 621429"/>
                <a:gd name="connsiteY5" fmla="*/ 544147 h 738469"/>
                <a:gd name="connsiteX6" fmla="*/ 406068 w 621429"/>
                <a:gd name="connsiteY6" fmla="*/ 738469 h 738469"/>
                <a:gd name="connsiteX7" fmla="*/ 11433 w 621429"/>
                <a:gd name="connsiteY7" fmla="*/ 715523 h 738469"/>
                <a:gd name="connsiteX8" fmla="*/ 1548 w 621429"/>
                <a:gd name="connsiteY8" fmla="*/ 674104 h 738469"/>
                <a:gd name="connsiteX9" fmla="*/ 144061 w 621429"/>
                <a:gd name="connsiteY9" fmla="*/ 302055 h 738469"/>
                <a:gd name="connsiteX10" fmla="*/ 307933 w 621429"/>
                <a:gd name="connsiteY10" fmla="*/ 20637 h 738469"/>
                <a:gd name="connsiteX11" fmla="*/ 373958 w 621429"/>
                <a:gd name="connsiteY11" fmla="*/ 0 h 73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1429" h="738469">
                  <a:moveTo>
                    <a:pt x="373958" y="0"/>
                  </a:moveTo>
                  <a:cubicBezTo>
                    <a:pt x="373958" y="0"/>
                    <a:pt x="536531" y="101022"/>
                    <a:pt x="547138" y="55201"/>
                  </a:cubicBezTo>
                  <a:lnTo>
                    <a:pt x="547138" y="55201"/>
                  </a:lnTo>
                  <a:cubicBezTo>
                    <a:pt x="570488" y="102732"/>
                    <a:pt x="589242" y="152384"/>
                    <a:pt x="603133" y="203487"/>
                  </a:cubicBezTo>
                  <a:cubicBezTo>
                    <a:pt x="627522" y="299313"/>
                    <a:pt x="626223" y="399902"/>
                    <a:pt x="606957" y="442115"/>
                  </a:cubicBezTo>
                  <a:cubicBezTo>
                    <a:pt x="586464" y="487142"/>
                    <a:pt x="519718" y="544147"/>
                    <a:pt x="519718" y="544147"/>
                  </a:cubicBezTo>
                  <a:lnTo>
                    <a:pt x="406068" y="738469"/>
                  </a:lnTo>
                  <a:lnTo>
                    <a:pt x="11433" y="715523"/>
                  </a:lnTo>
                  <a:cubicBezTo>
                    <a:pt x="11433" y="715523"/>
                    <a:pt x="-5019" y="694597"/>
                    <a:pt x="1548" y="674104"/>
                  </a:cubicBezTo>
                  <a:cubicBezTo>
                    <a:pt x="26803" y="595596"/>
                    <a:pt x="102570" y="403871"/>
                    <a:pt x="144061" y="302055"/>
                  </a:cubicBezTo>
                  <a:cubicBezTo>
                    <a:pt x="205756" y="150522"/>
                    <a:pt x="224229" y="74684"/>
                    <a:pt x="307933" y="20637"/>
                  </a:cubicBezTo>
                  <a:cubicBezTo>
                    <a:pt x="328122" y="8904"/>
                    <a:pt x="350679" y="1854"/>
                    <a:pt x="373958" y="0"/>
                  </a:cubicBez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49475ABF-1029-D5D3-3398-BC1D7C3058E0}"/>
                </a:ext>
              </a:extLst>
            </p:cNvPr>
            <p:cNvSpPr/>
            <p:nvPr/>
          </p:nvSpPr>
          <p:spPr>
            <a:xfrm>
              <a:off x="7190884" y="9305068"/>
              <a:ext cx="83287" cy="299190"/>
            </a:xfrm>
            <a:custGeom>
              <a:avLst/>
              <a:gdLst>
                <a:gd name="connsiteX0" fmla="*/ 64294 w 83287"/>
                <a:gd name="connsiteY0" fmla="*/ 0 h 299190"/>
                <a:gd name="connsiteX1" fmla="*/ 65305 w 83287"/>
                <a:gd name="connsiteY1" fmla="*/ 3175 h 299190"/>
                <a:gd name="connsiteX2" fmla="*/ 67469 w 83287"/>
                <a:gd name="connsiteY2" fmla="*/ 12556 h 299190"/>
                <a:gd name="connsiteX3" fmla="*/ 74108 w 83287"/>
                <a:gd name="connsiteY3" fmla="*/ 47408 h 299190"/>
                <a:gd name="connsiteX4" fmla="*/ 83200 w 83287"/>
                <a:gd name="connsiteY4" fmla="*/ 163655 h 299190"/>
                <a:gd name="connsiteX5" fmla="*/ 79592 w 83287"/>
                <a:gd name="connsiteY5" fmla="*/ 196993 h 299190"/>
                <a:gd name="connsiteX6" fmla="*/ 69201 w 83287"/>
                <a:gd name="connsiteY6" fmla="*/ 226650 h 299190"/>
                <a:gd name="connsiteX7" fmla="*/ 38606 w 83287"/>
                <a:gd name="connsiteY7" fmla="*/ 269945 h 299190"/>
                <a:gd name="connsiteX8" fmla="*/ 11114 w 83287"/>
                <a:gd name="connsiteY8" fmla="*/ 292458 h 299190"/>
                <a:gd name="connsiteX9" fmla="*/ 3032 w 83287"/>
                <a:gd name="connsiteY9" fmla="*/ 297653 h 299190"/>
                <a:gd name="connsiteX10" fmla="*/ 1 w 83287"/>
                <a:gd name="connsiteY10" fmla="*/ 299169 h 299190"/>
                <a:gd name="connsiteX11" fmla="*/ 10320 w 83287"/>
                <a:gd name="connsiteY11" fmla="*/ 291304 h 299190"/>
                <a:gd name="connsiteX12" fmla="*/ 36658 w 83287"/>
                <a:gd name="connsiteY12" fmla="*/ 268069 h 299190"/>
                <a:gd name="connsiteX13" fmla="*/ 66098 w 83287"/>
                <a:gd name="connsiteY13" fmla="*/ 225495 h 299190"/>
                <a:gd name="connsiteX14" fmla="*/ 75984 w 83287"/>
                <a:gd name="connsiteY14" fmla="*/ 196632 h 299190"/>
                <a:gd name="connsiteX15" fmla="*/ 79448 w 83287"/>
                <a:gd name="connsiteY15" fmla="*/ 163800 h 299190"/>
                <a:gd name="connsiteX16" fmla="*/ 71727 w 83287"/>
                <a:gd name="connsiteY16" fmla="*/ 47769 h 299190"/>
                <a:gd name="connsiteX17" fmla="*/ 66387 w 83287"/>
                <a:gd name="connsiteY17" fmla="*/ 12844 h 299190"/>
                <a:gd name="connsiteX18" fmla="*/ 64872 w 83287"/>
                <a:gd name="connsiteY18" fmla="*/ 3319 h 299190"/>
                <a:gd name="connsiteX19" fmla="*/ 64294 w 83287"/>
                <a:gd name="connsiteY19" fmla="*/ 0 h 29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3287" h="299190">
                  <a:moveTo>
                    <a:pt x="64294" y="0"/>
                  </a:moveTo>
                  <a:cubicBezTo>
                    <a:pt x="64785" y="1003"/>
                    <a:pt x="65124" y="2071"/>
                    <a:pt x="65305" y="3175"/>
                  </a:cubicBezTo>
                  <a:cubicBezTo>
                    <a:pt x="65882" y="5773"/>
                    <a:pt x="66604" y="8875"/>
                    <a:pt x="67469" y="12556"/>
                  </a:cubicBezTo>
                  <a:cubicBezTo>
                    <a:pt x="69273" y="20709"/>
                    <a:pt x="71655" y="32616"/>
                    <a:pt x="74108" y="47408"/>
                  </a:cubicBezTo>
                  <a:cubicBezTo>
                    <a:pt x="80812" y="85782"/>
                    <a:pt x="83857" y="124704"/>
                    <a:pt x="83200" y="163655"/>
                  </a:cubicBezTo>
                  <a:cubicBezTo>
                    <a:pt x="82789" y="174840"/>
                    <a:pt x="81584" y="185981"/>
                    <a:pt x="79592" y="196993"/>
                  </a:cubicBezTo>
                  <a:cubicBezTo>
                    <a:pt x="77528" y="207318"/>
                    <a:pt x="74036" y="217298"/>
                    <a:pt x="69201" y="226650"/>
                  </a:cubicBezTo>
                  <a:cubicBezTo>
                    <a:pt x="61415" y="242647"/>
                    <a:pt x="51082" y="257266"/>
                    <a:pt x="38606" y="269945"/>
                  </a:cubicBezTo>
                  <a:cubicBezTo>
                    <a:pt x="30178" y="278301"/>
                    <a:pt x="20970" y="285841"/>
                    <a:pt x="11114" y="292458"/>
                  </a:cubicBezTo>
                  <a:cubicBezTo>
                    <a:pt x="7650" y="294839"/>
                    <a:pt x="4908" y="296571"/>
                    <a:pt x="3032" y="297653"/>
                  </a:cubicBezTo>
                  <a:cubicBezTo>
                    <a:pt x="1156" y="298736"/>
                    <a:pt x="73" y="299313"/>
                    <a:pt x="1" y="299169"/>
                  </a:cubicBezTo>
                  <a:cubicBezTo>
                    <a:pt x="-71" y="299025"/>
                    <a:pt x="3681" y="296355"/>
                    <a:pt x="10320" y="291304"/>
                  </a:cubicBezTo>
                  <a:cubicBezTo>
                    <a:pt x="19708" y="284275"/>
                    <a:pt x="28511" y="276504"/>
                    <a:pt x="36658" y="268069"/>
                  </a:cubicBezTo>
                  <a:cubicBezTo>
                    <a:pt x="48636" y="255506"/>
                    <a:pt x="58572" y="241139"/>
                    <a:pt x="66098" y="225495"/>
                  </a:cubicBezTo>
                  <a:cubicBezTo>
                    <a:pt x="70695" y="216367"/>
                    <a:pt x="74022" y="206662"/>
                    <a:pt x="75984" y="196632"/>
                  </a:cubicBezTo>
                  <a:cubicBezTo>
                    <a:pt x="77932" y="185786"/>
                    <a:pt x="79087" y="174811"/>
                    <a:pt x="79448" y="163800"/>
                  </a:cubicBezTo>
                  <a:cubicBezTo>
                    <a:pt x="80169" y="124971"/>
                    <a:pt x="77586" y="86157"/>
                    <a:pt x="71727" y="47769"/>
                  </a:cubicBezTo>
                  <a:cubicBezTo>
                    <a:pt x="69634" y="33337"/>
                    <a:pt x="67686" y="21070"/>
                    <a:pt x="66387" y="12844"/>
                  </a:cubicBezTo>
                  <a:cubicBezTo>
                    <a:pt x="65716" y="9092"/>
                    <a:pt x="65211" y="5917"/>
                    <a:pt x="64872" y="3319"/>
                  </a:cubicBezTo>
                  <a:cubicBezTo>
                    <a:pt x="64468" y="2259"/>
                    <a:pt x="64273" y="1133"/>
                    <a:pt x="64294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60B822D6-93B4-7E1D-7172-E8FFF7B63CF3}"/>
                </a:ext>
              </a:extLst>
            </p:cNvPr>
            <p:cNvSpPr/>
            <p:nvPr/>
          </p:nvSpPr>
          <p:spPr>
            <a:xfrm>
              <a:off x="7471798" y="9608855"/>
              <a:ext cx="286079" cy="135390"/>
            </a:xfrm>
            <a:custGeom>
              <a:avLst/>
              <a:gdLst>
                <a:gd name="connsiteX0" fmla="*/ 48346 w 286079"/>
                <a:gd name="connsiteY0" fmla="*/ 35358 h 135390"/>
                <a:gd name="connsiteX1" fmla="*/ 120504 w 286079"/>
                <a:gd name="connsiteY1" fmla="*/ 0 h 135390"/>
                <a:gd name="connsiteX2" fmla="*/ 179241 w 286079"/>
                <a:gd name="connsiteY2" fmla="*/ 11617 h 135390"/>
                <a:gd name="connsiteX3" fmla="*/ 229752 w 286079"/>
                <a:gd name="connsiteY3" fmla="*/ 42501 h 135390"/>
                <a:gd name="connsiteX4" fmla="*/ 284448 w 286079"/>
                <a:gd name="connsiteY4" fmla="*/ 44738 h 135390"/>
                <a:gd name="connsiteX5" fmla="*/ 256595 w 286079"/>
                <a:gd name="connsiteY5" fmla="*/ 73601 h 135390"/>
                <a:gd name="connsiteX6" fmla="*/ 280408 w 286079"/>
                <a:gd name="connsiteY6" fmla="*/ 92002 h 135390"/>
                <a:gd name="connsiteX7" fmla="*/ 238267 w 286079"/>
                <a:gd name="connsiteY7" fmla="*/ 97775 h 135390"/>
                <a:gd name="connsiteX8" fmla="*/ 217702 w 286079"/>
                <a:gd name="connsiteY8" fmla="*/ 82188 h 135390"/>
                <a:gd name="connsiteX9" fmla="*/ 205146 w 286079"/>
                <a:gd name="connsiteY9" fmla="*/ 85147 h 135390"/>
                <a:gd name="connsiteX10" fmla="*/ 242597 w 286079"/>
                <a:gd name="connsiteY10" fmla="*/ 131545 h 135390"/>
                <a:gd name="connsiteX11" fmla="*/ 208754 w 286079"/>
                <a:gd name="connsiteY11" fmla="*/ 132050 h 135390"/>
                <a:gd name="connsiteX12" fmla="*/ 173252 w 286079"/>
                <a:gd name="connsiteY12" fmla="*/ 97053 h 135390"/>
                <a:gd name="connsiteX13" fmla="*/ 74251 w 286079"/>
                <a:gd name="connsiteY13" fmla="*/ 124618 h 135390"/>
                <a:gd name="connsiteX14" fmla="*/ 0 w 286079"/>
                <a:gd name="connsiteY14" fmla="*/ 123679 h 135390"/>
                <a:gd name="connsiteX15" fmla="*/ 21648 w 286079"/>
                <a:gd name="connsiteY15" fmla="*/ 33626 h 135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6079" h="135390">
                  <a:moveTo>
                    <a:pt x="48346" y="35358"/>
                  </a:moveTo>
                  <a:lnTo>
                    <a:pt x="120504" y="0"/>
                  </a:lnTo>
                  <a:cubicBezTo>
                    <a:pt x="120504" y="0"/>
                    <a:pt x="165603" y="3536"/>
                    <a:pt x="179241" y="11617"/>
                  </a:cubicBezTo>
                  <a:cubicBezTo>
                    <a:pt x="192879" y="19699"/>
                    <a:pt x="229752" y="42501"/>
                    <a:pt x="229752" y="42501"/>
                  </a:cubicBezTo>
                  <a:cubicBezTo>
                    <a:pt x="229752" y="42501"/>
                    <a:pt x="278604" y="34275"/>
                    <a:pt x="284448" y="44738"/>
                  </a:cubicBezTo>
                  <a:cubicBezTo>
                    <a:pt x="294262" y="62489"/>
                    <a:pt x="256595" y="73601"/>
                    <a:pt x="256595" y="73601"/>
                  </a:cubicBezTo>
                  <a:lnTo>
                    <a:pt x="280408" y="92002"/>
                  </a:lnTo>
                  <a:cubicBezTo>
                    <a:pt x="280408" y="92002"/>
                    <a:pt x="257894" y="106939"/>
                    <a:pt x="238267" y="97775"/>
                  </a:cubicBezTo>
                  <a:cubicBezTo>
                    <a:pt x="218640" y="88611"/>
                    <a:pt x="217702" y="82188"/>
                    <a:pt x="217702" y="82188"/>
                  </a:cubicBezTo>
                  <a:lnTo>
                    <a:pt x="205146" y="85147"/>
                  </a:lnTo>
                  <a:lnTo>
                    <a:pt x="242597" y="131545"/>
                  </a:lnTo>
                  <a:cubicBezTo>
                    <a:pt x="231895" y="136488"/>
                    <a:pt x="219600" y="136675"/>
                    <a:pt x="208754" y="132050"/>
                  </a:cubicBezTo>
                  <a:cubicBezTo>
                    <a:pt x="191653" y="123968"/>
                    <a:pt x="173252" y="97053"/>
                    <a:pt x="173252" y="97053"/>
                  </a:cubicBezTo>
                  <a:cubicBezTo>
                    <a:pt x="173252" y="97053"/>
                    <a:pt x="99795" y="121154"/>
                    <a:pt x="74251" y="124618"/>
                  </a:cubicBezTo>
                  <a:cubicBezTo>
                    <a:pt x="49515" y="126328"/>
                    <a:pt x="24685" y="126017"/>
                    <a:pt x="0" y="123679"/>
                  </a:cubicBezTo>
                  <a:lnTo>
                    <a:pt x="21648" y="33626"/>
                  </a:lnTo>
                  <a:close/>
                </a:path>
              </a:pathLst>
            </a:custGeom>
            <a:solidFill>
              <a:srgbClr val="FFBF9D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8AFEA154-DB6C-A1F4-5856-D084285D3B78}"/>
                </a:ext>
              </a:extLst>
            </p:cNvPr>
            <p:cNvSpPr/>
            <p:nvPr/>
          </p:nvSpPr>
          <p:spPr>
            <a:xfrm>
              <a:off x="7599879" y="9679065"/>
              <a:ext cx="130823" cy="40480"/>
            </a:xfrm>
            <a:custGeom>
              <a:avLst/>
              <a:gdLst>
                <a:gd name="connsiteX0" fmla="*/ 130823 w 130823"/>
                <a:gd name="connsiteY0" fmla="*/ 0 h 40480"/>
                <a:gd name="connsiteX1" fmla="*/ 65881 w 130823"/>
                <a:gd name="connsiteY1" fmla="*/ 22008 h 40480"/>
                <a:gd name="connsiteX2" fmla="*/ 0 w 130823"/>
                <a:gd name="connsiteY2" fmla="*/ 40481 h 40480"/>
                <a:gd name="connsiteX3" fmla="*/ 64943 w 130823"/>
                <a:gd name="connsiteY3" fmla="*/ 18473 h 40480"/>
                <a:gd name="connsiteX4" fmla="*/ 130823 w 130823"/>
                <a:gd name="connsiteY4" fmla="*/ 0 h 4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23" h="40480">
                  <a:moveTo>
                    <a:pt x="130823" y="0"/>
                  </a:moveTo>
                  <a:cubicBezTo>
                    <a:pt x="109594" y="8522"/>
                    <a:pt x="87918" y="15868"/>
                    <a:pt x="65881" y="22008"/>
                  </a:cubicBezTo>
                  <a:cubicBezTo>
                    <a:pt x="44276" y="29376"/>
                    <a:pt x="22282" y="35545"/>
                    <a:pt x="0" y="40481"/>
                  </a:cubicBezTo>
                  <a:cubicBezTo>
                    <a:pt x="21229" y="31966"/>
                    <a:pt x="42912" y="24621"/>
                    <a:pt x="64943" y="18473"/>
                  </a:cubicBezTo>
                  <a:cubicBezTo>
                    <a:pt x="86547" y="11105"/>
                    <a:pt x="108541" y="4936"/>
                    <a:pt x="130823" y="0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756771D7-2C22-D508-13D8-25E587DCAA3F}"/>
                </a:ext>
              </a:extLst>
            </p:cNvPr>
            <p:cNvSpPr/>
            <p:nvPr/>
          </p:nvSpPr>
          <p:spPr>
            <a:xfrm>
              <a:off x="7625567" y="9649912"/>
              <a:ext cx="78075" cy="6928"/>
            </a:xfrm>
            <a:custGeom>
              <a:avLst/>
              <a:gdLst>
                <a:gd name="connsiteX0" fmla="*/ 0 w 78075"/>
                <a:gd name="connsiteY0" fmla="*/ 6495 h 6928"/>
                <a:gd name="connsiteX1" fmla="*/ 38893 w 78075"/>
                <a:gd name="connsiteY1" fmla="*/ 1588 h 6928"/>
                <a:gd name="connsiteX2" fmla="*/ 78075 w 78075"/>
                <a:gd name="connsiteY2" fmla="*/ 434 h 6928"/>
                <a:gd name="connsiteX3" fmla="*/ 39182 w 78075"/>
                <a:gd name="connsiteY3" fmla="*/ 5341 h 6928"/>
                <a:gd name="connsiteX4" fmla="*/ 0 w 78075"/>
                <a:gd name="connsiteY4" fmla="*/ 6495 h 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075" h="6928">
                  <a:moveTo>
                    <a:pt x="0" y="6495"/>
                  </a:moveTo>
                  <a:cubicBezTo>
                    <a:pt x="12772" y="3587"/>
                    <a:pt x="25796" y="1942"/>
                    <a:pt x="38893" y="1588"/>
                  </a:cubicBezTo>
                  <a:cubicBezTo>
                    <a:pt x="51889" y="-21"/>
                    <a:pt x="65007" y="-410"/>
                    <a:pt x="78075" y="434"/>
                  </a:cubicBezTo>
                  <a:cubicBezTo>
                    <a:pt x="65296" y="3299"/>
                    <a:pt x="52271" y="4944"/>
                    <a:pt x="39182" y="5341"/>
                  </a:cubicBezTo>
                  <a:cubicBezTo>
                    <a:pt x="26186" y="6950"/>
                    <a:pt x="13068" y="7339"/>
                    <a:pt x="0" y="6495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161B27B2-91E9-E0B3-1C6F-65B2F3925C87}"/>
                </a:ext>
              </a:extLst>
            </p:cNvPr>
            <p:cNvSpPr/>
            <p:nvPr/>
          </p:nvSpPr>
          <p:spPr>
            <a:xfrm>
              <a:off x="7610198" y="9620256"/>
              <a:ext cx="53324" cy="32687"/>
            </a:xfrm>
            <a:custGeom>
              <a:avLst/>
              <a:gdLst>
                <a:gd name="connsiteX0" fmla="*/ 0 w 53324"/>
                <a:gd name="connsiteY0" fmla="*/ 0 h 32687"/>
                <a:gd name="connsiteX1" fmla="*/ 27636 w 53324"/>
                <a:gd name="connsiteY1" fmla="*/ 14793 h 32687"/>
                <a:gd name="connsiteX2" fmla="*/ 53325 w 53324"/>
                <a:gd name="connsiteY2" fmla="*/ 32688 h 32687"/>
                <a:gd name="connsiteX3" fmla="*/ 0 w 53324"/>
                <a:gd name="connsiteY3" fmla="*/ 0 h 32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24" h="32687">
                  <a:moveTo>
                    <a:pt x="0" y="0"/>
                  </a:moveTo>
                  <a:cubicBezTo>
                    <a:pt x="9770" y="3817"/>
                    <a:pt x="19042" y="8782"/>
                    <a:pt x="27636" y="14793"/>
                  </a:cubicBezTo>
                  <a:cubicBezTo>
                    <a:pt x="36887" y="19699"/>
                    <a:pt x="45517" y="25710"/>
                    <a:pt x="53325" y="32688"/>
                  </a:cubicBezTo>
                  <a:cubicBezTo>
                    <a:pt x="34297" y="23985"/>
                    <a:pt x="16394" y="13010"/>
                    <a:pt x="0" y="0"/>
                  </a:cubicBezTo>
                  <a:close/>
                </a:path>
              </a:pathLst>
            </a:custGeom>
            <a:solidFill>
              <a:srgbClr val="FF9A6C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8489054F-40E5-29AC-2B4C-25204AB756FC}"/>
                </a:ext>
              </a:extLst>
            </p:cNvPr>
            <p:cNvSpPr/>
            <p:nvPr/>
          </p:nvSpPr>
          <p:spPr>
            <a:xfrm>
              <a:off x="6892554" y="9099825"/>
              <a:ext cx="603777" cy="698332"/>
            </a:xfrm>
            <a:custGeom>
              <a:avLst/>
              <a:gdLst>
                <a:gd name="connsiteX0" fmla="*/ 9337 w 603777"/>
                <a:gd name="connsiteY0" fmla="*/ 270185 h 698332"/>
                <a:gd name="connsiteX1" fmla="*/ 191681 w 603777"/>
                <a:gd name="connsiteY1" fmla="*/ 694333 h 698332"/>
                <a:gd name="connsiteX2" fmla="*/ 603778 w 603777"/>
                <a:gd name="connsiteY2" fmla="*/ 642234 h 698332"/>
                <a:gd name="connsiteX3" fmla="*/ 603778 w 603777"/>
                <a:gd name="connsiteY3" fmla="*/ 533131 h 698332"/>
                <a:gd name="connsiteX4" fmla="*/ 294940 w 603777"/>
                <a:gd name="connsiteY4" fmla="*/ 502896 h 698332"/>
                <a:gd name="connsiteX5" fmla="*/ 283827 w 603777"/>
                <a:gd name="connsiteY5" fmla="*/ 407792 h 698332"/>
                <a:gd name="connsiteX6" fmla="*/ 173425 w 603777"/>
                <a:gd name="connsiteY6" fmla="*/ 18569 h 698332"/>
                <a:gd name="connsiteX7" fmla="*/ 18356 w 603777"/>
                <a:gd name="connsiteY7" fmla="*/ 71173 h 698332"/>
                <a:gd name="connsiteX8" fmla="*/ 9337 w 603777"/>
                <a:gd name="connsiteY8" fmla="*/ 270185 h 69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3777" h="698332">
                  <a:moveTo>
                    <a:pt x="9337" y="270185"/>
                  </a:moveTo>
                  <a:cubicBezTo>
                    <a:pt x="9337" y="279855"/>
                    <a:pt x="104802" y="672613"/>
                    <a:pt x="191681" y="694333"/>
                  </a:cubicBezTo>
                  <a:cubicBezTo>
                    <a:pt x="278560" y="716052"/>
                    <a:pt x="603778" y="642234"/>
                    <a:pt x="603778" y="642234"/>
                  </a:cubicBezTo>
                  <a:lnTo>
                    <a:pt x="603778" y="533131"/>
                  </a:lnTo>
                  <a:lnTo>
                    <a:pt x="294940" y="502896"/>
                  </a:lnTo>
                  <a:cubicBezTo>
                    <a:pt x="294940" y="502896"/>
                    <a:pt x="285992" y="434779"/>
                    <a:pt x="283827" y="407792"/>
                  </a:cubicBezTo>
                  <a:cubicBezTo>
                    <a:pt x="282240" y="387948"/>
                    <a:pt x="248181" y="62008"/>
                    <a:pt x="173425" y="18569"/>
                  </a:cubicBezTo>
                  <a:cubicBezTo>
                    <a:pt x="98669" y="-24870"/>
                    <a:pt x="42169" y="14167"/>
                    <a:pt x="18356" y="71173"/>
                  </a:cubicBezTo>
                  <a:cubicBezTo>
                    <a:pt x="-16785" y="155742"/>
                    <a:pt x="9337" y="270185"/>
                    <a:pt x="9337" y="270185"/>
                  </a:cubicBez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>
              <a:extLst>
                <a:ext uri="{FF2B5EF4-FFF2-40B4-BE49-F238E27FC236}">
                  <a16:creationId xmlns:a16="http://schemas.microsoft.com/office/drawing/2014/main" id="{C83F6464-48C2-1A00-6FD5-C86939581BD6}"/>
                </a:ext>
              </a:extLst>
            </p:cNvPr>
            <p:cNvSpPr/>
            <p:nvPr/>
          </p:nvSpPr>
          <p:spPr>
            <a:xfrm>
              <a:off x="6891850" y="9099150"/>
              <a:ext cx="606068" cy="699779"/>
            </a:xfrm>
            <a:custGeom>
              <a:avLst/>
              <a:gdLst>
                <a:gd name="connsiteX0" fmla="*/ 10040 w 606068"/>
                <a:gd name="connsiteY0" fmla="*/ 270861 h 699779"/>
                <a:gd name="connsiteX1" fmla="*/ 8957 w 606068"/>
                <a:gd name="connsiteY1" fmla="*/ 266531 h 699779"/>
                <a:gd name="connsiteX2" fmla="*/ 6432 w 606068"/>
                <a:gd name="connsiteY2" fmla="*/ 253615 h 699779"/>
                <a:gd name="connsiteX3" fmla="*/ 732 w 606068"/>
                <a:gd name="connsiteY3" fmla="*/ 203104 h 699779"/>
                <a:gd name="connsiteX4" fmla="*/ 4267 w 606068"/>
                <a:gd name="connsiteY4" fmla="*/ 122214 h 699779"/>
                <a:gd name="connsiteX5" fmla="*/ 17761 w 606068"/>
                <a:gd name="connsiteY5" fmla="*/ 73075 h 699779"/>
                <a:gd name="connsiteX6" fmla="*/ 49511 w 606068"/>
                <a:gd name="connsiteY6" fmla="*/ 25450 h 699779"/>
                <a:gd name="connsiteX7" fmla="*/ 75343 w 606068"/>
                <a:gd name="connsiteY7" fmla="*/ 7988 h 699779"/>
                <a:gd name="connsiteX8" fmla="*/ 106949 w 606068"/>
                <a:gd name="connsiteY8" fmla="*/ 50 h 699779"/>
                <a:gd name="connsiteX9" fmla="*/ 173262 w 606068"/>
                <a:gd name="connsiteY9" fmla="*/ 17513 h 699779"/>
                <a:gd name="connsiteX10" fmla="*/ 199167 w 606068"/>
                <a:gd name="connsiteY10" fmla="*/ 43490 h 699779"/>
                <a:gd name="connsiteX11" fmla="*/ 216846 w 606068"/>
                <a:gd name="connsiteY11" fmla="*/ 76971 h 699779"/>
                <a:gd name="connsiteX12" fmla="*/ 242029 w 606068"/>
                <a:gd name="connsiteY12" fmla="*/ 151872 h 699779"/>
                <a:gd name="connsiteX13" fmla="*/ 275367 w 606068"/>
                <a:gd name="connsiteY13" fmla="*/ 319496 h 699779"/>
                <a:gd name="connsiteX14" fmla="*/ 286623 w 606068"/>
                <a:gd name="connsiteY14" fmla="*/ 410054 h 699779"/>
                <a:gd name="connsiteX15" fmla="*/ 297591 w 606068"/>
                <a:gd name="connsiteY15" fmla="*/ 503860 h 699779"/>
                <a:gd name="connsiteX16" fmla="*/ 295643 w 606068"/>
                <a:gd name="connsiteY16" fmla="*/ 501768 h 699779"/>
                <a:gd name="connsiteX17" fmla="*/ 498841 w 606068"/>
                <a:gd name="connsiteY17" fmla="*/ 521611 h 699779"/>
                <a:gd name="connsiteX18" fmla="*/ 604337 w 606068"/>
                <a:gd name="connsiteY18" fmla="*/ 531930 h 699779"/>
                <a:gd name="connsiteX19" fmla="*/ 606069 w 606068"/>
                <a:gd name="connsiteY19" fmla="*/ 531930 h 699779"/>
                <a:gd name="connsiteX20" fmla="*/ 606069 w 606068"/>
                <a:gd name="connsiteY20" fmla="*/ 533590 h 699779"/>
                <a:gd name="connsiteX21" fmla="*/ 606069 w 606068"/>
                <a:gd name="connsiteY21" fmla="*/ 642332 h 699779"/>
                <a:gd name="connsiteX22" fmla="*/ 606069 w 606068"/>
                <a:gd name="connsiteY22" fmla="*/ 643848 h 699779"/>
                <a:gd name="connsiteX23" fmla="*/ 604626 w 606068"/>
                <a:gd name="connsiteY23" fmla="*/ 643848 h 699779"/>
                <a:gd name="connsiteX24" fmla="*/ 424229 w 606068"/>
                <a:gd name="connsiteY24" fmla="*/ 679061 h 699779"/>
                <a:gd name="connsiteX25" fmla="*/ 256533 w 606068"/>
                <a:gd name="connsiteY25" fmla="*/ 699265 h 699779"/>
                <a:gd name="connsiteX26" fmla="*/ 216774 w 606068"/>
                <a:gd name="connsiteY26" fmla="*/ 699265 h 699779"/>
                <a:gd name="connsiteX27" fmla="*/ 197436 w 606068"/>
                <a:gd name="connsiteY27" fmla="*/ 696956 h 699779"/>
                <a:gd name="connsiteX28" fmla="*/ 179107 w 606068"/>
                <a:gd name="connsiteY28" fmla="*/ 690246 h 699779"/>
                <a:gd name="connsiteX29" fmla="*/ 152337 w 606068"/>
                <a:gd name="connsiteY29" fmla="*/ 663908 h 699779"/>
                <a:gd name="connsiteX30" fmla="*/ 132637 w 606068"/>
                <a:gd name="connsiteY30" fmla="*/ 633673 h 699779"/>
                <a:gd name="connsiteX31" fmla="*/ 79889 w 606068"/>
                <a:gd name="connsiteY31" fmla="*/ 514251 h 699779"/>
                <a:gd name="connsiteX32" fmla="*/ 24832 w 606068"/>
                <a:gd name="connsiteY32" fmla="*/ 335948 h 699779"/>
                <a:gd name="connsiteX33" fmla="*/ 12854 w 606068"/>
                <a:gd name="connsiteY33" fmla="*/ 287241 h 699779"/>
                <a:gd name="connsiteX34" fmla="*/ 10184 w 606068"/>
                <a:gd name="connsiteY34" fmla="*/ 274541 h 699779"/>
                <a:gd name="connsiteX35" fmla="*/ 9679 w 606068"/>
                <a:gd name="connsiteY35" fmla="*/ 270139 h 699779"/>
                <a:gd name="connsiteX36" fmla="*/ 13504 w 606068"/>
                <a:gd name="connsiteY36" fmla="*/ 287096 h 699779"/>
                <a:gd name="connsiteX37" fmla="*/ 26131 w 606068"/>
                <a:gd name="connsiteY37" fmla="*/ 335659 h 699779"/>
                <a:gd name="connsiteX38" fmla="*/ 82198 w 606068"/>
                <a:gd name="connsiteY38" fmla="*/ 513457 h 699779"/>
                <a:gd name="connsiteX39" fmla="*/ 135091 w 606068"/>
                <a:gd name="connsiteY39" fmla="*/ 632230 h 699779"/>
                <a:gd name="connsiteX40" fmla="*/ 154645 w 606068"/>
                <a:gd name="connsiteY40" fmla="*/ 662176 h 699779"/>
                <a:gd name="connsiteX41" fmla="*/ 180695 w 606068"/>
                <a:gd name="connsiteY41" fmla="*/ 687648 h 699779"/>
                <a:gd name="connsiteX42" fmla="*/ 198013 w 606068"/>
                <a:gd name="connsiteY42" fmla="*/ 693926 h 699779"/>
                <a:gd name="connsiteX43" fmla="*/ 216990 w 606068"/>
                <a:gd name="connsiteY43" fmla="*/ 696090 h 699779"/>
                <a:gd name="connsiteX44" fmla="*/ 256389 w 606068"/>
                <a:gd name="connsiteY44" fmla="*/ 696090 h 699779"/>
                <a:gd name="connsiteX45" fmla="*/ 423652 w 606068"/>
                <a:gd name="connsiteY45" fmla="*/ 675670 h 699779"/>
                <a:gd name="connsiteX46" fmla="*/ 604048 w 606068"/>
                <a:gd name="connsiteY46" fmla="*/ 640312 h 699779"/>
                <a:gd name="connsiteX47" fmla="*/ 602605 w 606068"/>
                <a:gd name="connsiteY47" fmla="*/ 642116 h 699779"/>
                <a:gd name="connsiteX48" fmla="*/ 602605 w 606068"/>
                <a:gd name="connsiteY48" fmla="*/ 533806 h 699779"/>
                <a:gd name="connsiteX49" fmla="*/ 604265 w 606068"/>
                <a:gd name="connsiteY49" fmla="*/ 535682 h 699779"/>
                <a:gd name="connsiteX50" fmla="*/ 498769 w 606068"/>
                <a:gd name="connsiteY50" fmla="*/ 525364 h 699779"/>
                <a:gd name="connsiteX51" fmla="*/ 295643 w 606068"/>
                <a:gd name="connsiteY51" fmla="*/ 505448 h 699779"/>
                <a:gd name="connsiteX52" fmla="*/ 294200 w 606068"/>
                <a:gd name="connsiteY52" fmla="*/ 505448 h 699779"/>
                <a:gd name="connsiteX53" fmla="*/ 294200 w 606068"/>
                <a:gd name="connsiteY53" fmla="*/ 504005 h 699779"/>
                <a:gd name="connsiteX54" fmla="*/ 283304 w 606068"/>
                <a:gd name="connsiteY54" fmla="*/ 410199 h 699779"/>
                <a:gd name="connsiteX55" fmla="*/ 272119 w 606068"/>
                <a:gd name="connsiteY55" fmla="*/ 319856 h 699779"/>
                <a:gd name="connsiteX56" fmla="*/ 239215 w 606068"/>
                <a:gd name="connsiteY56" fmla="*/ 152593 h 699779"/>
                <a:gd name="connsiteX57" fmla="*/ 214321 w 606068"/>
                <a:gd name="connsiteY57" fmla="*/ 78053 h 699779"/>
                <a:gd name="connsiteX58" fmla="*/ 197002 w 606068"/>
                <a:gd name="connsiteY58" fmla="*/ 45005 h 699779"/>
                <a:gd name="connsiteX59" fmla="*/ 172180 w 606068"/>
                <a:gd name="connsiteY59" fmla="*/ 19822 h 699779"/>
                <a:gd name="connsiteX60" fmla="*/ 107237 w 606068"/>
                <a:gd name="connsiteY60" fmla="*/ 2576 h 699779"/>
                <a:gd name="connsiteX61" fmla="*/ 76498 w 606068"/>
                <a:gd name="connsiteY61" fmla="*/ 10152 h 699779"/>
                <a:gd name="connsiteX62" fmla="*/ 51315 w 606068"/>
                <a:gd name="connsiteY62" fmla="*/ 27038 h 699779"/>
                <a:gd name="connsiteX63" fmla="*/ 19926 w 606068"/>
                <a:gd name="connsiteY63" fmla="*/ 73724 h 699779"/>
                <a:gd name="connsiteX64" fmla="*/ 6288 w 606068"/>
                <a:gd name="connsiteY64" fmla="*/ 122359 h 699779"/>
                <a:gd name="connsiteX65" fmla="*/ 2175 w 606068"/>
                <a:gd name="connsiteY65" fmla="*/ 202888 h 699779"/>
                <a:gd name="connsiteX66" fmla="*/ 7298 w 606068"/>
                <a:gd name="connsiteY66" fmla="*/ 253398 h 699779"/>
                <a:gd name="connsiteX67" fmla="*/ 9390 w 606068"/>
                <a:gd name="connsiteY67" fmla="*/ 266315 h 699779"/>
                <a:gd name="connsiteX68" fmla="*/ 10040 w 606068"/>
                <a:gd name="connsiteY68" fmla="*/ 270861 h 6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6068" h="699779">
                  <a:moveTo>
                    <a:pt x="10040" y="270861"/>
                  </a:moveTo>
                  <a:cubicBezTo>
                    <a:pt x="9593" y="269439"/>
                    <a:pt x="9232" y="267996"/>
                    <a:pt x="8957" y="266531"/>
                  </a:cubicBezTo>
                  <a:cubicBezTo>
                    <a:pt x="8308" y="263645"/>
                    <a:pt x="7442" y="259315"/>
                    <a:pt x="6432" y="253615"/>
                  </a:cubicBezTo>
                  <a:cubicBezTo>
                    <a:pt x="3632" y="236889"/>
                    <a:pt x="1727" y="220032"/>
                    <a:pt x="732" y="203104"/>
                  </a:cubicBezTo>
                  <a:cubicBezTo>
                    <a:pt x="-935" y="176095"/>
                    <a:pt x="248" y="148978"/>
                    <a:pt x="4267" y="122214"/>
                  </a:cubicBezTo>
                  <a:cubicBezTo>
                    <a:pt x="7089" y="105416"/>
                    <a:pt x="11606" y="88957"/>
                    <a:pt x="17761" y="73075"/>
                  </a:cubicBezTo>
                  <a:cubicBezTo>
                    <a:pt x="24840" y="55122"/>
                    <a:pt x="35663" y="38886"/>
                    <a:pt x="49511" y="25450"/>
                  </a:cubicBezTo>
                  <a:cubicBezTo>
                    <a:pt x="57195" y="18364"/>
                    <a:pt x="65905" y="12483"/>
                    <a:pt x="75343" y="7988"/>
                  </a:cubicBezTo>
                  <a:cubicBezTo>
                    <a:pt x="85287" y="3384"/>
                    <a:pt x="96010" y="693"/>
                    <a:pt x="106949" y="50"/>
                  </a:cubicBezTo>
                  <a:cubicBezTo>
                    <a:pt x="130270" y="-621"/>
                    <a:pt x="153296" y="5440"/>
                    <a:pt x="173262" y="17513"/>
                  </a:cubicBezTo>
                  <a:cubicBezTo>
                    <a:pt x="183899" y="23913"/>
                    <a:pt x="192796" y="32839"/>
                    <a:pt x="199167" y="43490"/>
                  </a:cubicBezTo>
                  <a:cubicBezTo>
                    <a:pt x="206022" y="54111"/>
                    <a:pt x="211939" y="65318"/>
                    <a:pt x="216846" y="76971"/>
                  </a:cubicBezTo>
                  <a:cubicBezTo>
                    <a:pt x="227013" y="101303"/>
                    <a:pt x="235434" y="126335"/>
                    <a:pt x="242029" y="151872"/>
                  </a:cubicBezTo>
                  <a:cubicBezTo>
                    <a:pt x="256295" y="207073"/>
                    <a:pt x="267429" y="263039"/>
                    <a:pt x="275367" y="319496"/>
                  </a:cubicBezTo>
                  <a:cubicBezTo>
                    <a:pt x="279624" y="349008"/>
                    <a:pt x="283665" y="379098"/>
                    <a:pt x="286623" y="410054"/>
                  </a:cubicBezTo>
                  <a:cubicBezTo>
                    <a:pt x="289582" y="441010"/>
                    <a:pt x="293839" y="471966"/>
                    <a:pt x="297591" y="503860"/>
                  </a:cubicBezTo>
                  <a:lnTo>
                    <a:pt x="295643" y="501768"/>
                  </a:lnTo>
                  <a:lnTo>
                    <a:pt x="498841" y="521611"/>
                  </a:lnTo>
                  <a:lnTo>
                    <a:pt x="604337" y="531930"/>
                  </a:lnTo>
                  <a:lnTo>
                    <a:pt x="606069" y="531930"/>
                  </a:lnTo>
                  <a:lnTo>
                    <a:pt x="606069" y="533590"/>
                  </a:lnTo>
                  <a:cubicBezTo>
                    <a:pt x="606069" y="570484"/>
                    <a:pt x="606069" y="606737"/>
                    <a:pt x="606069" y="642332"/>
                  </a:cubicBezTo>
                  <a:lnTo>
                    <a:pt x="606069" y="643848"/>
                  </a:lnTo>
                  <a:lnTo>
                    <a:pt x="604626" y="643848"/>
                  </a:lnTo>
                  <a:cubicBezTo>
                    <a:pt x="542786" y="657558"/>
                    <a:pt x="482534" y="669320"/>
                    <a:pt x="424229" y="679061"/>
                  </a:cubicBezTo>
                  <a:cubicBezTo>
                    <a:pt x="368761" y="689004"/>
                    <a:pt x="312774" y="695751"/>
                    <a:pt x="256533" y="699265"/>
                  </a:cubicBezTo>
                  <a:cubicBezTo>
                    <a:pt x="243292" y="699951"/>
                    <a:pt x="230015" y="699951"/>
                    <a:pt x="216774" y="699265"/>
                  </a:cubicBezTo>
                  <a:cubicBezTo>
                    <a:pt x="210287" y="698897"/>
                    <a:pt x="203829" y="698125"/>
                    <a:pt x="197436" y="696956"/>
                  </a:cubicBezTo>
                  <a:cubicBezTo>
                    <a:pt x="190920" y="696054"/>
                    <a:pt x="184671" y="693767"/>
                    <a:pt x="179107" y="690246"/>
                  </a:cubicBezTo>
                  <a:cubicBezTo>
                    <a:pt x="168716" y="683095"/>
                    <a:pt x="159660" y="674183"/>
                    <a:pt x="152337" y="663908"/>
                  </a:cubicBezTo>
                  <a:cubicBezTo>
                    <a:pt x="145106" y="654282"/>
                    <a:pt x="138525" y="644180"/>
                    <a:pt x="132637" y="633673"/>
                  </a:cubicBezTo>
                  <a:cubicBezTo>
                    <a:pt x="111928" y="595321"/>
                    <a:pt x="94292" y="555389"/>
                    <a:pt x="79889" y="514251"/>
                  </a:cubicBezTo>
                  <a:cubicBezTo>
                    <a:pt x="52902" y="439567"/>
                    <a:pt x="36089" y="378233"/>
                    <a:pt x="24832" y="335948"/>
                  </a:cubicBezTo>
                  <a:cubicBezTo>
                    <a:pt x="19348" y="314805"/>
                    <a:pt x="15380" y="298425"/>
                    <a:pt x="12854" y="287241"/>
                  </a:cubicBezTo>
                  <a:cubicBezTo>
                    <a:pt x="11628" y="281685"/>
                    <a:pt x="10761" y="277427"/>
                    <a:pt x="10184" y="274541"/>
                  </a:cubicBezTo>
                  <a:cubicBezTo>
                    <a:pt x="9903" y="273091"/>
                    <a:pt x="9737" y="271618"/>
                    <a:pt x="9679" y="270139"/>
                  </a:cubicBezTo>
                  <a:cubicBezTo>
                    <a:pt x="9679" y="270139"/>
                    <a:pt x="10761" y="275984"/>
                    <a:pt x="13504" y="287096"/>
                  </a:cubicBezTo>
                  <a:cubicBezTo>
                    <a:pt x="16246" y="298209"/>
                    <a:pt x="20359" y="314589"/>
                    <a:pt x="26131" y="335659"/>
                  </a:cubicBezTo>
                  <a:cubicBezTo>
                    <a:pt x="37749" y="377727"/>
                    <a:pt x="54995" y="438990"/>
                    <a:pt x="82198" y="513457"/>
                  </a:cubicBezTo>
                  <a:cubicBezTo>
                    <a:pt x="96681" y="554378"/>
                    <a:pt x="114367" y="594087"/>
                    <a:pt x="135091" y="632230"/>
                  </a:cubicBezTo>
                  <a:cubicBezTo>
                    <a:pt x="140979" y="642607"/>
                    <a:pt x="147509" y="652608"/>
                    <a:pt x="154645" y="662176"/>
                  </a:cubicBezTo>
                  <a:cubicBezTo>
                    <a:pt x="161825" y="672076"/>
                    <a:pt x="170636" y="680692"/>
                    <a:pt x="180695" y="687648"/>
                  </a:cubicBezTo>
                  <a:cubicBezTo>
                    <a:pt x="185941" y="690974"/>
                    <a:pt x="191850" y="693118"/>
                    <a:pt x="198013" y="693926"/>
                  </a:cubicBezTo>
                  <a:cubicBezTo>
                    <a:pt x="204283" y="695051"/>
                    <a:pt x="210626" y="695780"/>
                    <a:pt x="216990" y="696090"/>
                  </a:cubicBezTo>
                  <a:cubicBezTo>
                    <a:pt x="230116" y="696812"/>
                    <a:pt x="243263" y="696812"/>
                    <a:pt x="256389" y="696090"/>
                  </a:cubicBezTo>
                  <a:cubicBezTo>
                    <a:pt x="312485" y="692490"/>
                    <a:pt x="368335" y="685671"/>
                    <a:pt x="423652" y="675670"/>
                  </a:cubicBezTo>
                  <a:cubicBezTo>
                    <a:pt x="481740" y="665856"/>
                    <a:pt x="541920" y="654022"/>
                    <a:pt x="604048" y="640312"/>
                  </a:cubicBezTo>
                  <a:lnTo>
                    <a:pt x="602605" y="642116"/>
                  </a:lnTo>
                  <a:lnTo>
                    <a:pt x="602605" y="533806"/>
                  </a:lnTo>
                  <a:lnTo>
                    <a:pt x="604265" y="535682"/>
                  </a:lnTo>
                  <a:lnTo>
                    <a:pt x="498769" y="525364"/>
                  </a:lnTo>
                  <a:lnTo>
                    <a:pt x="295643" y="505448"/>
                  </a:lnTo>
                  <a:lnTo>
                    <a:pt x="294200" y="505448"/>
                  </a:lnTo>
                  <a:lnTo>
                    <a:pt x="294200" y="504005"/>
                  </a:lnTo>
                  <a:cubicBezTo>
                    <a:pt x="290542" y="472204"/>
                    <a:pt x="286912" y="440938"/>
                    <a:pt x="283304" y="410199"/>
                  </a:cubicBezTo>
                  <a:cubicBezTo>
                    <a:pt x="280346" y="379459"/>
                    <a:pt x="276088" y="349297"/>
                    <a:pt x="272119" y="319856"/>
                  </a:cubicBezTo>
                  <a:cubicBezTo>
                    <a:pt x="264283" y="263529"/>
                    <a:pt x="253300" y="207686"/>
                    <a:pt x="239215" y="152593"/>
                  </a:cubicBezTo>
                  <a:cubicBezTo>
                    <a:pt x="232670" y="127193"/>
                    <a:pt x="224350" y="102284"/>
                    <a:pt x="214321" y="78053"/>
                  </a:cubicBezTo>
                  <a:cubicBezTo>
                    <a:pt x="209536" y="66544"/>
                    <a:pt x="203742" y="55490"/>
                    <a:pt x="197002" y="45005"/>
                  </a:cubicBezTo>
                  <a:cubicBezTo>
                    <a:pt x="190883" y="34730"/>
                    <a:pt x="182369" y="26085"/>
                    <a:pt x="172180" y="19822"/>
                  </a:cubicBezTo>
                  <a:cubicBezTo>
                    <a:pt x="152647" y="7937"/>
                    <a:pt x="130097" y="1948"/>
                    <a:pt x="107237" y="2576"/>
                  </a:cubicBezTo>
                  <a:cubicBezTo>
                    <a:pt x="96608" y="3153"/>
                    <a:pt x="86181" y="5722"/>
                    <a:pt x="76498" y="10152"/>
                  </a:cubicBezTo>
                  <a:cubicBezTo>
                    <a:pt x="67305" y="14482"/>
                    <a:pt x="58812" y="20175"/>
                    <a:pt x="51315" y="27038"/>
                  </a:cubicBezTo>
                  <a:cubicBezTo>
                    <a:pt x="37655" y="40199"/>
                    <a:pt x="26954" y="56110"/>
                    <a:pt x="19926" y="73724"/>
                  </a:cubicBezTo>
                  <a:cubicBezTo>
                    <a:pt x="13756" y="89433"/>
                    <a:pt x="9188" y="105733"/>
                    <a:pt x="6288" y="122359"/>
                  </a:cubicBezTo>
                  <a:cubicBezTo>
                    <a:pt x="2110" y="148985"/>
                    <a:pt x="732" y="175973"/>
                    <a:pt x="2175" y="202888"/>
                  </a:cubicBezTo>
                  <a:cubicBezTo>
                    <a:pt x="3329" y="224968"/>
                    <a:pt x="5566" y="241925"/>
                    <a:pt x="7298" y="253398"/>
                  </a:cubicBezTo>
                  <a:cubicBezTo>
                    <a:pt x="8164" y="259027"/>
                    <a:pt x="8885" y="263284"/>
                    <a:pt x="9390" y="266315"/>
                  </a:cubicBezTo>
                  <a:cubicBezTo>
                    <a:pt x="9896" y="269345"/>
                    <a:pt x="10040" y="270861"/>
                    <a:pt x="10040" y="270861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>
              <a:extLst>
                <a:ext uri="{FF2B5EF4-FFF2-40B4-BE49-F238E27FC236}">
                  <a16:creationId xmlns:a16="http://schemas.microsoft.com/office/drawing/2014/main" id="{21A90C3A-3030-CC86-54B7-C8046D8E0E15}"/>
                </a:ext>
              </a:extLst>
            </p:cNvPr>
            <p:cNvSpPr/>
            <p:nvPr/>
          </p:nvSpPr>
          <p:spPr>
            <a:xfrm>
              <a:off x="6312202" y="10348767"/>
              <a:ext cx="1008065" cy="866189"/>
            </a:xfrm>
            <a:custGeom>
              <a:avLst/>
              <a:gdLst>
                <a:gd name="connsiteX0" fmla="*/ 965850 w 1008065"/>
                <a:gd name="connsiteY0" fmla="*/ 866190 h 866189"/>
                <a:gd name="connsiteX1" fmla="*/ 42222 w 1008065"/>
                <a:gd name="connsiteY1" fmla="*/ 866190 h 866189"/>
                <a:gd name="connsiteX2" fmla="*/ 9823 w 1008065"/>
                <a:gd name="connsiteY2" fmla="*/ 849593 h 866189"/>
                <a:gd name="connsiteX3" fmla="*/ 1885 w 1008065"/>
                <a:gd name="connsiteY3" fmla="*/ 806298 h 866189"/>
                <a:gd name="connsiteX4" fmla="*/ 227958 w 1008065"/>
                <a:gd name="connsiteY4" fmla="*/ 288 h 866189"/>
                <a:gd name="connsiteX5" fmla="*/ 241812 w 1008065"/>
                <a:gd name="connsiteY5" fmla="*/ 4185 h 866189"/>
                <a:gd name="connsiteX6" fmla="*/ 15812 w 1008065"/>
                <a:gd name="connsiteY6" fmla="*/ 810195 h 866189"/>
                <a:gd name="connsiteX7" fmla="*/ 21296 w 1008065"/>
                <a:gd name="connsiteY7" fmla="*/ 840862 h 866189"/>
                <a:gd name="connsiteX8" fmla="*/ 42222 w 1008065"/>
                <a:gd name="connsiteY8" fmla="*/ 851758 h 866189"/>
                <a:gd name="connsiteX9" fmla="*/ 965850 w 1008065"/>
                <a:gd name="connsiteY9" fmla="*/ 851758 h 866189"/>
                <a:gd name="connsiteX10" fmla="*/ 987498 w 1008065"/>
                <a:gd name="connsiteY10" fmla="*/ 840357 h 866189"/>
                <a:gd name="connsiteX11" fmla="*/ 992188 w 1008065"/>
                <a:gd name="connsiteY11" fmla="*/ 808752 h 866189"/>
                <a:gd name="connsiteX12" fmla="*/ 728810 w 1008065"/>
                <a:gd name="connsiteY12" fmla="*/ 4474 h 866189"/>
                <a:gd name="connsiteX13" fmla="*/ 742520 w 1008065"/>
                <a:gd name="connsiteY13" fmla="*/ 0 h 866189"/>
                <a:gd name="connsiteX14" fmla="*/ 1005537 w 1008065"/>
                <a:gd name="connsiteY14" fmla="*/ 804278 h 866189"/>
                <a:gd name="connsiteX15" fmla="*/ 998826 w 1008065"/>
                <a:gd name="connsiteY15" fmla="*/ 848799 h 866189"/>
                <a:gd name="connsiteX16" fmla="*/ 965850 w 1008065"/>
                <a:gd name="connsiteY16" fmla="*/ 866190 h 86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8065" h="866189">
                  <a:moveTo>
                    <a:pt x="965850" y="866190"/>
                  </a:moveTo>
                  <a:lnTo>
                    <a:pt x="42222" y="866190"/>
                  </a:lnTo>
                  <a:cubicBezTo>
                    <a:pt x="29407" y="866074"/>
                    <a:pt x="17399" y="859926"/>
                    <a:pt x="9823" y="849593"/>
                  </a:cubicBezTo>
                  <a:cubicBezTo>
                    <a:pt x="608" y="837175"/>
                    <a:pt x="-2329" y="821177"/>
                    <a:pt x="1885" y="806298"/>
                  </a:cubicBezTo>
                  <a:lnTo>
                    <a:pt x="227958" y="288"/>
                  </a:lnTo>
                  <a:lnTo>
                    <a:pt x="241812" y="4185"/>
                  </a:lnTo>
                  <a:lnTo>
                    <a:pt x="15812" y="810195"/>
                  </a:lnTo>
                  <a:cubicBezTo>
                    <a:pt x="12774" y="820715"/>
                    <a:pt x="14802" y="832051"/>
                    <a:pt x="21296" y="840862"/>
                  </a:cubicBezTo>
                  <a:cubicBezTo>
                    <a:pt x="26116" y="847645"/>
                    <a:pt x="33902" y="851700"/>
                    <a:pt x="42222" y="851758"/>
                  </a:cubicBezTo>
                  <a:lnTo>
                    <a:pt x="965850" y="851758"/>
                  </a:lnTo>
                  <a:cubicBezTo>
                    <a:pt x="974502" y="851744"/>
                    <a:pt x="982591" y="847479"/>
                    <a:pt x="987498" y="840357"/>
                  </a:cubicBezTo>
                  <a:cubicBezTo>
                    <a:pt x="994014" y="831171"/>
                    <a:pt x="995760" y="819431"/>
                    <a:pt x="992188" y="808752"/>
                  </a:cubicBezTo>
                  <a:lnTo>
                    <a:pt x="728810" y="4474"/>
                  </a:lnTo>
                  <a:lnTo>
                    <a:pt x="742520" y="0"/>
                  </a:lnTo>
                  <a:lnTo>
                    <a:pt x="1005537" y="804278"/>
                  </a:lnTo>
                  <a:cubicBezTo>
                    <a:pt x="1010531" y="819337"/>
                    <a:pt x="1008041" y="835883"/>
                    <a:pt x="998826" y="848799"/>
                  </a:cubicBezTo>
                  <a:cubicBezTo>
                    <a:pt x="991315" y="859616"/>
                    <a:pt x="979019" y="866103"/>
                    <a:pt x="965850" y="866190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>
              <a:extLst>
                <a:ext uri="{FF2B5EF4-FFF2-40B4-BE49-F238E27FC236}">
                  <a16:creationId xmlns:a16="http://schemas.microsoft.com/office/drawing/2014/main" id="{A40A2430-E849-BAD3-DF1B-B2ABB63A3579}"/>
                </a:ext>
              </a:extLst>
            </p:cNvPr>
            <p:cNvSpPr/>
            <p:nvPr/>
          </p:nvSpPr>
          <p:spPr>
            <a:xfrm>
              <a:off x="6342705" y="9337755"/>
              <a:ext cx="804523" cy="1013609"/>
            </a:xfrm>
            <a:custGeom>
              <a:avLst/>
              <a:gdLst>
                <a:gd name="connsiteX0" fmla="*/ 139367 w 804523"/>
                <a:gd name="connsiteY0" fmla="*/ 924205 h 1013609"/>
                <a:gd name="connsiteX1" fmla="*/ 138862 w 804523"/>
                <a:gd name="connsiteY1" fmla="*/ 917422 h 1013609"/>
                <a:gd name="connsiteX2" fmla="*/ 171333 w 804523"/>
                <a:gd name="connsiteY2" fmla="*/ 792661 h 1013609"/>
                <a:gd name="connsiteX3" fmla="*/ 247749 w 804523"/>
                <a:gd name="connsiteY3" fmla="*/ 456402 h 1013609"/>
                <a:gd name="connsiteX4" fmla="*/ 78826 w 804523"/>
                <a:gd name="connsiteY4" fmla="*/ 29369 h 1013609"/>
                <a:gd name="connsiteX5" fmla="*/ 40149 w 804523"/>
                <a:gd name="connsiteY5" fmla="*/ 0 h 1013609"/>
                <a:gd name="connsiteX6" fmla="*/ 40149 w 804523"/>
                <a:gd name="connsiteY6" fmla="*/ 0 h 1013609"/>
                <a:gd name="connsiteX7" fmla="*/ 0 w 804523"/>
                <a:gd name="connsiteY7" fmla="*/ 39947 h 1013609"/>
                <a:gd name="connsiteX8" fmla="*/ 1833 w 804523"/>
                <a:gd name="connsiteY8" fmla="*/ 52026 h 1013609"/>
                <a:gd name="connsiteX9" fmla="*/ 163973 w 804523"/>
                <a:gd name="connsiteY9" fmla="*/ 456114 h 1013609"/>
                <a:gd name="connsiteX10" fmla="*/ 87557 w 804523"/>
                <a:gd name="connsiteY10" fmla="*/ 792372 h 1013609"/>
                <a:gd name="connsiteX11" fmla="*/ 55086 w 804523"/>
                <a:gd name="connsiteY11" fmla="*/ 917134 h 1013609"/>
                <a:gd name="connsiteX12" fmla="*/ 127605 w 804523"/>
                <a:gd name="connsiteY12" fmla="*/ 1013610 h 1013609"/>
                <a:gd name="connsiteX13" fmla="*/ 764331 w 804523"/>
                <a:gd name="connsiteY13" fmla="*/ 1013610 h 1013609"/>
                <a:gd name="connsiteX14" fmla="*/ 804524 w 804523"/>
                <a:gd name="connsiteY14" fmla="*/ 973417 h 1013609"/>
                <a:gd name="connsiteX15" fmla="*/ 804524 w 804523"/>
                <a:gd name="connsiteY15" fmla="*/ 964758 h 1013609"/>
                <a:gd name="connsiteX16" fmla="*/ 764331 w 804523"/>
                <a:gd name="connsiteY16" fmla="*/ 924566 h 1013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4523" h="1013609">
                  <a:moveTo>
                    <a:pt x="139367" y="924205"/>
                  </a:moveTo>
                  <a:cubicBezTo>
                    <a:pt x="139367" y="921968"/>
                    <a:pt x="138934" y="919659"/>
                    <a:pt x="138862" y="917422"/>
                  </a:cubicBezTo>
                  <a:cubicBezTo>
                    <a:pt x="136914" y="874127"/>
                    <a:pt x="154448" y="832564"/>
                    <a:pt x="171333" y="792661"/>
                  </a:cubicBezTo>
                  <a:cubicBezTo>
                    <a:pt x="216649" y="685577"/>
                    <a:pt x="260449" y="571928"/>
                    <a:pt x="247749" y="456402"/>
                  </a:cubicBezTo>
                  <a:cubicBezTo>
                    <a:pt x="230864" y="303571"/>
                    <a:pt x="118802" y="177149"/>
                    <a:pt x="78826" y="29369"/>
                  </a:cubicBezTo>
                  <a:cubicBezTo>
                    <a:pt x="74042" y="11971"/>
                    <a:pt x="58189" y="-57"/>
                    <a:pt x="40149" y="0"/>
                  </a:cubicBezTo>
                  <a:lnTo>
                    <a:pt x="40149" y="0"/>
                  </a:lnTo>
                  <a:cubicBezTo>
                    <a:pt x="18033" y="-57"/>
                    <a:pt x="58" y="17831"/>
                    <a:pt x="0" y="39947"/>
                  </a:cubicBezTo>
                  <a:cubicBezTo>
                    <a:pt x="-14" y="44046"/>
                    <a:pt x="606" y="48115"/>
                    <a:pt x="1833" y="52026"/>
                  </a:cubicBezTo>
                  <a:cubicBezTo>
                    <a:pt x="46355" y="190282"/>
                    <a:pt x="147954" y="311436"/>
                    <a:pt x="163973" y="456114"/>
                  </a:cubicBezTo>
                  <a:cubicBezTo>
                    <a:pt x="176673" y="571567"/>
                    <a:pt x="132873" y="685289"/>
                    <a:pt x="87557" y="792372"/>
                  </a:cubicBezTo>
                  <a:cubicBezTo>
                    <a:pt x="70672" y="832275"/>
                    <a:pt x="53138" y="873839"/>
                    <a:pt x="55086" y="917134"/>
                  </a:cubicBezTo>
                  <a:cubicBezTo>
                    <a:pt x="57034" y="960429"/>
                    <a:pt x="84743" y="1006394"/>
                    <a:pt x="127605" y="1013610"/>
                  </a:cubicBezTo>
                  <a:lnTo>
                    <a:pt x="764331" y="1013610"/>
                  </a:lnTo>
                  <a:cubicBezTo>
                    <a:pt x="786527" y="1013610"/>
                    <a:pt x="804524" y="995613"/>
                    <a:pt x="804524" y="973417"/>
                  </a:cubicBezTo>
                  <a:lnTo>
                    <a:pt x="804524" y="964758"/>
                  </a:lnTo>
                  <a:cubicBezTo>
                    <a:pt x="804524" y="942562"/>
                    <a:pt x="786527" y="924566"/>
                    <a:pt x="764331" y="924566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>
              <a:extLst>
                <a:ext uri="{FF2B5EF4-FFF2-40B4-BE49-F238E27FC236}">
                  <a16:creationId xmlns:a16="http://schemas.microsoft.com/office/drawing/2014/main" id="{391016DB-1155-678B-E1A3-793D7AA183BF}"/>
                </a:ext>
              </a:extLst>
            </p:cNvPr>
            <p:cNvSpPr/>
            <p:nvPr/>
          </p:nvSpPr>
          <p:spPr>
            <a:xfrm>
              <a:off x="7537029" y="9314478"/>
              <a:ext cx="540749" cy="486174"/>
            </a:xfrm>
            <a:custGeom>
              <a:avLst/>
              <a:gdLst>
                <a:gd name="connsiteX0" fmla="*/ 528561 w 540749"/>
                <a:gd name="connsiteY0" fmla="*/ 259 h 486174"/>
                <a:gd name="connsiteX1" fmla="*/ 528561 w 540749"/>
                <a:gd name="connsiteY1" fmla="*/ 259 h 486174"/>
                <a:gd name="connsiteX2" fmla="*/ 510737 w 540749"/>
                <a:gd name="connsiteY2" fmla="*/ 12454 h 486174"/>
                <a:gd name="connsiteX3" fmla="*/ 425590 w 540749"/>
                <a:gd name="connsiteY3" fmla="*/ 463733 h 486174"/>
                <a:gd name="connsiteX4" fmla="*/ 11257 w 540749"/>
                <a:gd name="connsiteY4" fmla="*/ 463733 h 486174"/>
                <a:gd name="connsiteX5" fmla="*/ 0 w 540749"/>
                <a:gd name="connsiteY5" fmla="*/ 474990 h 486174"/>
                <a:gd name="connsiteX6" fmla="*/ 0 w 540749"/>
                <a:gd name="connsiteY6" fmla="*/ 474990 h 486174"/>
                <a:gd name="connsiteX7" fmla="*/ 11257 w 540749"/>
                <a:gd name="connsiteY7" fmla="*/ 486174 h 486174"/>
                <a:gd name="connsiteX8" fmla="*/ 450413 w 540749"/>
                <a:gd name="connsiteY8" fmla="*/ 486174 h 486174"/>
                <a:gd name="connsiteX9" fmla="*/ 450413 w 540749"/>
                <a:gd name="connsiteY9" fmla="*/ 484370 h 486174"/>
                <a:gd name="connsiteX10" fmla="*/ 452434 w 540749"/>
                <a:gd name="connsiteY10" fmla="*/ 484731 h 486174"/>
                <a:gd name="connsiteX11" fmla="*/ 540467 w 540749"/>
                <a:gd name="connsiteY11" fmla="*/ 18083 h 486174"/>
                <a:gd name="connsiteX12" fmla="*/ 528561 w 540749"/>
                <a:gd name="connsiteY12" fmla="*/ 259 h 48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0749" h="486174">
                  <a:moveTo>
                    <a:pt x="528561" y="259"/>
                  </a:moveTo>
                  <a:lnTo>
                    <a:pt x="528561" y="259"/>
                  </a:lnTo>
                  <a:cubicBezTo>
                    <a:pt x="520277" y="-1277"/>
                    <a:pt x="512303" y="4170"/>
                    <a:pt x="510737" y="12454"/>
                  </a:cubicBezTo>
                  <a:lnTo>
                    <a:pt x="425590" y="463733"/>
                  </a:lnTo>
                  <a:lnTo>
                    <a:pt x="11257" y="463733"/>
                  </a:lnTo>
                  <a:cubicBezTo>
                    <a:pt x="5037" y="463733"/>
                    <a:pt x="0" y="468770"/>
                    <a:pt x="0" y="474990"/>
                  </a:cubicBezTo>
                  <a:lnTo>
                    <a:pt x="0" y="474990"/>
                  </a:lnTo>
                  <a:cubicBezTo>
                    <a:pt x="36" y="481181"/>
                    <a:pt x="5066" y="486174"/>
                    <a:pt x="11257" y="486174"/>
                  </a:cubicBezTo>
                  <a:lnTo>
                    <a:pt x="450413" y="486174"/>
                  </a:lnTo>
                  <a:lnTo>
                    <a:pt x="450413" y="484370"/>
                  </a:lnTo>
                  <a:lnTo>
                    <a:pt x="452434" y="484731"/>
                  </a:lnTo>
                  <a:lnTo>
                    <a:pt x="540467" y="18083"/>
                  </a:lnTo>
                  <a:cubicBezTo>
                    <a:pt x="542061" y="9878"/>
                    <a:pt x="536751" y="1926"/>
                    <a:pt x="528561" y="259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>
              <a:extLst>
                <a:ext uri="{FF2B5EF4-FFF2-40B4-BE49-F238E27FC236}">
                  <a16:creationId xmlns:a16="http://schemas.microsoft.com/office/drawing/2014/main" id="{79AA4E52-8671-A129-6AA3-E0E8364F5E6A}"/>
                </a:ext>
              </a:extLst>
            </p:cNvPr>
            <p:cNvSpPr/>
            <p:nvPr/>
          </p:nvSpPr>
          <p:spPr>
            <a:xfrm>
              <a:off x="7143910" y="9816455"/>
              <a:ext cx="71076" cy="1396914"/>
            </a:xfrm>
            <a:custGeom>
              <a:avLst/>
              <a:gdLst>
                <a:gd name="connsiteX0" fmla="*/ 0 w 71076"/>
                <a:gd name="connsiteY0" fmla="*/ 0 h 1396914"/>
                <a:gd name="connsiteX1" fmla="*/ 71076 w 71076"/>
                <a:gd name="connsiteY1" fmla="*/ 0 h 1396914"/>
                <a:gd name="connsiteX2" fmla="*/ 71076 w 71076"/>
                <a:gd name="connsiteY2" fmla="*/ 1396915 h 1396914"/>
                <a:gd name="connsiteX3" fmla="*/ 0 w 71076"/>
                <a:gd name="connsiteY3" fmla="*/ 1396915 h 139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76" h="1396914">
                  <a:moveTo>
                    <a:pt x="0" y="0"/>
                  </a:moveTo>
                  <a:lnTo>
                    <a:pt x="71076" y="0"/>
                  </a:lnTo>
                  <a:lnTo>
                    <a:pt x="71076" y="1396915"/>
                  </a:lnTo>
                  <a:lnTo>
                    <a:pt x="0" y="1396915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>
              <a:extLst>
                <a:ext uri="{FF2B5EF4-FFF2-40B4-BE49-F238E27FC236}">
                  <a16:creationId xmlns:a16="http://schemas.microsoft.com/office/drawing/2014/main" id="{F7DC90B2-35EE-2B7F-3C41-35AAD183938C}"/>
                </a:ext>
              </a:extLst>
            </p:cNvPr>
            <p:cNvSpPr/>
            <p:nvPr/>
          </p:nvSpPr>
          <p:spPr>
            <a:xfrm>
              <a:off x="8404951" y="9809239"/>
              <a:ext cx="71076" cy="1405790"/>
            </a:xfrm>
            <a:custGeom>
              <a:avLst/>
              <a:gdLst>
                <a:gd name="connsiteX0" fmla="*/ 0 w 71076"/>
                <a:gd name="connsiteY0" fmla="*/ 0 h 1405790"/>
                <a:gd name="connsiteX1" fmla="*/ 71076 w 71076"/>
                <a:gd name="connsiteY1" fmla="*/ 0 h 1405790"/>
                <a:gd name="connsiteX2" fmla="*/ 71076 w 71076"/>
                <a:gd name="connsiteY2" fmla="*/ 1405790 h 1405790"/>
                <a:gd name="connsiteX3" fmla="*/ 0 w 71076"/>
                <a:gd name="connsiteY3" fmla="*/ 1405790 h 140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76" h="1405790">
                  <a:moveTo>
                    <a:pt x="0" y="0"/>
                  </a:moveTo>
                  <a:lnTo>
                    <a:pt x="71076" y="0"/>
                  </a:lnTo>
                  <a:lnTo>
                    <a:pt x="71076" y="1405790"/>
                  </a:lnTo>
                  <a:lnTo>
                    <a:pt x="0" y="1405790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>
              <a:extLst>
                <a:ext uri="{FF2B5EF4-FFF2-40B4-BE49-F238E27FC236}">
                  <a16:creationId xmlns:a16="http://schemas.microsoft.com/office/drawing/2014/main" id="{B93BB314-98DD-7306-8363-06CC4750CC2E}"/>
                </a:ext>
              </a:extLst>
            </p:cNvPr>
            <p:cNvSpPr/>
            <p:nvPr/>
          </p:nvSpPr>
          <p:spPr>
            <a:xfrm>
              <a:off x="7046640" y="9802672"/>
              <a:ext cx="1524563" cy="83992"/>
            </a:xfrm>
            <a:custGeom>
              <a:avLst/>
              <a:gdLst>
                <a:gd name="connsiteX0" fmla="*/ 0 w 1524563"/>
                <a:gd name="connsiteY0" fmla="*/ 0 h 83992"/>
                <a:gd name="connsiteX1" fmla="*/ 1524564 w 1524563"/>
                <a:gd name="connsiteY1" fmla="*/ 0 h 83992"/>
                <a:gd name="connsiteX2" fmla="*/ 1524564 w 1524563"/>
                <a:gd name="connsiteY2" fmla="*/ 83992 h 83992"/>
                <a:gd name="connsiteX3" fmla="*/ 0 w 1524563"/>
                <a:gd name="connsiteY3" fmla="*/ 83992 h 8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563" h="83992">
                  <a:moveTo>
                    <a:pt x="0" y="0"/>
                  </a:moveTo>
                  <a:lnTo>
                    <a:pt x="1524564" y="0"/>
                  </a:lnTo>
                  <a:lnTo>
                    <a:pt x="1524564" y="83992"/>
                  </a:lnTo>
                  <a:lnTo>
                    <a:pt x="0" y="83992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>
              <a:extLst>
                <a:ext uri="{FF2B5EF4-FFF2-40B4-BE49-F238E27FC236}">
                  <a16:creationId xmlns:a16="http://schemas.microsoft.com/office/drawing/2014/main" id="{88A25DD4-EBD6-F26B-A446-2C7B64192D83}"/>
                </a:ext>
              </a:extLst>
            </p:cNvPr>
            <p:cNvSpPr/>
            <p:nvPr/>
          </p:nvSpPr>
          <p:spPr>
            <a:xfrm>
              <a:off x="7056959" y="9884789"/>
              <a:ext cx="1514244" cy="3752"/>
            </a:xfrm>
            <a:custGeom>
              <a:avLst/>
              <a:gdLst>
                <a:gd name="connsiteX0" fmla="*/ 1514245 w 1514244"/>
                <a:gd name="connsiteY0" fmla="*/ 1876 h 3752"/>
                <a:gd name="connsiteX1" fmla="*/ 757159 w 1514244"/>
                <a:gd name="connsiteY1" fmla="*/ 3752 h 3752"/>
                <a:gd name="connsiteX2" fmla="*/ 0 w 1514244"/>
                <a:gd name="connsiteY2" fmla="*/ 1876 h 3752"/>
                <a:gd name="connsiteX3" fmla="*/ 757159 w 1514244"/>
                <a:gd name="connsiteY3" fmla="*/ 0 h 3752"/>
                <a:gd name="connsiteX4" fmla="*/ 1514245 w 1514244"/>
                <a:gd name="connsiteY4" fmla="*/ 1876 h 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4244" h="3752">
                  <a:moveTo>
                    <a:pt x="1514245" y="1876"/>
                  </a:moveTo>
                  <a:cubicBezTo>
                    <a:pt x="1514245" y="2886"/>
                    <a:pt x="1175100" y="3752"/>
                    <a:pt x="757159" y="3752"/>
                  </a:cubicBezTo>
                  <a:cubicBezTo>
                    <a:pt x="339217" y="3752"/>
                    <a:pt x="0" y="2886"/>
                    <a:pt x="0" y="1876"/>
                  </a:cubicBezTo>
                  <a:cubicBezTo>
                    <a:pt x="0" y="866"/>
                    <a:pt x="339144" y="0"/>
                    <a:pt x="757159" y="0"/>
                  </a:cubicBezTo>
                  <a:cubicBezTo>
                    <a:pt x="1175173" y="0"/>
                    <a:pt x="1514245" y="866"/>
                    <a:pt x="1514245" y="187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>
              <a:extLst>
                <a:ext uri="{FF2B5EF4-FFF2-40B4-BE49-F238E27FC236}">
                  <a16:creationId xmlns:a16="http://schemas.microsoft.com/office/drawing/2014/main" id="{CA26C1DB-FFC6-35DD-9B84-107F960F4F89}"/>
                </a:ext>
              </a:extLst>
            </p:cNvPr>
            <p:cNvSpPr/>
            <p:nvPr/>
          </p:nvSpPr>
          <p:spPr>
            <a:xfrm>
              <a:off x="8173461" y="9170235"/>
              <a:ext cx="66249" cy="74513"/>
            </a:xfrm>
            <a:custGeom>
              <a:avLst/>
              <a:gdLst>
                <a:gd name="connsiteX0" fmla="*/ 30456 w 66249"/>
                <a:gd name="connsiteY0" fmla="*/ 257 h 74513"/>
                <a:gd name="connsiteX1" fmla="*/ 5994 w 66249"/>
                <a:gd name="connsiteY1" fmla="*/ 10720 h 74513"/>
                <a:gd name="connsiteX2" fmla="*/ 149 w 66249"/>
                <a:gd name="connsiteY2" fmla="*/ 35542 h 74513"/>
                <a:gd name="connsiteX3" fmla="*/ 6932 w 66249"/>
                <a:gd name="connsiteY3" fmla="*/ 58705 h 74513"/>
                <a:gd name="connsiteX4" fmla="*/ 35074 w 66249"/>
                <a:gd name="connsiteY4" fmla="*/ 74075 h 74513"/>
                <a:gd name="connsiteX5" fmla="*/ 65525 w 66249"/>
                <a:gd name="connsiteY5" fmla="*/ 70251 h 74513"/>
                <a:gd name="connsiteX6" fmla="*/ 63071 w 66249"/>
                <a:gd name="connsiteY6" fmla="*/ 36769 h 74513"/>
                <a:gd name="connsiteX7" fmla="*/ 53258 w 66249"/>
                <a:gd name="connsiteY7" fmla="*/ 14111 h 74513"/>
                <a:gd name="connsiteX8" fmla="*/ 30456 w 66249"/>
                <a:gd name="connsiteY8" fmla="*/ 257 h 7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49" h="74513">
                  <a:moveTo>
                    <a:pt x="30456" y="257"/>
                  </a:moveTo>
                  <a:cubicBezTo>
                    <a:pt x="20988" y="-1092"/>
                    <a:pt x="11558" y="2941"/>
                    <a:pt x="5994" y="10720"/>
                  </a:cubicBezTo>
                  <a:cubicBezTo>
                    <a:pt x="1455" y="18159"/>
                    <a:pt x="-594" y="26855"/>
                    <a:pt x="149" y="35542"/>
                  </a:cubicBezTo>
                  <a:cubicBezTo>
                    <a:pt x="-67" y="43783"/>
                    <a:pt x="2307" y="51886"/>
                    <a:pt x="6932" y="58705"/>
                  </a:cubicBezTo>
                  <a:cubicBezTo>
                    <a:pt x="13996" y="67242"/>
                    <a:pt x="24070" y="72740"/>
                    <a:pt x="35074" y="74075"/>
                  </a:cubicBezTo>
                  <a:cubicBezTo>
                    <a:pt x="45385" y="75287"/>
                    <a:pt x="55834" y="73974"/>
                    <a:pt x="65525" y="70251"/>
                  </a:cubicBezTo>
                  <a:cubicBezTo>
                    <a:pt x="67025" y="59037"/>
                    <a:pt x="66189" y="47643"/>
                    <a:pt x="63071" y="36769"/>
                  </a:cubicBezTo>
                  <a:cubicBezTo>
                    <a:pt x="61614" y="28558"/>
                    <a:pt x="58251" y="20793"/>
                    <a:pt x="53258" y="14111"/>
                  </a:cubicBezTo>
                  <a:cubicBezTo>
                    <a:pt x="47651" y="6816"/>
                    <a:pt x="39519" y="1873"/>
                    <a:pt x="30456" y="257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>
              <a:extLst>
                <a:ext uri="{FF2B5EF4-FFF2-40B4-BE49-F238E27FC236}">
                  <a16:creationId xmlns:a16="http://schemas.microsoft.com/office/drawing/2014/main" id="{115B16EF-0242-5B7F-D9E7-F7ADB99DB458}"/>
                </a:ext>
              </a:extLst>
            </p:cNvPr>
            <p:cNvSpPr/>
            <p:nvPr/>
          </p:nvSpPr>
          <p:spPr>
            <a:xfrm>
              <a:off x="8361069" y="9146969"/>
              <a:ext cx="65240" cy="347082"/>
            </a:xfrm>
            <a:custGeom>
              <a:avLst/>
              <a:gdLst>
                <a:gd name="connsiteX0" fmla="*/ 65240 w 65240"/>
                <a:gd name="connsiteY0" fmla="*/ 0 h 347082"/>
                <a:gd name="connsiteX1" fmla="*/ 64302 w 65240"/>
                <a:gd name="connsiteY1" fmla="*/ 3464 h 347082"/>
                <a:gd name="connsiteX2" fmla="*/ 61055 w 65240"/>
                <a:gd name="connsiteY2" fmla="*/ 13277 h 347082"/>
                <a:gd name="connsiteX3" fmla="*/ 49365 w 65240"/>
                <a:gd name="connsiteY3" fmla="*/ 49356 h 347082"/>
                <a:gd name="connsiteX4" fmla="*/ 34140 w 65240"/>
                <a:gd name="connsiteY4" fmla="*/ 103619 h 347082"/>
                <a:gd name="connsiteX5" fmla="*/ 19275 w 65240"/>
                <a:gd name="connsiteY5" fmla="*/ 170943 h 347082"/>
                <a:gd name="connsiteX6" fmla="*/ 8596 w 65240"/>
                <a:gd name="connsiteY6" fmla="*/ 239133 h 347082"/>
                <a:gd name="connsiteX7" fmla="*/ 2967 w 65240"/>
                <a:gd name="connsiteY7" fmla="*/ 295200 h 347082"/>
                <a:gd name="connsiteX8" fmla="*/ 658 w 65240"/>
                <a:gd name="connsiteY8" fmla="*/ 333155 h 347082"/>
                <a:gd name="connsiteX9" fmla="*/ 81 w 65240"/>
                <a:gd name="connsiteY9" fmla="*/ 343474 h 347082"/>
                <a:gd name="connsiteX10" fmla="*/ 81 w 65240"/>
                <a:gd name="connsiteY10" fmla="*/ 347082 h 347082"/>
                <a:gd name="connsiteX11" fmla="*/ 81 w 65240"/>
                <a:gd name="connsiteY11" fmla="*/ 343474 h 347082"/>
                <a:gd name="connsiteX12" fmla="*/ 81 w 65240"/>
                <a:gd name="connsiteY12" fmla="*/ 333155 h 347082"/>
                <a:gd name="connsiteX13" fmla="*/ 1596 w 65240"/>
                <a:gd name="connsiteY13" fmla="*/ 295128 h 347082"/>
                <a:gd name="connsiteX14" fmla="*/ 6647 w 65240"/>
                <a:gd name="connsiteY14" fmla="*/ 238844 h 347082"/>
                <a:gd name="connsiteX15" fmla="*/ 17111 w 65240"/>
                <a:gd name="connsiteY15" fmla="*/ 170510 h 347082"/>
                <a:gd name="connsiteX16" fmla="*/ 32264 w 65240"/>
                <a:gd name="connsiteY16" fmla="*/ 103042 h 347082"/>
                <a:gd name="connsiteX17" fmla="*/ 48066 w 65240"/>
                <a:gd name="connsiteY17" fmla="*/ 48779 h 347082"/>
                <a:gd name="connsiteX18" fmla="*/ 60478 w 65240"/>
                <a:gd name="connsiteY18" fmla="*/ 12700 h 347082"/>
                <a:gd name="connsiteX19" fmla="*/ 64230 w 65240"/>
                <a:gd name="connsiteY19" fmla="*/ 3031 h 347082"/>
                <a:gd name="connsiteX20" fmla="*/ 65240 w 65240"/>
                <a:gd name="connsiteY20" fmla="*/ 0 h 34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5240" h="347082">
                  <a:moveTo>
                    <a:pt x="65240" y="0"/>
                  </a:moveTo>
                  <a:cubicBezTo>
                    <a:pt x="65045" y="1183"/>
                    <a:pt x="64728" y="2345"/>
                    <a:pt x="64302" y="3464"/>
                  </a:cubicBezTo>
                  <a:cubicBezTo>
                    <a:pt x="63436" y="5989"/>
                    <a:pt x="62354" y="9236"/>
                    <a:pt x="61055" y="13277"/>
                  </a:cubicBezTo>
                  <a:cubicBezTo>
                    <a:pt x="58096" y="21792"/>
                    <a:pt x="53839" y="34131"/>
                    <a:pt x="49365" y="49356"/>
                  </a:cubicBezTo>
                  <a:cubicBezTo>
                    <a:pt x="44891" y="64582"/>
                    <a:pt x="39407" y="83054"/>
                    <a:pt x="34140" y="103619"/>
                  </a:cubicBezTo>
                  <a:cubicBezTo>
                    <a:pt x="28872" y="124185"/>
                    <a:pt x="23821" y="146915"/>
                    <a:pt x="19275" y="170943"/>
                  </a:cubicBezTo>
                  <a:cubicBezTo>
                    <a:pt x="14729" y="194972"/>
                    <a:pt x="11266" y="218135"/>
                    <a:pt x="8596" y="239133"/>
                  </a:cubicBezTo>
                  <a:cubicBezTo>
                    <a:pt x="5926" y="260131"/>
                    <a:pt x="4122" y="279253"/>
                    <a:pt x="2967" y="295200"/>
                  </a:cubicBezTo>
                  <a:cubicBezTo>
                    <a:pt x="1813" y="311147"/>
                    <a:pt x="1019" y="324064"/>
                    <a:pt x="658" y="333155"/>
                  </a:cubicBezTo>
                  <a:cubicBezTo>
                    <a:pt x="658" y="337485"/>
                    <a:pt x="225" y="340876"/>
                    <a:pt x="81" y="343474"/>
                  </a:cubicBezTo>
                  <a:cubicBezTo>
                    <a:pt x="189" y="344672"/>
                    <a:pt x="189" y="345884"/>
                    <a:pt x="81" y="347082"/>
                  </a:cubicBezTo>
                  <a:cubicBezTo>
                    <a:pt x="-27" y="345884"/>
                    <a:pt x="-27" y="344672"/>
                    <a:pt x="81" y="343474"/>
                  </a:cubicBezTo>
                  <a:cubicBezTo>
                    <a:pt x="81" y="340876"/>
                    <a:pt x="81" y="337413"/>
                    <a:pt x="81" y="333155"/>
                  </a:cubicBezTo>
                  <a:cubicBezTo>
                    <a:pt x="81" y="324136"/>
                    <a:pt x="586" y="311147"/>
                    <a:pt x="1596" y="295128"/>
                  </a:cubicBezTo>
                  <a:cubicBezTo>
                    <a:pt x="2607" y="279109"/>
                    <a:pt x="4194" y="259987"/>
                    <a:pt x="6647" y="238844"/>
                  </a:cubicBezTo>
                  <a:cubicBezTo>
                    <a:pt x="9101" y="217702"/>
                    <a:pt x="12637" y="194611"/>
                    <a:pt x="17111" y="170510"/>
                  </a:cubicBezTo>
                  <a:cubicBezTo>
                    <a:pt x="21584" y="146410"/>
                    <a:pt x="26996" y="123607"/>
                    <a:pt x="32264" y="103042"/>
                  </a:cubicBezTo>
                  <a:cubicBezTo>
                    <a:pt x="37532" y="82477"/>
                    <a:pt x="43087" y="64077"/>
                    <a:pt x="48066" y="48779"/>
                  </a:cubicBezTo>
                  <a:cubicBezTo>
                    <a:pt x="53045" y="33482"/>
                    <a:pt x="57303" y="21215"/>
                    <a:pt x="60478" y="12700"/>
                  </a:cubicBezTo>
                  <a:lnTo>
                    <a:pt x="64230" y="3031"/>
                  </a:lnTo>
                  <a:cubicBezTo>
                    <a:pt x="64490" y="1999"/>
                    <a:pt x="64822" y="981"/>
                    <a:pt x="65240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>
              <a:extLst>
                <a:ext uri="{FF2B5EF4-FFF2-40B4-BE49-F238E27FC236}">
                  <a16:creationId xmlns:a16="http://schemas.microsoft.com/office/drawing/2014/main" id="{0103A5E1-B1DF-F445-6281-27B37E4BD823}"/>
                </a:ext>
              </a:extLst>
            </p:cNvPr>
            <p:cNvSpPr/>
            <p:nvPr/>
          </p:nvSpPr>
          <p:spPr>
            <a:xfrm>
              <a:off x="8225204" y="9218478"/>
              <a:ext cx="112648" cy="312085"/>
            </a:xfrm>
            <a:custGeom>
              <a:avLst/>
              <a:gdLst>
                <a:gd name="connsiteX0" fmla="*/ 0 w 112648"/>
                <a:gd name="connsiteY0" fmla="*/ 0 h 312085"/>
                <a:gd name="connsiteX1" fmla="*/ 1948 w 112648"/>
                <a:gd name="connsiteY1" fmla="*/ 2742 h 312085"/>
                <a:gd name="connsiteX2" fmla="*/ 7071 w 112648"/>
                <a:gd name="connsiteY2" fmla="*/ 11040 h 312085"/>
                <a:gd name="connsiteX3" fmla="*/ 24823 w 112648"/>
                <a:gd name="connsiteY3" fmla="*/ 42213 h 312085"/>
                <a:gd name="connsiteX4" fmla="*/ 48418 w 112648"/>
                <a:gd name="connsiteY4" fmla="*/ 89837 h 312085"/>
                <a:gd name="connsiteX5" fmla="*/ 72952 w 112648"/>
                <a:gd name="connsiteY5" fmla="*/ 150090 h 312085"/>
                <a:gd name="connsiteX6" fmla="*/ 92579 w 112648"/>
                <a:gd name="connsiteY6" fmla="*/ 212146 h 312085"/>
                <a:gd name="connsiteX7" fmla="*/ 104918 w 112648"/>
                <a:gd name="connsiteY7" fmla="*/ 263811 h 312085"/>
                <a:gd name="connsiteX8" fmla="*/ 111196 w 112648"/>
                <a:gd name="connsiteY8" fmla="*/ 299097 h 312085"/>
                <a:gd name="connsiteX9" fmla="*/ 112567 w 112648"/>
                <a:gd name="connsiteY9" fmla="*/ 308694 h 312085"/>
                <a:gd name="connsiteX10" fmla="*/ 112567 w 112648"/>
                <a:gd name="connsiteY10" fmla="*/ 312085 h 312085"/>
                <a:gd name="connsiteX11" fmla="*/ 111773 w 112648"/>
                <a:gd name="connsiteY11" fmla="*/ 308766 h 312085"/>
                <a:gd name="connsiteX12" fmla="*/ 109897 w 112648"/>
                <a:gd name="connsiteY12" fmla="*/ 299241 h 312085"/>
                <a:gd name="connsiteX13" fmla="*/ 102681 w 112648"/>
                <a:gd name="connsiteY13" fmla="*/ 264172 h 312085"/>
                <a:gd name="connsiteX14" fmla="*/ 89837 w 112648"/>
                <a:gd name="connsiteY14" fmla="*/ 212795 h 312085"/>
                <a:gd name="connsiteX15" fmla="*/ 70066 w 112648"/>
                <a:gd name="connsiteY15" fmla="*/ 150955 h 312085"/>
                <a:gd name="connsiteX16" fmla="*/ 45749 w 112648"/>
                <a:gd name="connsiteY16" fmla="*/ 90775 h 312085"/>
                <a:gd name="connsiteX17" fmla="*/ 23019 w 112648"/>
                <a:gd name="connsiteY17" fmla="*/ 43295 h 312085"/>
                <a:gd name="connsiteX18" fmla="*/ 6062 w 112648"/>
                <a:gd name="connsiteY18" fmla="*/ 11834 h 312085"/>
                <a:gd name="connsiteX19" fmla="*/ 1371 w 112648"/>
                <a:gd name="connsiteY19" fmla="*/ 3319 h 312085"/>
                <a:gd name="connsiteX20" fmla="*/ 0 w 112648"/>
                <a:gd name="connsiteY20" fmla="*/ 0 h 31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648" h="312085">
                  <a:moveTo>
                    <a:pt x="0" y="0"/>
                  </a:moveTo>
                  <a:cubicBezTo>
                    <a:pt x="780" y="815"/>
                    <a:pt x="1436" y="1739"/>
                    <a:pt x="1948" y="2742"/>
                  </a:cubicBezTo>
                  <a:lnTo>
                    <a:pt x="7071" y="11040"/>
                  </a:lnTo>
                  <a:cubicBezTo>
                    <a:pt x="11545" y="18256"/>
                    <a:pt x="17679" y="28863"/>
                    <a:pt x="24823" y="42213"/>
                  </a:cubicBezTo>
                  <a:cubicBezTo>
                    <a:pt x="31966" y="55562"/>
                    <a:pt x="40048" y="71581"/>
                    <a:pt x="48418" y="89837"/>
                  </a:cubicBezTo>
                  <a:cubicBezTo>
                    <a:pt x="56789" y="108093"/>
                    <a:pt x="65015" y="128370"/>
                    <a:pt x="72952" y="150090"/>
                  </a:cubicBezTo>
                  <a:cubicBezTo>
                    <a:pt x="80890" y="171809"/>
                    <a:pt x="87384" y="192879"/>
                    <a:pt x="92579" y="212146"/>
                  </a:cubicBezTo>
                  <a:cubicBezTo>
                    <a:pt x="97775" y="231412"/>
                    <a:pt x="101960" y="248947"/>
                    <a:pt x="104918" y="263811"/>
                  </a:cubicBezTo>
                  <a:cubicBezTo>
                    <a:pt x="107877" y="278676"/>
                    <a:pt x="110042" y="290726"/>
                    <a:pt x="111196" y="299097"/>
                  </a:cubicBezTo>
                  <a:lnTo>
                    <a:pt x="112567" y="308694"/>
                  </a:lnTo>
                  <a:cubicBezTo>
                    <a:pt x="112675" y="309819"/>
                    <a:pt x="112675" y="310959"/>
                    <a:pt x="112567" y="312085"/>
                  </a:cubicBezTo>
                  <a:cubicBezTo>
                    <a:pt x="112178" y="311010"/>
                    <a:pt x="111918" y="309899"/>
                    <a:pt x="111773" y="308766"/>
                  </a:cubicBezTo>
                  <a:cubicBezTo>
                    <a:pt x="111268" y="306385"/>
                    <a:pt x="110691" y="303210"/>
                    <a:pt x="109897" y="299241"/>
                  </a:cubicBezTo>
                  <a:cubicBezTo>
                    <a:pt x="108454" y="290943"/>
                    <a:pt x="106073" y="278964"/>
                    <a:pt x="102681" y="264172"/>
                  </a:cubicBezTo>
                  <a:cubicBezTo>
                    <a:pt x="99290" y="249379"/>
                    <a:pt x="95465" y="231989"/>
                    <a:pt x="89837" y="212795"/>
                  </a:cubicBezTo>
                  <a:cubicBezTo>
                    <a:pt x="84209" y="193601"/>
                    <a:pt x="77787" y="172675"/>
                    <a:pt x="70066" y="150955"/>
                  </a:cubicBezTo>
                  <a:cubicBezTo>
                    <a:pt x="62345" y="129236"/>
                    <a:pt x="53830" y="109031"/>
                    <a:pt x="45749" y="90775"/>
                  </a:cubicBezTo>
                  <a:cubicBezTo>
                    <a:pt x="37667" y="72519"/>
                    <a:pt x="30234" y="56500"/>
                    <a:pt x="23019" y="43295"/>
                  </a:cubicBezTo>
                  <a:cubicBezTo>
                    <a:pt x="15803" y="30090"/>
                    <a:pt x="10246" y="19194"/>
                    <a:pt x="6062" y="11834"/>
                  </a:cubicBezTo>
                  <a:lnTo>
                    <a:pt x="1371" y="3319"/>
                  </a:lnTo>
                  <a:cubicBezTo>
                    <a:pt x="801" y="2259"/>
                    <a:pt x="346" y="114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>
              <a:extLst>
                <a:ext uri="{FF2B5EF4-FFF2-40B4-BE49-F238E27FC236}">
                  <a16:creationId xmlns:a16="http://schemas.microsoft.com/office/drawing/2014/main" id="{B2AD39F8-8455-4DB8-2124-13B98F3C79F1}"/>
                </a:ext>
              </a:extLst>
            </p:cNvPr>
            <p:cNvSpPr/>
            <p:nvPr/>
          </p:nvSpPr>
          <p:spPr>
            <a:xfrm>
              <a:off x="8291950" y="9465548"/>
              <a:ext cx="120143" cy="11256"/>
            </a:xfrm>
            <a:custGeom>
              <a:avLst/>
              <a:gdLst>
                <a:gd name="connsiteX0" fmla="*/ 114660 w 120143"/>
                <a:gd name="connsiteY0" fmla="*/ 0 h 11256"/>
                <a:gd name="connsiteX1" fmla="*/ 120144 w 120143"/>
                <a:gd name="connsiteY1" fmla="*/ 0 h 11256"/>
                <a:gd name="connsiteX2" fmla="*/ 120144 w 120143"/>
                <a:gd name="connsiteY2" fmla="*/ 11257 h 11256"/>
                <a:gd name="connsiteX3" fmla="*/ 114660 w 120143"/>
                <a:gd name="connsiteY3" fmla="*/ 11257 h 11256"/>
                <a:gd name="connsiteX4" fmla="*/ 5484 w 120143"/>
                <a:gd name="connsiteY4" fmla="*/ 11257 h 11256"/>
                <a:gd name="connsiteX5" fmla="*/ 0 w 120143"/>
                <a:gd name="connsiteY5" fmla="*/ 11257 h 11256"/>
                <a:gd name="connsiteX6" fmla="*/ 0 w 120143"/>
                <a:gd name="connsiteY6" fmla="*/ 0 h 11256"/>
                <a:gd name="connsiteX7" fmla="*/ 5484 w 120143"/>
                <a:gd name="connsiteY7" fmla="*/ 0 h 1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143" h="11256">
                  <a:moveTo>
                    <a:pt x="114660" y="0"/>
                  </a:moveTo>
                  <a:cubicBezTo>
                    <a:pt x="117689" y="0"/>
                    <a:pt x="120144" y="0"/>
                    <a:pt x="120144" y="0"/>
                  </a:cubicBezTo>
                  <a:lnTo>
                    <a:pt x="120144" y="11257"/>
                  </a:lnTo>
                  <a:cubicBezTo>
                    <a:pt x="120144" y="11257"/>
                    <a:pt x="117689" y="11257"/>
                    <a:pt x="114660" y="11257"/>
                  </a:cubicBezTo>
                  <a:lnTo>
                    <a:pt x="5484" y="11257"/>
                  </a:lnTo>
                  <a:cubicBezTo>
                    <a:pt x="2455" y="11257"/>
                    <a:pt x="0" y="11257"/>
                    <a:pt x="0" y="11257"/>
                  </a:cubicBezTo>
                  <a:lnTo>
                    <a:pt x="0" y="0"/>
                  </a:lnTo>
                  <a:cubicBezTo>
                    <a:pt x="0" y="0"/>
                    <a:pt x="2455" y="0"/>
                    <a:pt x="5484" y="0"/>
                  </a:cubicBezTo>
                  <a:close/>
                </a:path>
              </a:pathLst>
            </a:custGeom>
            <a:solidFill>
              <a:srgbClr val="FF535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>
              <a:extLst>
                <a:ext uri="{FF2B5EF4-FFF2-40B4-BE49-F238E27FC236}">
                  <a16:creationId xmlns:a16="http://schemas.microsoft.com/office/drawing/2014/main" id="{74DEF0BC-E651-A7F4-2F3E-550F8DA27B3A}"/>
                </a:ext>
              </a:extLst>
            </p:cNvPr>
            <p:cNvSpPr/>
            <p:nvPr/>
          </p:nvSpPr>
          <p:spPr>
            <a:xfrm>
              <a:off x="8245946" y="9471032"/>
              <a:ext cx="213213" cy="328465"/>
            </a:xfrm>
            <a:custGeom>
              <a:avLst/>
              <a:gdLst>
                <a:gd name="connsiteX0" fmla="*/ 205403 w 213213"/>
                <a:gd name="connsiteY0" fmla="*/ 121443 h 328465"/>
                <a:gd name="connsiteX1" fmla="*/ 160087 w 213213"/>
                <a:gd name="connsiteY1" fmla="*/ 66747 h 328465"/>
                <a:gd name="connsiteX2" fmla="*/ 156263 w 213213"/>
                <a:gd name="connsiteY2" fmla="*/ 63067 h 328465"/>
                <a:gd name="connsiteX3" fmla="*/ 150057 w 213213"/>
                <a:gd name="connsiteY3" fmla="*/ 44666 h 328465"/>
                <a:gd name="connsiteX4" fmla="*/ 150057 w 213213"/>
                <a:gd name="connsiteY4" fmla="*/ 0 h 328465"/>
                <a:gd name="connsiteX5" fmla="*/ 63106 w 213213"/>
                <a:gd name="connsiteY5" fmla="*/ 0 h 328465"/>
                <a:gd name="connsiteX6" fmla="*/ 63106 w 213213"/>
                <a:gd name="connsiteY6" fmla="*/ 44450 h 328465"/>
                <a:gd name="connsiteX7" fmla="*/ 56900 w 213213"/>
                <a:gd name="connsiteY7" fmla="*/ 62850 h 328465"/>
                <a:gd name="connsiteX8" fmla="*/ 53076 w 213213"/>
                <a:gd name="connsiteY8" fmla="*/ 66530 h 328465"/>
                <a:gd name="connsiteX9" fmla="*/ 7760 w 213213"/>
                <a:gd name="connsiteY9" fmla="*/ 121226 h 328465"/>
                <a:gd name="connsiteX10" fmla="*/ 14976 w 213213"/>
                <a:gd name="connsiteY10" fmla="*/ 297148 h 328465"/>
                <a:gd name="connsiteX11" fmla="*/ 101566 w 213213"/>
                <a:gd name="connsiteY11" fmla="*/ 328465 h 328465"/>
                <a:gd name="connsiteX12" fmla="*/ 111885 w 213213"/>
                <a:gd name="connsiteY12" fmla="*/ 328465 h 328465"/>
                <a:gd name="connsiteX13" fmla="*/ 198475 w 213213"/>
                <a:gd name="connsiteY13" fmla="*/ 297148 h 328465"/>
                <a:gd name="connsiteX14" fmla="*/ 205403 w 213213"/>
                <a:gd name="connsiteY14" fmla="*/ 121443 h 32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3213" h="328465">
                  <a:moveTo>
                    <a:pt x="205403" y="121443"/>
                  </a:moveTo>
                  <a:cubicBezTo>
                    <a:pt x="201433" y="77426"/>
                    <a:pt x="166725" y="71437"/>
                    <a:pt x="160087" y="66747"/>
                  </a:cubicBezTo>
                  <a:cubicBezTo>
                    <a:pt x="158622" y="65729"/>
                    <a:pt x="157338" y="64488"/>
                    <a:pt x="156263" y="63067"/>
                  </a:cubicBezTo>
                  <a:cubicBezTo>
                    <a:pt x="152128" y="57835"/>
                    <a:pt x="149941" y="51333"/>
                    <a:pt x="150057" y="44666"/>
                  </a:cubicBezTo>
                  <a:lnTo>
                    <a:pt x="150057" y="0"/>
                  </a:lnTo>
                  <a:lnTo>
                    <a:pt x="63106" y="0"/>
                  </a:lnTo>
                  <a:lnTo>
                    <a:pt x="63106" y="44450"/>
                  </a:lnTo>
                  <a:cubicBezTo>
                    <a:pt x="63221" y="51117"/>
                    <a:pt x="61035" y="57619"/>
                    <a:pt x="56900" y="62850"/>
                  </a:cubicBezTo>
                  <a:cubicBezTo>
                    <a:pt x="55825" y="64271"/>
                    <a:pt x="54541" y="65513"/>
                    <a:pt x="53076" y="66530"/>
                  </a:cubicBezTo>
                  <a:cubicBezTo>
                    <a:pt x="46437" y="71220"/>
                    <a:pt x="11729" y="77209"/>
                    <a:pt x="7760" y="121226"/>
                  </a:cubicBezTo>
                  <a:cubicBezTo>
                    <a:pt x="3792" y="165243"/>
                    <a:pt x="-10929" y="265182"/>
                    <a:pt x="14976" y="297148"/>
                  </a:cubicBezTo>
                  <a:cubicBezTo>
                    <a:pt x="38933" y="326661"/>
                    <a:pt x="62312" y="328393"/>
                    <a:pt x="101566" y="328465"/>
                  </a:cubicBezTo>
                  <a:lnTo>
                    <a:pt x="111885" y="328465"/>
                  </a:lnTo>
                  <a:cubicBezTo>
                    <a:pt x="150851" y="328465"/>
                    <a:pt x="174230" y="326661"/>
                    <a:pt x="198475" y="297148"/>
                  </a:cubicBezTo>
                  <a:cubicBezTo>
                    <a:pt x="224091" y="265399"/>
                    <a:pt x="209371" y="165387"/>
                    <a:pt x="205403" y="121443"/>
                  </a:cubicBezTo>
                  <a:close/>
                </a:path>
              </a:pathLst>
            </a:custGeom>
            <a:solidFill>
              <a:schemeClr val="accent3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>
              <a:extLst>
                <a:ext uri="{FF2B5EF4-FFF2-40B4-BE49-F238E27FC236}">
                  <a16:creationId xmlns:a16="http://schemas.microsoft.com/office/drawing/2014/main" id="{4C89DB10-07A7-1320-12E7-5864A26A9339}"/>
                </a:ext>
              </a:extLst>
            </p:cNvPr>
            <p:cNvSpPr/>
            <p:nvPr/>
          </p:nvSpPr>
          <p:spPr>
            <a:xfrm>
              <a:off x="8294692" y="9475867"/>
              <a:ext cx="114659" cy="2669"/>
            </a:xfrm>
            <a:custGeom>
              <a:avLst/>
              <a:gdLst>
                <a:gd name="connsiteX0" fmla="*/ 114660 w 114659"/>
                <a:gd name="connsiteY0" fmla="*/ 1299 h 2669"/>
                <a:gd name="connsiteX1" fmla="*/ 57366 w 114659"/>
                <a:gd name="connsiteY1" fmla="*/ 2670 h 2669"/>
                <a:gd name="connsiteX2" fmla="*/ 0 w 114659"/>
                <a:gd name="connsiteY2" fmla="*/ 1299 h 2669"/>
                <a:gd name="connsiteX3" fmla="*/ 57366 w 114659"/>
                <a:gd name="connsiteY3" fmla="*/ 0 h 2669"/>
                <a:gd name="connsiteX4" fmla="*/ 114660 w 114659"/>
                <a:gd name="connsiteY4" fmla="*/ 1299 h 2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59" h="2669">
                  <a:moveTo>
                    <a:pt x="114660" y="1299"/>
                  </a:moveTo>
                  <a:cubicBezTo>
                    <a:pt x="114660" y="2020"/>
                    <a:pt x="88971" y="2670"/>
                    <a:pt x="57366" y="2670"/>
                  </a:cubicBezTo>
                  <a:cubicBezTo>
                    <a:pt x="25761" y="2670"/>
                    <a:pt x="0" y="2020"/>
                    <a:pt x="0" y="1299"/>
                  </a:cubicBezTo>
                  <a:cubicBezTo>
                    <a:pt x="0" y="577"/>
                    <a:pt x="25688" y="0"/>
                    <a:pt x="57366" y="0"/>
                  </a:cubicBezTo>
                  <a:cubicBezTo>
                    <a:pt x="89044" y="0"/>
                    <a:pt x="114660" y="577"/>
                    <a:pt x="114660" y="1299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>
              <a:extLst>
                <a:ext uri="{FF2B5EF4-FFF2-40B4-BE49-F238E27FC236}">
                  <a16:creationId xmlns:a16="http://schemas.microsoft.com/office/drawing/2014/main" id="{0497D4D1-3495-30D9-3696-343B482FD2EC}"/>
                </a:ext>
              </a:extLst>
            </p:cNvPr>
            <p:cNvSpPr/>
            <p:nvPr/>
          </p:nvSpPr>
          <p:spPr>
            <a:xfrm>
              <a:off x="8395096" y="9095136"/>
              <a:ext cx="85638" cy="80046"/>
            </a:xfrm>
            <a:custGeom>
              <a:avLst/>
              <a:gdLst>
                <a:gd name="connsiteX0" fmla="*/ 84033 w 85638"/>
                <a:gd name="connsiteY0" fmla="*/ 17990 h 80046"/>
                <a:gd name="connsiteX1" fmla="*/ 59067 w 85638"/>
                <a:gd name="connsiteY1" fmla="*/ 239 h 80046"/>
                <a:gd name="connsiteX2" fmla="*/ 27750 w 85638"/>
                <a:gd name="connsiteY2" fmla="*/ 5651 h 80046"/>
                <a:gd name="connsiteX3" fmla="*/ 5020 w 85638"/>
                <a:gd name="connsiteY3" fmla="*/ 21814 h 80046"/>
                <a:gd name="connsiteX4" fmla="*/ 2783 w 85638"/>
                <a:gd name="connsiteY4" fmla="*/ 54069 h 80046"/>
                <a:gd name="connsiteX5" fmla="*/ 23420 w 85638"/>
                <a:gd name="connsiteY5" fmla="*/ 80046 h 80046"/>
                <a:gd name="connsiteX6" fmla="*/ 60149 w 85638"/>
                <a:gd name="connsiteY6" fmla="*/ 63378 h 80046"/>
                <a:gd name="connsiteX7" fmla="*/ 80498 w 85638"/>
                <a:gd name="connsiteY7" fmla="*/ 44616 h 80046"/>
                <a:gd name="connsiteX8" fmla="*/ 84033 w 85638"/>
                <a:gd name="connsiteY8" fmla="*/ 17990 h 8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38" h="80046">
                  <a:moveTo>
                    <a:pt x="84033" y="17990"/>
                  </a:moveTo>
                  <a:cubicBezTo>
                    <a:pt x="79437" y="8068"/>
                    <a:pt x="69941" y="1321"/>
                    <a:pt x="59067" y="239"/>
                  </a:cubicBezTo>
                  <a:cubicBezTo>
                    <a:pt x="48337" y="-706"/>
                    <a:pt x="37542" y="1163"/>
                    <a:pt x="27750" y="5651"/>
                  </a:cubicBezTo>
                  <a:cubicBezTo>
                    <a:pt x="18737" y="8667"/>
                    <a:pt x="10829" y="14288"/>
                    <a:pt x="5020" y="21814"/>
                  </a:cubicBezTo>
                  <a:cubicBezTo>
                    <a:pt x="-774" y="31613"/>
                    <a:pt x="-1597" y="43563"/>
                    <a:pt x="2783" y="54069"/>
                  </a:cubicBezTo>
                  <a:cubicBezTo>
                    <a:pt x="7293" y="64366"/>
                    <a:pt x="14408" y="73321"/>
                    <a:pt x="23420" y="80046"/>
                  </a:cubicBezTo>
                  <a:cubicBezTo>
                    <a:pt x="36568" y="76749"/>
                    <a:pt x="49008" y="71099"/>
                    <a:pt x="60149" y="63378"/>
                  </a:cubicBezTo>
                  <a:cubicBezTo>
                    <a:pt x="68325" y="58825"/>
                    <a:pt x="75295" y="52395"/>
                    <a:pt x="80498" y="44616"/>
                  </a:cubicBezTo>
                  <a:cubicBezTo>
                    <a:pt x="85758" y="36773"/>
                    <a:pt x="87064" y="26931"/>
                    <a:pt x="84033" y="17990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>
              <a:extLst>
                <a:ext uri="{FF2B5EF4-FFF2-40B4-BE49-F238E27FC236}">
                  <a16:creationId xmlns:a16="http://schemas.microsoft.com/office/drawing/2014/main" id="{AB13BC5D-2080-EE80-783C-31E51BCFFAC0}"/>
                </a:ext>
              </a:extLst>
            </p:cNvPr>
            <p:cNvSpPr/>
            <p:nvPr/>
          </p:nvSpPr>
          <p:spPr>
            <a:xfrm>
              <a:off x="8195307" y="9282554"/>
              <a:ext cx="70305" cy="58960"/>
            </a:xfrm>
            <a:custGeom>
              <a:avLst/>
              <a:gdLst>
                <a:gd name="connsiteX0" fmla="*/ 3198 w 70305"/>
                <a:gd name="connsiteY0" fmla="*/ 48996 h 58960"/>
                <a:gd name="connsiteX1" fmla="*/ 3198 w 70305"/>
                <a:gd name="connsiteY1" fmla="*/ 24967 h 58960"/>
                <a:gd name="connsiteX2" fmla="*/ 20805 w 70305"/>
                <a:gd name="connsiteY2" fmla="*/ 7216 h 58960"/>
                <a:gd name="connsiteX3" fmla="*/ 41442 w 70305"/>
                <a:gd name="connsiteY3" fmla="*/ 0 h 58960"/>
                <a:gd name="connsiteX4" fmla="*/ 63090 w 70305"/>
                <a:gd name="connsiteY4" fmla="*/ 13133 h 58960"/>
                <a:gd name="connsiteX5" fmla="*/ 70306 w 70305"/>
                <a:gd name="connsiteY5" fmla="*/ 38172 h 58960"/>
                <a:gd name="connsiteX6" fmla="*/ 43030 w 70305"/>
                <a:gd name="connsiteY6" fmla="*/ 54335 h 58960"/>
                <a:gd name="connsiteX7" fmla="*/ 21815 w 70305"/>
                <a:gd name="connsiteY7" fmla="*/ 58953 h 58960"/>
                <a:gd name="connsiteX8" fmla="*/ 3198 w 70305"/>
                <a:gd name="connsiteY8" fmla="*/ 48996 h 5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05" h="58960">
                  <a:moveTo>
                    <a:pt x="3198" y="48996"/>
                  </a:moveTo>
                  <a:cubicBezTo>
                    <a:pt x="-1066" y="41556"/>
                    <a:pt x="-1066" y="32406"/>
                    <a:pt x="3198" y="24967"/>
                  </a:cubicBezTo>
                  <a:cubicBezTo>
                    <a:pt x="7427" y="17621"/>
                    <a:pt x="13495" y="11502"/>
                    <a:pt x="20805" y="7216"/>
                  </a:cubicBezTo>
                  <a:cubicBezTo>
                    <a:pt x="26816" y="2821"/>
                    <a:pt x="34003" y="310"/>
                    <a:pt x="41442" y="0"/>
                  </a:cubicBezTo>
                  <a:cubicBezTo>
                    <a:pt x="50333" y="693"/>
                    <a:pt x="58371" y="5563"/>
                    <a:pt x="63090" y="13133"/>
                  </a:cubicBezTo>
                  <a:cubicBezTo>
                    <a:pt x="67607" y="20724"/>
                    <a:pt x="70089" y="29347"/>
                    <a:pt x="70306" y="38172"/>
                  </a:cubicBezTo>
                  <a:cubicBezTo>
                    <a:pt x="62246" y="45142"/>
                    <a:pt x="53010" y="50612"/>
                    <a:pt x="43030" y="54335"/>
                  </a:cubicBezTo>
                  <a:cubicBezTo>
                    <a:pt x="36413" y="57496"/>
                    <a:pt x="29147" y="59076"/>
                    <a:pt x="21815" y="58953"/>
                  </a:cubicBezTo>
                  <a:cubicBezTo>
                    <a:pt x="14390" y="58730"/>
                    <a:pt x="7506" y="55042"/>
                    <a:pt x="3198" y="48996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>
              <a:extLst>
                <a:ext uri="{FF2B5EF4-FFF2-40B4-BE49-F238E27FC236}">
                  <a16:creationId xmlns:a16="http://schemas.microsoft.com/office/drawing/2014/main" id="{ED69292E-8190-8D30-6E4D-FCE281167D13}"/>
                </a:ext>
              </a:extLst>
            </p:cNvPr>
            <p:cNvSpPr/>
            <p:nvPr/>
          </p:nvSpPr>
          <p:spPr>
            <a:xfrm>
              <a:off x="8313430" y="9228003"/>
              <a:ext cx="70306" cy="58962"/>
            </a:xfrm>
            <a:custGeom>
              <a:avLst/>
              <a:gdLst>
                <a:gd name="connsiteX0" fmla="*/ 3198 w 70306"/>
                <a:gd name="connsiteY0" fmla="*/ 49068 h 58962"/>
                <a:gd name="connsiteX1" fmla="*/ 3198 w 70306"/>
                <a:gd name="connsiteY1" fmla="*/ 24967 h 58962"/>
                <a:gd name="connsiteX2" fmla="*/ 20805 w 70306"/>
                <a:gd name="connsiteY2" fmla="*/ 7216 h 58962"/>
                <a:gd name="connsiteX3" fmla="*/ 41443 w 70306"/>
                <a:gd name="connsiteY3" fmla="*/ 0 h 58962"/>
                <a:gd name="connsiteX4" fmla="*/ 63090 w 70306"/>
                <a:gd name="connsiteY4" fmla="*/ 13133 h 58962"/>
                <a:gd name="connsiteX5" fmla="*/ 70306 w 70306"/>
                <a:gd name="connsiteY5" fmla="*/ 38172 h 58962"/>
                <a:gd name="connsiteX6" fmla="*/ 43102 w 70306"/>
                <a:gd name="connsiteY6" fmla="*/ 54263 h 58962"/>
                <a:gd name="connsiteX7" fmla="*/ 21815 w 70306"/>
                <a:gd name="connsiteY7" fmla="*/ 58953 h 58962"/>
                <a:gd name="connsiteX8" fmla="*/ 3198 w 70306"/>
                <a:gd name="connsiteY8" fmla="*/ 49068 h 5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06" h="58962">
                  <a:moveTo>
                    <a:pt x="3198" y="49068"/>
                  </a:moveTo>
                  <a:cubicBezTo>
                    <a:pt x="-1066" y="41599"/>
                    <a:pt x="-1066" y="32435"/>
                    <a:pt x="3198" y="24967"/>
                  </a:cubicBezTo>
                  <a:cubicBezTo>
                    <a:pt x="7471" y="17657"/>
                    <a:pt x="13525" y="11545"/>
                    <a:pt x="20805" y="7216"/>
                  </a:cubicBezTo>
                  <a:cubicBezTo>
                    <a:pt x="26801" y="2785"/>
                    <a:pt x="33996" y="267"/>
                    <a:pt x="41443" y="0"/>
                  </a:cubicBezTo>
                  <a:cubicBezTo>
                    <a:pt x="50333" y="693"/>
                    <a:pt x="58371" y="5563"/>
                    <a:pt x="63090" y="13133"/>
                  </a:cubicBezTo>
                  <a:cubicBezTo>
                    <a:pt x="67643" y="20702"/>
                    <a:pt x="70133" y="29340"/>
                    <a:pt x="70306" y="38172"/>
                  </a:cubicBezTo>
                  <a:cubicBezTo>
                    <a:pt x="62289" y="45142"/>
                    <a:pt x="53075" y="50597"/>
                    <a:pt x="43102" y="54263"/>
                  </a:cubicBezTo>
                  <a:cubicBezTo>
                    <a:pt x="36478" y="57489"/>
                    <a:pt x="29183" y="59098"/>
                    <a:pt x="21815" y="58953"/>
                  </a:cubicBezTo>
                  <a:cubicBezTo>
                    <a:pt x="14419" y="58701"/>
                    <a:pt x="7550" y="55057"/>
                    <a:pt x="3198" y="49068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>
              <a:extLst>
                <a:ext uri="{FF2B5EF4-FFF2-40B4-BE49-F238E27FC236}">
                  <a16:creationId xmlns:a16="http://schemas.microsoft.com/office/drawing/2014/main" id="{7B91AC2C-5772-5DCD-43FC-A20FC2B08E56}"/>
                </a:ext>
              </a:extLst>
            </p:cNvPr>
            <p:cNvSpPr/>
            <p:nvPr/>
          </p:nvSpPr>
          <p:spPr>
            <a:xfrm>
              <a:off x="8406682" y="9214091"/>
              <a:ext cx="71299" cy="61716"/>
            </a:xfrm>
            <a:custGeom>
              <a:avLst/>
              <a:gdLst>
                <a:gd name="connsiteX0" fmla="*/ 66097 w 71299"/>
                <a:gd name="connsiteY0" fmla="*/ 54465 h 61716"/>
                <a:gd name="connsiteX1" fmla="*/ 69560 w 71299"/>
                <a:gd name="connsiteY1" fmla="*/ 30292 h 61716"/>
                <a:gd name="connsiteX2" fmla="*/ 54191 w 71299"/>
                <a:gd name="connsiteY2" fmla="*/ 10160 h 61716"/>
                <a:gd name="connsiteX3" fmla="*/ 34492 w 71299"/>
                <a:gd name="connsiteY3" fmla="*/ 57 h 61716"/>
                <a:gd name="connsiteX4" fmla="*/ 10824 w 71299"/>
                <a:gd name="connsiteY4" fmla="*/ 10304 h 61716"/>
                <a:gd name="connsiteX5" fmla="*/ 0 w 71299"/>
                <a:gd name="connsiteY5" fmla="*/ 34477 h 61716"/>
                <a:gd name="connsiteX6" fmla="*/ 25255 w 71299"/>
                <a:gd name="connsiteY6" fmla="*/ 54320 h 61716"/>
                <a:gd name="connsiteX7" fmla="*/ 45965 w 71299"/>
                <a:gd name="connsiteY7" fmla="*/ 61536 h 61716"/>
                <a:gd name="connsiteX8" fmla="*/ 66097 w 71299"/>
                <a:gd name="connsiteY8" fmla="*/ 54465 h 6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299" h="61716">
                  <a:moveTo>
                    <a:pt x="66097" y="54465"/>
                  </a:moveTo>
                  <a:cubicBezTo>
                    <a:pt x="71466" y="47595"/>
                    <a:pt x="72786" y="38395"/>
                    <a:pt x="69560" y="30292"/>
                  </a:cubicBezTo>
                  <a:cubicBezTo>
                    <a:pt x="66256" y="22369"/>
                    <a:pt x="60959" y="15434"/>
                    <a:pt x="54191" y="10160"/>
                  </a:cubicBezTo>
                  <a:cubicBezTo>
                    <a:pt x="48786" y="4885"/>
                    <a:pt x="41924" y="1363"/>
                    <a:pt x="34492" y="57"/>
                  </a:cubicBezTo>
                  <a:cubicBezTo>
                    <a:pt x="25414" y="-520"/>
                    <a:pt x="16611" y="3290"/>
                    <a:pt x="10824" y="10304"/>
                  </a:cubicBezTo>
                  <a:cubicBezTo>
                    <a:pt x="5174" y="17282"/>
                    <a:pt x="1443" y="25616"/>
                    <a:pt x="0" y="34477"/>
                  </a:cubicBezTo>
                  <a:cubicBezTo>
                    <a:pt x="7187" y="42523"/>
                    <a:pt x="15738" y="49241"/>
                    <a:pt x="25255" y="54320"/>
                  </a:cubicBezTo>
                  <a:cubicBezTo>
                    <a:pt x="31512" y="58282"/>
                    <a:pt x="38598" y="60750"/>
                    <a:pt x="45965" y="61536"/>
                  </a:cubicBezTo>
                  <a:cubicBezTo>
                    <a:pt x="53412" y="62453"/>
                    <a:pt x="60858" y="59833"/>
                    <a:pt x="66097" y="54465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>
              <a:extLst>
                <a:ext uri="{FF2B5EF4-FFF2-40B4-BE49-F238E27FC236}">
                  <a16:creationId xmlns:a16="http://schemas.microsoft.com/office/drawing/2014/main" id="{5E099266-F920-0D6F-BAD8-7E6F6D37EC4B}"/>
                </a:ext>
              </a:extLst>
            </p:cNvPr>
            <p:cNvSpPr/>
            <p:nvPr/>
          </p:nvSpPr>
          <p:spPr>
            <a:xfrm>
              <a:off x="8253303" y="9187939"/>
              <a:ext cx="56816" cy="75853"/>
            </a:xfrm>
            <a:custGeom>
              <a:avLst/>
              <a:gdLst>
                <a:gd name="connsiteX0" fmla="*/ 56399 w 56816"/>
                <a:gd name="connsiteY0" fmla="*/ 19209 h 75853"/>
                <a:gd name="connsiteX1" fmla="*/ 41967 w 56816"/>
                <a:gd name="connsiteY1" fmla="*/ 593 h 75853"/>
                <a:gd name="connsiteX2" fmla="*/ 21185 w 56816"/>
                <a:gd name="connsiteY2" fmla="*/ 4056 h 75853"/>
                <a:gd name="connsiteX3" fmla="*/ 5094 w 56816"/>
                <a:gd name="connsiteY3" fmla="*/ 18488 h 75853"/>
                <a:gd name="connsiteX4" fmla="*/ 837 w 56816"/>
                <a:gd name="connsiteY4" fmla="*/ 49516 h 75853"/>
                <a:gd name="connsiteX5" fmla="*/ 12093 w 56816"/>
                <a:gd name="connsiteY5" fmla="*/ 75854 h 75853"/>
                <a:gd name="connsiteX6" fmla="*/ 37349 w 56816"/>
                <a:gd name="connsiteY6" fmla="*/ 61855 h 75853"/>
                <a:gd name="connsiteX7" fmla="*/ 51925 w 56816"/>
                <a:gd name="connsiteY7" fmla="*/ 44970 h 75853"/>
                <a:gd name="connsiteX8" fmla="*/ 56399 w 56816"/>
                <a:gd name="connsiteY8" fmla="*/ 19209 h 75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816" h="75853">
                  <a:moveTo>
                    <a:pt x="56399" y="19209"/>
                  </a:moveTo>
                  <a:cubicBezTo>
                    <a:pt x="55432" y="10803"/>
                    <a:pt x="49868" y="3630"/>
                    <a:pt x="41967" y="593"/>
                  </a:cubicBezTo>
                  <a:cubicBezTo>
                    <a:pt x="34852" y="-858"/>
                    <a:pt x="27449" y="376"/>
                    <a:pt x="21185" y="4056"/>
                  </a:cubicBezTo>
                  <a:cubicBezTo>
                    <a:pt x="14403" y="7000"/>
                    <a:pt x="8760" y="12066"/>
                    <a:pt x="5094" y="18488"/>
                  </a:cubicBezTo>
                  <a:cubicBezTo>
                    <a:pt x="375" y="28106"/>
                    <a:pt x="-1119" y="38988"/>
                    <a:pt x="837" y="49516"/>
                  </a:cubicBezTo>
                  <a:cubicBezTo>
                    <a:pt x="2583" y="59026"/>
                    <a:pt x="6429" y="68025"/>
                    <a:pt x="12093" y="75854"/>
                  </a:cubicBezTo>
                  <a:cubicBezTo>
                    <a:pt x="21452" y="73141"/>
                    <a:pt x="30090" y="68356"/>
                    <a:pt x="37349" y="61855"/>
                  </a:cubicBezTo>
                  <a:cubicBezTo>
                    <a:pt x="43396" y="57374"/>
                    <a:pt x="48375" y="51601"/>
                    <a:pt x="51925" y="44970"/>
                  </a:cubicBezTo>
                  <a:cubicBezTo>
                    <a:pt x="56081" y="37061"/>
                    <a:pt x="57647" y="28056"/>
                    <a:pt x="56399" y="19209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>
              <a:extLst>
                <a:ext uri="{FF2B5EF4-FFF2-40B4-BE49-F238E27FC236}">
                  <a16:creationId xmlns:a16="http://schemas.microsoft.com/office/drawing/2014/main" id="{749E605F-A72E-E5B8-20C9-8651DC65A02A}"/>
                </a:ext>
              </a:extLst>
            </p:cNvPr>
            <p:cNvSpPr/>
            <p:nvPr/>
          </p:nvSpPr>
          <p:spPr>
            <a:xfrm>
              <a:off x="8331802" y="9144678"/>
              <a:ext cx="66223" cy="74530"/>
            </a:xfrm>
            <a:custGeom>
              <a:avLst/>
              <a:gdLst>
                <a:gd name="connsiteX0" fmla="*/ 30502 w 66223"/>
                <a:gd name="connsiteY0" fmla="*/ 270 h 74530"/>
                <a:gd name="connsiteX1" fmla="*/ 6041 w 66223"/>
                <a:gd name="connsiteY1" fmla="*/ 10661 h 74530"/>
                <a:gd name="connsiteX2" fmla="*/ 124 w 66223"/>
                <a:gd name="connsiteY2" fmla="*/ 35556 h 74530"/>
                <a:gd name="connsiteX3" fmla="*/ 6907 w 66223"/>
                <a:gd name="connsiteY3" fmla="*/ 58719 h 74530"/>
                <a:gd name="connsiteX4" fmla="*/ 35121 w 66223"/>
                <a:gd name="connsiteY4" fmla="*/ 74088 h 74530"/>
                <a:gd name="connsiteX5" fmla="*/ 65499 w 66223"/>
                <a:gd name="connsiteY5" fmla="*/ 70264 h 74530"/>
                <a:gd name="connsiteX6" fmla="*/ 63118 w 66223"/>
                <a:gd name="connsiteY6" fmla="*/ 36782 h 74530"/>
                <a:gd name="connsiteX7" fmla="*/ 53233 w 66223"/>
                <a:gd name="connsiteY7" fmla="*/ 14125 h 74530"/>
                <a:gd name="connsiteX8" fmla="*/ 30502 w 66223"/>
                <a:gd name="connsiteY8" fmla="*/ 270 h 7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23" h="74530">
                  <a:moveTo>
                    <a:pt x="30502" y="270"/>
                  </a:moveTo>
                  <a:cubicBezTo>
                    <a:pt x="21050" y="-1115"/>
                    <a:pt x="11612" y="2897"/>
                    <a:pt x="6041" y="10661"/>
                  </a:cubicBezTo>
                  <a:cubicBezTo>
                    <a:pt x="1524" y="18137"/>
                    <a:pt x="-547" y="26846"/>
                    <a:pt x="124" y="35556"/>
                  </a:cubicBezTo>
                  <a:cubicBezTo>
                    <a:pt x="-93" y="43796"/>
                    <a:pt x="2281" y="51900"/>
                    <a:pt x="6907" y="58719"/>
                  </a:cubicBezTo>
                  <a:cubicBezTo>
                    <a:pt x="13992" y="67269"/>
                    <a:pt x="24095" y="72775"/>
                    <a:pt x="35121" y="74088"/>
                  </a:cubicBezTo>
                  <a:cubicBezTo>
                    <a:pt x="45403" y="75308"/>
                    <a:pt x="55837" y="73995"/>
                    <a:pt x="65499" y="70264"/>
                  </a:cubicBezTo>
                  <a:cubicBezTo>
                    <a:pt x="66986" y="59058"/>
                    <a:pt x="66178" y="47664"/>
                    <a:pt x="63118" y="36782"/>
                  </a:cubicBezTo>
                  <a:cubicBezTo>
                    <a:pt x="61632" y="28564"/>
                    <a:pt x="58248" y="20807"/>
                    <a:pt x="53233" y="14125"/>
                  </a:cubicBezTo>
                  <a:cubicBezTo>
                    <a:pt x="47676" y="6808"/>
                    <a:pt x="39558" y="1858"/>
                    <a:pt x="30502" y="270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>
              <a:extLst>
                <a:ext uri="{FF2B5EF4-FFF2-40B4-BE49-F238E27FC236}">
                  <a16:creationId xmlns:a16="http://schemas.microsoft.com/office/drawing/2014/main" id="{6D6F17C4-006A-84B3-7F94-F8163C83D94B}"/>
                </a:ext>
              </a:extLst>
            </p:cNvPr>
            <p:cNvSpPr/>
            <p:nvPr/>
          </p:nvSpPr>
          <p:spPr>
            <a:xfrm>
              <a:off x="8263897" y="9222374"/>
              <a:ext cx="9219" cy="87744"/>
            </a:xfrm>
            <a:custGeom>
              <a:avLst/>
              <a:gdLst>
                <a:gd name="connsiteX0" fmla="*/ 4024 w 9219"/>
                <a:gd name="connsiteY0" fmla="*/ 0 h 87744"/>
                <a:gd name="connsiteX1" fmla="*/ 3303 w 9219"/>
                <a:gd name="connsiteY1" fmla="*/ 12989 h 87744"/>
                <a:gd name="connsiteX2" fmla="*/ 2797 w 9219"/>
                <a:gd name="connsiteY2" fmla="*/ 44161 h 87744"/>
                <a:gd name="connsiteX3" fmla="*/ 6694 w 9219"/>
                <a:gd name="connsiteY3" fmla="*/ 75045 h 87744"/>
                <a:gd name="connsiteX4" fmla="*/ 9220 w 9219"/>
                <a:gd name="connsiteY4" fmla="*/ 87745 h 87744"/>
                <a:gd name="connsiteX5" fmla="*/ 4890 w 9219"/>
                <a:gd name="connsiteY5" fmla="*/ 75478 h 87744"/>
                <a:gd name="connsiteX6" fmla="*/ 200 w 9219"/>
                <a:gd name="connsiteY6" fmla="*/ 44305 h 87744"/>
                <a:gd name="connsiteX7" fmla="*/ 1499 w 9219"/>
                <a:gd name="connsiteY7" fmla="*/ 12844 h 87744"/>
                <a:gd name="connsiteX8" fmla="*/ 4024 w 9219"/>
                <a:gd name="connsiteY8" fmla="*/ 0 h 8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19" h="87744">
                  <a:moveTo>
                    <a:pt x="4024" y="0"/>
                  </a:moveTo>
                  <a:cubicBezTo>
                    <a:pt x="4096" y="4344"/>
                    <a:pt x="3858" y="8681"/>
                    <a:pt x="3303" y="12989"/>
                  </a:cubicBezTo>
                  <a:cubicBezTo>
                    <a:pt x="2516" y="23358"/>
                    <a:pt x="2350" y="33770"/>
                    <a:pt x="2797" y="44161"/>
                  </a:cubicBezTo>
                  <a:cubicBezTo>
                    <a:pt x="3360" y="54537"/>
                    <a:pt x="4666" y="64856"/>
                    <a:pt x="6694" y="75045"/>
                  </a:cubicBezTo>
                  <a:cubicBezTo>
                    <a:pt x="7798" y="79223"/>
                    <a:pt x="8635" y="83466"/>
                    <a:pt x="9220" y="87745"/>
                  </a:cubicBezTo>
                  <a:cubicBezTo>
                    <a:pt x="7177" y="83891"/>
                    <a:pt x="5720" y="79757"/>
                    <a:pt x="4890" y="75478"/>
                  </a:cubicBezTo>
                  <a:cubicBezTo>
                    <a:pt x="2285" y="65267"/>
                    <a:pt x="712" y="54826"/>
                    <a:pt x="200" y="44305"/>
                  </a:cubicBezTo>
                  <a:cubicBezTo>
                    <a:pt x="-298" y="33799"/>
                    <a:pt x="135" y="23271"/>
                    <a:pt x="1499" y="12844"/>
                  </a:cubicBezTo>
                  <a:cubicBezTo>
                    <a:pt x="1773" y="8471"/>
                    <a:pt x="2624" y="4149"/>
                    <a:pt x="4024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>
              <a:extLst>
                <a:ext uri="{FF2B5EF4-FFF2-40B4-BE49-F238E27FC236}">
                  <a16:creationId xmlns:a16="http://schemas.microsoft.com/office/drawing/2014/main" id="{69C27177-72A1-0A79-C2A9-9C4E02FF321E}"/>
                </a:ext>
              </a:extLst>
            </p:cNvPr>
            <p:cNvSpPr/>
            <p:nvPr/>
          </p:nvSpPr>
          <p:spPr>
            <a:xfrm>
              <a:off x="8259401" y="9319810"/>
              <a:ext cx="32116" cy="33604"/>
            </a:xfrm>
            <a:custGeom>
              <a:avLst/>
              <a:gdLst>
                <a:gd name="connsiteX0" fmla="*/ 32116 w 32116"/>
                <a:gd name="connsiteY0" fmla="*/ 33604 h 33604"/>
                <a:gd name="connsiteX1" fmla="*/ 18118 w 32116"/>
                <a:gd name="connsiteY1" fmla="*/ 14699 h 33604"/>
                <a:gd name="connsiteX2" fmla="*/ 5851 w 32116"/>
                <a:gd name="connsiteY2" fmla="*/ 3803 h 33604"/>
                <a:gd name="connsiteX3" fmla="*/ 6 w 32116"/>
                <a:gd name="connsiteY3" fmla="*/ 123 h 33604"/>
                <a:gd name="connsiteX4" fmla="*/ 6789 w 32116"/>
                <a:gd name="connsiteY4" fmla="*/ 2215 h 33604"/>
                <a:gd name="connsiteX5" fmla="*/ 20066 w 32116"/>
                <a:gd name="connsiteY5" fmla="*/ 12967 h 33604"/>
                <a:gd name="connsiteX6" fmla="*/ 32116 w 32116"/>
                <a:gd name="connsiteY6" fmla="*/ 33604 h 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16" h="33604">
                  <a:moveTo>
                    <a:pt x="32116" y="33604"/>
                  </a:moveTo>
                  <a:cubicBezTo>
                    <a:pt x="27794" y="27052"/>
                    <a:pt x="23126" y="20746"/>
                    <a:pt x="18118" y="14699"/>
                  </a:cubicBezTo>
                  <a:cubicBezTo>
                    <a:pt x="14445" y="10622"/>
                    <a:pt x="10332" y="6970"/>
                    <a:pt x="5851" y="3803"/>
                  </a:cubicBezTo>
                  <a:cubicBezTo>
                    <a:pt x="2387" y="1422"/>
                    <a:pt x="-138" y="483"/>
                    <a:pt x="6" y="123"/>
                  </a:cubicBezTo>
                  <a:cubicBezTo>
                    <a:pt x="150" y="-238"/>
                    <a:pt x="2892" y="123"/>
                    <a:pt x="6789" y="2215"/>
                  </a:cubicBezTo>
                  <a:cubicBezTo>
                    <a:pt x="11768" y="5058"/>
                    <a:pt x="16256" y="8688"/>
                    <a:pt x="20066" y="12967"/>
                  </a:cubicBezTo>
                  <a:cubicBezTo>
                    <a:pt x="25896" y="18610"/>
                    <a:pt x="30067" y="25753"/>
                    <a:pt x="32116" y="33604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>
              <a:extLst>
                <a:ext uri="{FF2B5EF4-FFF2-40B4-BE49-F238E27FC236}">
                  <a16:creationId xmlns:a16="http://schemas.microsoft.com/office/drawing/2014/main" id="{788E918B-E39E-8E72-6C1A-4E9675679543}"/>
                </a:ext>
              </a:extLst>
            </p:cNvPr>
            <p:cNvSpPr/>
            <p:nvPr/>
          </p:nvSpPr>
          <p:spPr>
            <a:xfrm>
              <a:off x="8381455" y="9263505"/>
              <a:ext cx="4657" cy="36223"/>
            </a:xfrm>
            <a:custGeom>
              <a:avLst/>
              <a:gdLst>
                <a:gd name="connsiteX0" fmla="*/ 188 w 4657"/>
                <a:gd name="connsiteY0" fmla="*/ 0 h 36223"/>
                <a:gd name="connsiteX1" fmla="*/ 4373 w 4657"/>
                <a:gd name="connsiteY1" fmla="*/ 17967 h 36223"/>
                <a:gd name="connsiteX2" fmla="*/ 2209 w 4657"/>
                <a:gd name="connsiteY2" fmla="*/ 36223 h 36223"/>
                <a:gd name="connsiteX3" fmla="*/ 1776 w 4657"/>
                <a:gd name="connsiteY3" fmla="*/ 18112 h 36223"/>
                <a:gd name="connsiteX4" fmla="*/ 188 w 4657"/>
                <a:gd name="connsiteY4" fmla="*/ 0 h 3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" h="36223">
                  <a:moveTo>
                    <a:pt x="188" y="0"/>
                  </a:moveTo>
                  <a:cubicBezTo>
                    <a:pt x="2973" y="5578"/>
                    <a:pt x="4402" y="11733"/>
                    <a:pt x="4373" y="17967"/>
                  </a:cubicBezTo>
                  <a:cubicBezTo>
                    <a:pt x="5124" y="24137"/>
                    <a:pt x="4380" y="30400"/>
                    <a:pt x="2209" y="36223"/>
                  </a:cubicBezTo>
                  <a:cubicBezTo>
                    <a:pt x="1415" y="36223"/>
                    <a:pt x="2209" y="27997"/>
                    <a:pt x="1776" y="18112"/>
                  </a:cubicBezTo>
                  <a:cubicBezTo>
                    <a:pt x="1343" y="8226"/>
                    <a:pt x="-606" y="216"/>
                    <a:pt x="188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>
              <a:extLst>
                <a:ext uri="{FF2B5EF4-FFF2-40B4-BE49-F238E27FC236}">
                  <a16:creationId xmlns:a16="http://schemas.microsoft.com/office/drawing/2014/main" id="{E59C15E1-4A58-F9C5-2003-55BE357CBF4C}"/>
                </a:ext>
              </a:extLst>
            </p:cNvPr>
            <p:cNvSpPr/>
            <p:nvPr/>
          </p:nvSpPr>
          <p:spPr>
            <a:xfrm>
              <a:off x="8388282" y="9240125"/>
              <a:ext cx="24173" cy="34780"/>
            </a:xfrm>
            <a:custGeom>
              <a:avLst/>
              <a:gdLst>
                <a:gd name="connsiteX0" fmla="*/ 24173 w 24173"/>
                <a:gd name="connsiteY0" fmla="*/ 0 h 34780"/>
                <a:gd name="connsiteX1" fmla="*/ 13133 w 24173"/>
                <a:gd name="connsiteY1" fmla="*/ 18184 h 34780"/>
                <a:gd name="connsiteX2" fmla="*/ 0 w 24173"/>
                <a:gd name="connsiteY2" fmla="*/ 34780 h 34780"/>
                <a:gd name="connsiteX3" fmla="*/ 11040 w 24173"/>
                <a:gd name="connsiteY3" fmla="*/ 16669 h 34780"/>
                <a:gd name="connsiteX4" fmla="*/ 24173 w 24173"/>
                <a:gd name="connsiteY4" fmla="*/ 0 h 3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73" h="34780">
                  <a:moveTo>
                    <a:pt x="24173" y="0"/>
                  </a:moveTo>
                  <a:cubicBezTo>
                    <a:pt x="21265" y="6494"/>
                    <a:pt x="17556" y="12606"/>
                    <a:pt x="13133" y="18184"/>
                  </a:cubicBezTo>
                  <a:cubicBezTo>
                    <a:pt x="9467" y="24245"/>
                    <a:pt x="5051" y="29823"/>
                    <a:pt x="0" y="34780"/>
                  </a:cubicBezTo>
                  <a:cubicBezTo>
                    <a:pt x="2887" y="28293"/>
                    <a:pt x="6595" y="22203"/>
                    <a:pt x="11040" y="16669"/>
                  </a:cubicBezTo>
                  <a:cubicBezTo>
                    <a:pt x="14742" y="10614"/>
                    <a:pt x="19151" y="5015"/>
                    <a:pt x="24173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>
              <a:extLst>
                <a:ext uri="{FF2B5EF4-FFF2-40B4-BE49-F238E27FC236}">
                  <a16:creationId xmlns:a16="http://schemas.microsoft.com/office/drawing/2014/main" id="{66A7F98F-6681-3DA5-5655-D39E57776D35}"/>
                </a:ext>
              </a:extLst>
            </p:cNvPr>
            <p:cNvSpPr/>
            <p:nvPr/>
          </p:nvSpPr>
          <p:spPr>
            <a:xfrm>
              <a:off x="8395229" y="9207005"/>
              <a:ext cx="3132" cy="31244"/>
            </a:xfrm>
            <a:custGeom>
              <a:avLst/>
              <a:gdLst>
                <a:gd name="connsiteX0" fmla="*/ 919 w 3132"/>
                <a:gd name="connsiteY0" fmla="*/ 31245 h 31244"/>
                <a:gd name="connsiteX1" fmla="*/ 413 w 3132"/>
                <a:gd name="connsiteY1" fmla="*/ 15586 h 31244"/>
                <a:gd name="connsiteX2" fmla="*/ 2506 w 3132"/>
                <a:gd name="connsiteY2" fmla="*/ 0 h 31244"/>
                <a:gd name="connsiteX3" fmla="*/ 919 w 3132"/>
                <a:gd name="connsiteY3" fmla="*/ 31245 h 3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2" h="31244">
                  <a:moveTo>
                    <a:pt x="919" y="31245"/>
                  </a:moveTo>
                  <a:cubicBezTo>
                    <a:pt x="-106" y="26085"/>
                    <a:pt x="-272" y="20796"/>
                    <a:pt x="413" y="15586"/>
                  </a:cubicBezTo>
                  <a:cubicBezTo>
                    <a:pt x="240" y="10311"/>
                    <a:pt x="948" y="5044"/>
                    <a:pt x="2506" y="0"/>
                  </a:cubicBezTo>
                  <a:cubicBezTo>
                    <a:pt x="3711" y="10434"/>
                    <a:pt x="3177" y="20991"/>
                    <a:pt x="919" y="31245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>
              <a:extLst>
                <a:ext uri="{FF2B5EF4-FFF2-40B4-BE49-F238E27FC236}">
                  <a16:creationId xmlns:a16="http://schemas.microsoft.com/office/drawing/2014/main" id="{44840055-C45B-1DFD-39FB-057E90730B3D}"/>
                </a:ext>
              </a:extLst>
            </p:cNvPr>
            <p:cNvSpPr/>
            <p:nvPr/>
          </p:nvSpPr>
          <p:spPr>
            <a:xfrm>
              <a:off x="8260405" y="9563756"/>
              <a:ext cx="21226" cy="106217"/>
            </a:xfrm>
            <a:custGeom>
              <a:avLst/>
              <a:gdLst>
                <a:gd name="connsiteX0" fmla="*/ 2249 w 21226"/>
                <a:gd name="connsiteY0" fmla="*/ 106217 h 106217"/>
                <a:gd name="connsiteX1" fmla="*/ 517 w 21226"/>
                <a:gd name="connsiteY1" fmla="*/ 89693 h 106217"/>
                <a:gd name="connsiteX2" fmla="*/ 517 w 21226"/>
                <a:gd name="connsiteY2" fmla="*/ 49573 h 106217"/>
                <a:gd name="connsiteX3" fmla="*/ 2321 w 21226"/>
                <a:gd name="connsiteY3" fmla="*/ 27564 h 106217"/>
                <a:gd name="connsiteX4" fmla="*/ 8238 w 21226"/>
                <a:gd name="connsiteY4" fmla="*/ 10246 h 106217"/>
                <a:gd name="connsiteX5" fmla="*/ 16969 w 21226"/>
                <a:gd name="connsiteY5" fmla="*/ 1587 h 106217"/>
                <a:gd name="connsiteX6" fmla="*/ 21227 w 21226"/>
                <a:gd name="connsiteY6" fmla="*/ 0 h 106217"/>
                <a:gd name="connsiteX7" fmla="*/ 9465 w 21226"/>
                <a:gd name="connsiteY7" fmla="*/ 11184 h 106217"/>
                <a:gd name="connsiteX8" fmla="*/ 4414 w 21226"/>
                <a:gd name="connsiteY8" fmla="*/ 27853 h 106217"/>
                <a:gd name="connsiteX9" fmla="*/ 2899 w 21226"/>
                <a:gd name="connsiteY9" fmla="*/ 49501 h 106217"/>
                <a:gd name="connsiteX10" fmla="*/ 2249 w 21226"/>
                <a:gd name="connsiteY10" fmla="*/ 89404 h 106217"/>
                <a:gd name="connsiteX11" fmla="*/ 2249 w 21226"/>
                <a:gd name="connsiteY11" fmla="*/ 106217 h 1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26" h="106217">
                  <a:moveTo>
                    <a:pt x="2249" y="106217"/>
                  </a:moveTo>
                  <a:cubicBezTo>
                    <a:pt x="1138" y="100776"/>
                    <a:pt x="553" y="95242"/>
                    <a:pt x="517" y="89693"/>
                  </a:cubicBezTo>
                  <a:cubicBezTo>
                    <a:pt x="-60" y="79446"/>
                    <a:pt x="-276" y="65231"/>
                    <a:pt x="517" y="49573"/>
                  </a:cubicBezTo>
                  <a:cubicBezTo>
                    <a:pt x="950" y="41780"/>
                    <a:pt x="1311" y="34347"/>
                    <a:pt x="2321" y="27564"/>
                  </a:cubicBezTo>
                  <a:cubicBezTo>
                    <a:pt x="2992" y="21424"/>
                    <a:pt x="5013" y="15514"/>
                    <a:pt x="8238" y="10246"/>
                  </a:cubicBezTo>
                  <a:cubicBezTo>
                    <a:pt x="10403" y="6696"/>
                    <a:pt x="13397" y="3723"/>
                    <a:pt x="16969" y="1587"/>
                  </a:cubicBezTo>
                  <a:cubicBezTo>
                    <a:pt x="18254" y="750"/>
                    <a:pt x="19711" y="209"/>
                    <a:pt x="21227" y="0"/>
                  </a:cubicBezTo>
                  <a:cubicBezTo>
                    <a:pt x="16406" y="2648"/>
                    <a:pt x="12358" y="6501"/>
                    <a:pt x="9465" y="11184"/>
                  </a:cubicBezTo>
                  <a:cubicBezTo>
                    <a:pt x="6687" y="16351"/>
                    <a:pt x="4970" y="22015"/>
                    <a:pt x="4414" y="27853"/>
                  </a:cubicBezTo>
                  <a:cubicBezTo>
                    <a:pt x="3548" y="34492"/>
                    <a:pt x="3259" y="41924"/>
                    <a:pt x="2899" y="49501"/>
                  </a:cubicBezTo>
                  <a:cubicBezTo>
                    <a:pt x="2177" y="65087"/>
                    <a:pt x="2105" y="79158"/>
                    <a:pt x="2249" y="89404"/>
                  </a:cubicBezTo>
                  <a:cubicBezTo>
                    <a:pt x="2588" y="95004"/>
                    <a:pt x="2588" y="100618"/>
                    <a:pt x="2249" y="10621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0" name="图形 52">
            <a:extLst>
              <a:ext uri="{FF2B5EF4-FFF2-40B4-BE49-F238E27FC236}">
                <a16:creationId xmlns:a16="http://schemas.microsoft.com/office/drawing/2014/main" id="{730932F1-907E-849E-28F2-0D58951497CB}"/>
              </a:ext>
            </a:extLst>
          </p:cNvPr>
          <p:cNvGrpSpPr/>
          <p:nvPr/>
        </p:nvGrpSpPr>
        <p:grpSpPr>
          <a:xfrm>
            <a:off x="6753225" y="3317722"/>
            <a:ext cx="2780125" cy="3035055"/>
            <a:chOff x="3778945" y="8501540"/>
            <a:chExt cx="2506059" cy="2735858"/>
          </a:xfrm>
        </p:grpSpPr>
        <p:sp>
          <p:nvSpPr>
            <p:cNvPr id="281" name="任意多边形: 形状 280">
              <a:extLst>
                <a:ext uri="{FF2B5EF4-FFF2-40B4-BE49-F238E27FC236}">
                  <a16:creationId xmlns:a16="http://schemas.microsoft.com/office/drawing/2014/main" id="{3E591809-430A-5DCA-4234-A73BB3BB86F3}"/>
                </a:ext>
              </a:extLst>
            </p:cNvPr>
            <p:cNvSpPr/>
            <p:nvPr/>
          </p:nvSpPr>
          <p:spPr>
            <a:xfrm>
              <a:off x="5449629" y="9339270"/>
              <a:ext cx="804574" cy="1010291"/>
            </a:xfrm>
            <a:custGeom>
              <a:avLst/>
              <a:gdLst>
                <a:gd name="connsiteX0" fmla="*/ 665156 w 804574"/>
                <a:gd name="connsiteY0" fmla="*/ 921104 h 1010291"/>
                <a:gd name="connsiteX1" fmla="*/ 665734 w 804574"/>
                <a:gd name="connsiteY1" fmla="*/ 914321 h 1010291"/>
                <a:gd name="connsiteX2" fmla="*/ 633190 w 804574"/>
                <a:gd name="connsiteY2" fmla="*/ 789920 h 1010291"/>
                <a:gd name="connsiteX3" fmla="*/ 556847 w 804574"/>
                <a:gd name="connsiteY3" fmla="*/ 454599 h 1010291"/>
                <a:gd name="connsiteX4" fmla="*/ 725698 w 804574"/>
                <a:gd name="connsiteY4" fmla="*/ 28865 h 1010291"/>
                <a:gd name="connsiteX5" fmla="*/ 764374 w 804574"/>
                <a:gd name="connsiteY5" fmla="*/ 1 h 1010291"/>
                <a:gd name="connsiteX6" fmla="*/ 764374 w 804574"/>
                <a:gd name="connsiteY6" fmla="*/ 1 h 1010291"/>
                <a:gd name="connsiteX7" fmla="*/ 804574 w 804574"/>
                <a:gd name="connsiteY7" fmla="*/ 39746 h 1010291"/>
                <a:gd name="connsiteX8" fmla="*/ 802763 w 804574"/>
                <a:gd name="connsiteY8" fmla="*/ 51883 h 1010291"/>
                <a:gd name="connsiteX9" fmla="*/ 640550 w 804574"/>
                <a:gd name="connsiteY9" fmla="*/ 455032 h 1010291"/>
                <a:gd name="connsiteX10" fmla="*/ 716966 w 804574"/>
                <a:gd name="connsiteY10" fmla="*/ 790353 h 1010291"/>
                <a:gd name="connsiteX11" fmla="*/ 749437 w 804574"/>
                <a:gd name="connsiteY11" fmla="*/ 914754 h 1010291"/>
                <a:gd name="connsiteX12" fmla="*/ 677279 w 804574"/>
                <a:gd name="connsiteY12" fmla="*/ 1010291 h 1010291"/>
                <a:gd name="connsiteX13" fmla="*/ 40192 w 804574"/>
                <a:gd name="connsiteY13" fmla="*/ 1010291 h 1010291"/>
                <a:gd name="connsiteX14" fmla="*/ 0 w 804574"/>
                <a:gd name="connsiteY14" fmla="*/ 970388 h 1010291"/>
                <a:gd name="connsiteX15" fmla="*/ 0 w 804574"/>
                <a:gd name="connsiteY15" fmla="*/ 970244 h 1010291"/>
                <a:gd name="connsiteX16" fmla="*/ 0 w 804574"/>
                <a:gd name="connsiteY16" fmla="*/ 961585 h 1010291"/>
                <a:gd name="connsiteX17" fmla="*/ 40192 w 804574"/>
                <a:gd name="connsiteY17" fmla="*/ 921537 h 1010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574" h="1010291">
                  <a:moveTo>
                    <a:pt x="665156" y="921104"/>
                  </a:moveTo>
                  <a:cubicBezTo>
                    <a:pt x="665156" y="918867"/>
                    <a:pt x="665589" y="916630"/>
                    <a:pt x="665734" y="914321"/>
                  </a:cubicBezTo>
                  <a:cubicBezTo>
                    <a:pt x="667610" y="871026"/>
                    <a:pt x="650075" y="829751"/>
                    <a:pt x="633190" y="789920"/>
                  </a:cubicBezTo>
                  <a:cubicBezTo>
                    <a:pt x="587875" y="683125"/>
                    <a:pt x="544075" y="569836"/>
                    <a:pt x="556847" y="454599"/>
                  </a:cubicBezTo>
                  <a:cubicBezTo>
                    <a:pt x="573660" y="302201"/>
                    <a:pt x="685722" y="176212"/>
                    <a:pt x="725698" y="28865"/>
                  </a:cubicBezTo>
                  <a:cubicBezTo>
                    <a:pt x="730655" y="11655"/>
                    <a:pt x="746465" y="-150"/>
                    <a:pt x="764374" y="1"/>
                  </a:cubicBezTo>
                  <a:lnTo>
                    <a:pt x="764374" y="1"/>
                  </a:lnTo>
                  <a:cubicBezTo>
                    <a:pt x="786455" y="-121"/>
                    <a:pt x="804451" y="17673"/>
                    <a:pt x="804574" y="39746"/>
                  </a:cubicBezTo>
                  <a:cubicBezTo>
                    <a:pt x="804603" y="43867"/>
                    <a:pt x="803989" y="47958"/>
                    <a:pt x="802763" y="51883"/>
                  </a:cubicBezTo>
                  <a:cubicBezTo>
                    <a:pt x="758169" y="189706"/>
                    <a:pt x="656570" y="310499"/>
                    <a:pt x="640550" y="455032"/>
                  </a:cubicBezTo>
                  <a:cubicBezTo>
                    <a:pt x="627851" y="570486"/>
                    <a:pt x="671651" y="683558"/>
                    <a:pt x="716966" y="790353"/>
                  </a:cubicBezTo>
                  <a:cubicBezTo>
                    <a:pt x="733851" y="830184"/>
                    <a:pt x="751386" y="871603"/>
                    <a:pt x="749437" y="914754"/>
                  </a:cubicBezTo>
                  <a:cubicBezTo>
                    <a:pt x="747489" y="957904"/>
                    <a:pt x="719780" y="1003436"/>
                    <a:pt x="677279" y="1010291"/>
                  </a:cubicBezTo>
                  <a:lnTo>
                    <a:pt x="40192" y="1010291"/>
                  </a:lnTo>
                  <a:cubicBezTo>
                    <a:pt x="18076" y="1010371"/>
                    <a:pt x="79" y="992504"/>
                    <a:pt x="0" y="970388"/>
                  </a:cubicBezTo>
                  <a:cubicBezTo>
                    <a:pt x="0" y="970337"/>
                    <a:pt x="0" y="970294"/>
                    <a:pt x="0" y="970244"/>
                  </a:cubicBezTo>
                  <a:lnTo>
                    <a:pt x="0" y="961585"/>
                  </a:lnTo>
                  <a:cubicBezTo>
                    <a:pt x="43" y="939425"/>
                    <a:pt x="18032" y="921493"/>
                    <a:pt x="40192" y="921537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>
              <a:extLst>
                <a:ext uri="{FF2B5EF4-FFF2-40B4-BE49-F238E27FC236}">
                  <a16:creationId xmlns:a16="http://schemas.microsoft.com/office/drawing/2014/main" id="{D8CC1827-56D5-2E27-70B3-36922386133F}"/>
                </a:ext>
              </a:extLst>
            </p:cNvPr>
            <p:cNvSpPr/>
            <p:nvPr/>
          </p:nvSpPr>
          <p:spPr>
            <a:xfrm>
              <a:off x="5276371" y="10346891"/>
              <a:ext cx="1008633" cy="868065"/>
            </a:xfrm>
            <a:custGeom>
              <a:avLst/>
              <a:gdLst>
                <a:gd name="connsiteX0" fmla="*/ 966424 w 1008633"/>
                <a:gd name="connsiteY0" fmla="*/ 868066 h 868065"/>
                <a:gd name="connsiteX1" fmla="*/ 42218 w 1008633"/>
                <a:gd name="connsiteY1" fmla="*/ 868066 h 868065"/>
                <a:gd name="connsiteX2" fmla="*/ 9242 w 1008633"/>
                <a:gd name="connsiteY2" fmla="*/ 850676 h 868065"/>
                <a:gd name="connsiteX3" fmla="*/ 2531 w 1008633"/>
                <a:gd name="connsiteY3" fmla="*/ 806082 h 868065"/>
                <a:gd name="connsiteX4" fmla="*/ 265909 w 1008633"/>
                <a:gd name="connsiteY4" fmla="*/ 0 h 868065"/>
                <a:gd name="connsiteX5" fmla="*/ 279620 w 1008633"/>
                <a:gd name="connsiteY5" fmla="*/ 4546 h 868065"/>
                <a:gd name="connsiteX6" fmla="*/ 16602 w 1008633"/>
                <a:gd name="connsiteY6" fmla="*/ 810555 h 868065"/>
                <a:gd name="connsiteX7" fmla="*/ 21292 w 1008633"/>
                <a:gd name="connsiteY7" fmla="*/ 842233 h 868065"/>
                <a:gd name="connsiteX8" fmla="*/ 42579 w 1008633"/>
                <a:gd name="connsiteY8" fmla="*/ 853634 h 868065"/>
                <a:gd name="connsiteX9" fmla="*/ 966207 w 1008633"/>
                <a:gd name="connsiteY9" fmla="*/ 853634 h 868065"/>
                <a:gd name="connsiteX10" fmla="*/ 987133 w 1008633"/>
                <a:gd name="connsiteY10" fmla="*/ 842738 h 868065"/>
                <a:gd name="connsiteX11" fmla="*/ 992617 w 1008633"/>
                <a:gd name="connsiteY11" fmla="*/ 811926 h 868065"/>
                <a:gd name="connsiteX12" fmla="*/ 766833 w 1008633"/>
                <a:gd name="connsiteY12" fmla="*/ 4474 h 868065"/>
                <a:gd name="connsiteX13" fmla="*/ 780688 w 1008633"/>
                <a:gd name="connsiteY13" fmla="*/ 649 h 868065"/>
                <a:gd name="connsiteX14" fmla="*/ 1006760 w 1008633"/>
                <a:gd name="connsiteY14" fmla="*/ 808391 h 868065"/>
                <a:gd name="connsiteX15" fmla="*/ 998823 w 1008633"/>
                <a:gd name="connsiteY15" fmla="*/ 851686 h 868065"/>
                <a:gd name="connsiteX16" fmla="*/ 966424 w 1008633"/>
                <a:gd name="connsiteY16" fmla="*/ 868066 h 86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8633" h="868065">
                  <a:moveTo>
                    <a:pt x="966424" y="868066"/>
                  </a:moveTo>
                  <a:lnTo>
                    <a:pt x="42218" y="868066"/>
                  </a:lnTo>
                  <a:cubicBezTo>
                    <a:pt x="29057" y="867950"/>
                    <a:pt x="16768" y="861470"/>
                    <a:pt x="9242" y="850676"/>
                  </a:cubicBezTo>
                  <a:cubicBezTo>
                    <a:pt x="27" y="837730"/>
                    <a:pt x="-2469" y="821163"/>
                    <a:pt x="2531" y="806082"/>
                  </a:cubicBezTo>
                  <a:lnTo>
                    <a:pt x="265909" y="0"/>
                  </a:lnTo>
                  <a:lnTo>
                    <a:pt x="279620" y="4546"/>
                  </a:lnTo>
                  <a:lnTo>
                    <a:pt x="16602" y="810555"/>
                  </a:lnTo>
                  <a:cubicBezTo>
                    <a:pt x="13030" y="821257"/>
                    <a:pt x="14776" y="833026"/>
                    <a:pt x="21292" y="842233"/>
                  </a:cubicBezTo>
                  <a:cubicBezTo>
                    <a:pt x="26127" y="849254"/>
                    <a:pt x="34057" y="853504"/>
                    <a:pt x="42579" y="853634"/>
                  </a:cubicBezTo>
                  <a:lnTo>
                    <a:pt x="966207" y="853634"/>
                  </a:lnTo>
                  <a:cubicBezTo>
                    <a:pt x="974527" y="853576"/>
                    <a:pt x="982313" y="849521"/>
                    <a:pt x="987133" y="842738"/>
                  </a:cubicBezTo>
                  <a:cubicBezTo>
                    <a:pt x="993635" y="833870"/>
                    <a:pt x="995662" y="822491"/>
                    <a:pt x="992617" y="811926"/>
                  </a:cubicBezTo>
                  <a:lnTo>
                    <a:pt x="766833" y="4474"/>
                  </a:lnTo>
                  <a:lnTo>
                    <a:pt x="780688" y="649"/>
                  </a:lnTo>
                  <a:lnTo>
                    <a:pt x="1006760" y="808391"/>
                  </a:lnTo>
                  <a:cubicBezTo>
                    <a:pt x="1010953" y="823277"/>
                    <a:pt x="1008023" y="839260"/>
                    <a:pt x="998823" y="851686"/>
                  </a:cubicBezTo>
                  <a:cubicBezTo>
                    <a:pt x="991217" y="861954"/>
                    <a:pt x="979203" y="868023"/>
                    <a:pt x="966424" y="868066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>
              <a:extLst>
                <a:ext uri="{FF2B5EF4-FFF2-40B4-BE49-F238E27FC236}">
                  <a16:creationId xmlns:a16="http://schemas.microsoft.com/office/drawing/2014/main" id="{F2AF4FD1-5EFA-3012-B3FF-32042B6B9397}"/>
                </a:ext>
              </a:extLst>
            </p:cNvPr>
            <p:cNvSpPr/>
            <p:nvPr/>
          </p:nvSpPr>
          <p:spPr>
            <a:xfrm>
              <a:off x="4946829" y="9624513"/>
              <a:ext cx="291953" cy="136968"/>
            </a:xfrm>
            <a:custGeom>
              <a:avLst/>
              <a:gdLst>
                <a:gd name="connsiteX0" fmla="*/ 0 w 291953"/>
                <a:gd name="connsiteY0" fmla="*/ 127432 h 136968"/>
                <a:gd name="connsiteX1" fmla="*/ 66891 w 291953"/>
                <a:gd name="connsiteY1" fmla="*/ 28358 h 136968"/>
                <a:gd name="connsiteX2" fmla="*/ 142441 w 291953"/>
                <a:gd name="connsiteY2" fmla="*/ 0 h 136968"/>
                <a:gd name="connsiteX3" fmla="*/ 290438 w 291953"/>
                <a:gd name="connsiteY3" fmla="*/ 0 h 136968"/>
                <a:gd name="connsiteX4" fmla="*/ 291953 w 291953"/>
                <a:gd name="connsiteY4" fmla="*/ 95826 h 136968"/>
                <a:gd name="connsiteX5" fmla="*/ 241442 w 291953"/>
                <a:gd name="connsiteY5" fmla="*/ 113217 h 136968"/>
                <a:gd name="connsiteX6" fmla="*/ 139049 w 291953"/>
                <a:gd name="connsiteY6" fmla="*/ 91064 h 136968"/>
                <a:gd name="connsiteX7" fmla="*/ 102970 w 291953"/>
                <a:gd name="connsiteY7" fmla="*/ 93012 h 136968"/>
                <a:gd name="connsiteX8" fmla="*/ 69705 w 291953"/>
                <a:gd name="connsiteY8" fmla="*/ 135730 h 136968"/>
                <a:gd name="connsiteX9" fmla="*/ 52171 w 291953"/>
                <a:gd name="connsiteY9" fmla="*/ 118340 h 136968"/>
                <a:gd name="connsiteX10" fmla="*/ 65953 w 291953"/>
                <a:gd name="connsiteY10" fmla="*/ 81539 h 136968"/>
                <a:gd name="connsiteX11" fmla="*/ 21720 w 291953"/>
                <a:gd name="connsiteY11" fmla="*/ 133565 h 136968"/>
                <a:gd name="connsiteX12" fmla="*/ 0 w 291953"/>
                <a:gd name="connsiteY12" fmla="*/ 127432 h 13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1953" h="136968">
                  <a:moveTo>
                    <a:pt x="0" y="127432"/>
                  </a:moveTo>
                  <a:cubicBezTo>
                    <a:pt x="0" y="127432"/>
                    <a:pt x="33626" y="45676"/>
                    <a:pt x="66891" y="28358"/>
                  </a:cubicBezTo>
                  <a:cubicBezTo>
                    <a:pt x="91129" y="16560"/>
                    <a:pt x="116428" y="7064"/>
                    <a:pt x="142441" y="0"/>
                  </a:cubicBezTo>
                  <a:lnTo>
                    <a:pt x="290438" y="0"/>
                  </a:lnTo>
                  <a:lnTo>
                    <a:pt x="291953" y="95826"/>
                  </a:lnTo>
                  <a:cubicBezTo>
                    <a:pt x="278358" y="108548"/>
                    <a:pt x="259987" y="114876"/>
                    <a:pt x="241442" y="113217"/>
                  </a:cubicBezTo>
                  <a:cubicBezTo>
                    <a:pt x="212146" y="109176"/>
                    <a:pt x="139049" y="91064"/>
                    <a:pt x="139049" y="91064"/>
                  </a:cubicBezTo>
                  <a:lnTo>
                    <a:pt x="102970" y="93012"/>
                  </a:lnTo>
                  <a:lnTo>
                    <a:pt x="69705" y="135730"/>
                  </a:lnTo>
                  <a:cubicBezTo>
                    <a:pt x="69705" y="135730"/>
                    <a:pt x="42646" y="143884"/>
                    <a:pt x="52171" y="118340"/>
                  </a:cubicBezTo>
                  <a:cubicBezTo>
                    <a:pt x="61695" y="92796"/>
                    <a:pt x="65953" y="81539"/>
                    <a:pt x="65953" y="81539"/>
                  </a:cubicBezTo>
                  <a:cubicBezTo>
                    <a:pt x="65953" y="81539"/>
                    <a:pt x="33987" y="131256"/>
                    <a:pt x="21720" y="133565"/>
                  </a:cubicBezTo>
                  <a:cubicBezTo>
                    <a:pt x="13934" y="134785"/>
                    <a:pt x="6004" y="132541"/>
                    <a:pt x="0" y="127432"/>
                  </a:cubicBezTo>
                  <a:close/>
                </a:path>
              </a:pathLst>
            </a:custGeom>
            <a:solidFill>
              <a:srgbClr val="6F443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>
              <a:extLst>
                <a:ext uri="{FF2B5EF4-FFF2-40B4-BE49-F238E27FC236}">
                  <a16:creationId xmlns:a16="http://schemas.microsoft.com/office/drawing/2014/main" id="{481DD920-2138-ADB6-D816-594A247FD76B}"/>
                </a:ext>
              </a:extLst>
            </p:cNvPr>
            <p:cNvSpPr/>
            <p:nvPr/>
          </p:nvSpPr>
          <p:spPr>
            <a:xfrm>
              <a:off x="5234525" y="9443540"/>
              <a:ext cx="395716" cy="308749"/>
            </a:xfrm>
            <a:custGeom>
              <a:avLst/>
              <a:gdLst>
                <a:gd name="connsiteX0" fmla="*/ 323991 w 395716"/>
                <a:gd name="connsiteY0" fmla="*/ 0 h 308749"/>
                <a:gd name="connsiteX1" fmla="*/ 206229 w 395716"/>
                <a:gd name="connsiteY1" fmla="*/ 169428 h 308749"/>
                <a:gd name="connsiteX2" fmla="*/ 2742 w 395716"/>
                <a:gd name="connsiteY2" fmla="*/ 180973 h 308749"/>
                <a:gd name="connsiteX3" fmla="*/ 0 w 395716"/>
                <a:gd name="connsiteY3" fmla="*/ 273913 h 308749"/>
                <a:gd name="connsiteX4" fmla="*/ 153264 w 395716"/>
                <a:gd name="connsiteY4" fmla="*/ 304075 h 308749"/>
                <a:gd name="connsiteX5" fmla="*/ 373275 w 395716"/>
                <a:gd name="connsiteY5" fmla="*/ 238772 h 308749"/>
                <a:gd name="connsiteX6" fmla="*/ 373275 w 395716"/>
                <a:gd name="connsiteY6" fmla="*/ 238772 h 308749"/>
                <a:gd name="connsiteX7" fmla="*/ 395717 w 395716"/>
                <a:gd name="connsiteY7" fmla="*/ 33914 h 30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5716" h="308749">
                  <a:moveTo>
                    <a:pt x="323991" y="0"/>
                  </a:moveTo>
                  <a:lnTo>
                    <a:pt x="206229" y="169428"/>
                  </a:lnTo>
                  <a:lnTo>
                    <a:pt x="2742" y="180973"/>
                  </a:lnTo>
                  <a:lnTo>
                    <a:pt x="0" y="273913"/>
                  </a:lnTo>
                  <a:lnTo>
                    <a:pt x="153264" y="304075"/>
                  </a:lnTo>
                  <a:cubicBezTo>
                    <a:pt x="232877" y="319784"/>
                    <a:pt x="315123" y="295366"/>
                    <a:pt x="373275" y="238772"/>
                  </a:cubicBezTo>
                  <a:lnTo>
                    <a:pt x="373275" y="238772"/>
                  </a:lnTo>
                  <a:lnTo>
                    <a:pt x="395717" y="33914"/>
                  </a:lnTo>
                  <a:close/>
                </a:path>
              </a:pathLst>
            </a:custGeom>
            <a:solidFill>
              <a:srgbClr val="AE7461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>
              <a:extLst>
                <a:ext uri="{FF2B5EF4-FFF2-40B4-BE49-F238E27FC236}">
                  <a16:creationId xmlns:a16="http://schemas.microsoft.com/office/drawing/2014/main" id="{2F9DA201-8663-38EF-E700-4B75D9ABEAD2}"/>
                </a:ext>
              </a:extLst>
            </p:cNvPr>
            <p:cNvSpPr/>
            <p:nvPr/>
          </p:nvSpPr>
          <p:spPr>
            <a:xfrm>
              <a:off x="5403232" y="10654791"/>
              <a:ext cx="414838" cy="582607"/>
            </a:xfrm>
            <a:custGeom>
              <a:avLst/>
              <a:gdLst>
                <a:gd name="connsiteX0" fmla="*/ 0 w 414838"/>
                <a:gd name="connsiteY0" fmla="*/ 161202 h 582607"/>
                <a:gd name="connsiteX1" fmla="*/ 163872 w 414838"/>
                <a:gd name="connsiteY1" fmla="*/ 321466 h 582607"/>
                <a:gd name="connsiteX2" fmla="*/ 72736 w 414838"/>
                <a:gd name="connsiteY2" fmla="*/ 582607 h 582607"/>
                <a:gd name="connsiteX3" fmla="*/ 414839 w 414838"/>
                <a:gd name="connsiteY3" fmla="*/ 260708 h 582607"/>
                <a:gd name="connsiteX4" fmla="*/ 170366 w 414838"/>
                <a:gd name="connsiteY4" fmla="*/ 0 h 58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838" h="582607">
                  <a:moveTo>
                    <a:pt x="0" y="161202"/>
                  </a:moveTo>
                  <a:lnTo>
                    <a:pt x="163872" y="321466"/>
                  </a:lnTo>
                  <a:cubicBezTo>
                    <a:pt x="163872" y="321466"/>
                    <a:pt x="45532" y="549920"/>
                    <a:pt x="72736" y="582607"/>
                  </a:cubicBezTo>
                  <a:lnTo>
                    <a:pt x="414839" y="260708"/>
                  </a:lnTo>
                  <a:lnTo>
                    <a:pt x="170366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>
              <a:extLst>
                <a:ext uri="{FF2B5EF4-FFF2-40B4-BE49-F238E27FC236}">
                  <a16:creationId xmlns:a16="http://schemas.microsoft.com/office/drawing/2014/main" id="{68EFFF8A-96F0-722D-42CD-67CEA4765089}"/>
                </a:ext>
              </a:extLst>
            </p:cNvPr>
            <p:cNvSpPr/>
            <p:nvPr/>
          </p:nvSpPr>
          <p:spPr>
            <a:xfrm>
              <a:off x="5649782" y="10860498"/>
              <a:ext cx="35587" cy="34376"/>
            </a:xfrm>
            <a:custGeom>
              <a:avLst/>
              <a:gdLst>
                <a:gd name="connsiteX0" fmla="*/ 9829 w 35587"/>
                <a:gd name="connsiteY0" fmla="*/ 2253 h 34376"/>
                <a:gd name="connsiteX1" fmla="*/ 33713 w 35587"/>
                <a:gd name="connsiteY1" fmla="*/ 8171 h 34376"/>
                <a:gd name="connsiteX2" fmla="*/ 26497 w 35587"/>
                <a:gd name="connsiteY2" fmla="*/ 32127 h 34376"/>
                <a:gd name="connsiteX3" fmla="*/ 1170 w 35587"/>
                <a:gd name="connsiteY3" fmla="*/ 25705 h 34376"/>
                <a:gd name="connsiteX4" fmla="*/ 11272 w 35587"/>
                <a:gd name="connsiteY4" fmla="*/ 1460 h 3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7" h="34376">
                  <a:moveTo>
                    <a:pt x="9829" y="2253"/>
                  </a:moveTo>
                  <a:cubicBezTo>
                    <a:pt x="18112" y="-2314"/>
                    <a:pt x="28518" y="262"/>
                    <a:pt x="33713" y="8171"/>
                  </a:cubicBezTo>
                  <a:cubicBezTo>
                    <a:pt x="37942" y="16815"/>
                    <a:pt x="34796" y="27256"/>
                    <a:pt x="26497" y="32127"/>
                  </a:cubicBezTo>
                  <a:cubicBezTo>
                    <a:pt x="18343" y="36817"/>
                    <a:pt x="4850" y="33931"/>
                    <a:pt x="1170" y="25705"/>
                  </a:cubicBezTo>
                  <a:cubicBezTo>
                    <a:pt x="-2272" y="16223"/>
                    <a:pt x="2115" y="5688"/>
                    <a:pt x="11272" y="1460"/>
                  </a:cubicBezTo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>
              <a:extLst>
                <a:ext uri="{FF2B5EF4-FFF2-40B4-BE49-F238E27FC236}">
                  <a16:creationId xmlns:a16="http://schemas.microsoft.com/office/drawing/2014/main" id="{2ABA6889-8828-3420-964B-D740BEE4A921}"/>
                </a:ext>
              </a:extLst>
            </p:cNvPr>
            <p:cNvSpPr/>
            <p:nvPr/>
          </p:nvSpPr>
          <p:spPr>
            <a:xfrm>
              <a:off x="5470349" y="10890244"/>
              <a:ext cx="347721" cy="346937"/>
            </a:xfrm>
            <a:custGeom>
              <a:avLst/>
              <a:gdLst>
                <a:gd name="connsiteX0" fmla="*/ 347721 w 347721"/>
                <a:gd name="connsiteY0" fmla="*/ 25255 h 346937"/>
                <a:gd name="connsiteX1" fmla="*/ 321961 w 347721"/>
                <a:gd name="connsiteY1" fmla="*/ 0 h 346937"/>
                <a:gd name="connsiteX2" fmla="*/ 3598 w 347721"/>
                <a:gd name="connsiteY2" fmla="*/ 318074 h 346937"/>
                <a:gd name="connsiteX3" fmla="*/ 5618 w 347721"/>
                <a:gd name="connsiteY3" fmla="*/ 346938 h 34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721" h="346937">
                  <a:moveTo>
                    <a:pt x="347721" y="25255"/>
                  </a:moveTo>
                  <a:lnTo>
                    <a:pt x="321961" y="0"/>
                  </a:lnTo>
                  <a:lnTo>
                    <a:pt x="3598" y="318074"/>
                  </a:lnTo>
                  <a:cubicBezTo>
                    <a:pt x="3598" y="318074"/>
                    <a:pt x="-5711" y="338639"/>
                    <a:pt x="5618" y="346938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>
              <a:extLst>
                <a:ext uri="{FF2B5EF4-FFF2-40B4-BE49-F238E27FC236}">
                  <a16:creationId xmlns:a16="http://schemas.microsoft.com/office/drawing/2014/main" id="{4863788D-71B5-43EA-534B-5D68F1F38011}"/>
                </a:ext>
              </a:extLst>
            </p:cNvPr>
            <p:cNvSpPr/>
            <p:nvPr/>
          </p:nvSpPr>
          <p:spPr>
            <a:xfrm>
              <a:off x="5559737" y="10962973"/>
              <a:ext cx="48479" cy="17100"/>
            </a:xfrm>
            <a:custGeom>
              <a:avLst/>
              <a:gdLst>
                <a:gd name="connsiteX0" fmla="*/ 223 w 48479"/>
                <a:gd name="connsiteY0" fmla="*/ 16892 h 17100"/>
                <a:gd name="connsiteX1" fmla="*/ 23819 w 48479"/>
                <a:gd name="connsiteY1" fmla="*/ 8594 h 17100"/>
                <a:gd name="connsiteX2" fmla="*/ 48425 w 48479"/>
                <a:gd name="connsiteY2" fmla="*/ 6357 h 17100"/>
                <a:gd name="connsiteX3" fmla="*/ 22592 w 48479"/>
                <a:gd name="connsiteY3" fmla="*/ 1017 h 17100"/>
                <a:gd name="connsiteX4" fmla="*/ 223 w 48479"/>
                <a:gd name="connsiteY4" fmla="*/ 16892 h 1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79" h="17100">
                  <a:moveTo>
                    <a:pt x="223" y="16892"/>
                  </a:moveTo>
                  <a:cubicBezTo>
                    <a:pt x="1810" y="18408"/>
                    <a:pt x="10830" y="11264"/>
                    <a:pt x="23819" y="8594"/>
                  </a:cubicBezTo>
                  <a:cubicBezTo>
                    <a:pt x="36807" y="5924"/>
                    <a:pt x="47487" y="8594"/>
                    <a:pt x="48425" y="6357"/>
                  </a:cubicBezTo>
                  <a:cubicBezTo>
                    <a:pt x="49363" y="4120"/>
                    <a:pt x="38250" y="-2518"/>
                    <a:pt x="22592" y="1017"/>
                  </a:cubicBezTo>
                  <a:cubicBezTo>
                    <a:pt x="6934" y="4553"/>
                    <a:pt x="-1509" y="15738"/>
                    <a:pt x="223" y="16892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>
              <a:extLst>
                <a:ext uri="{FF2B5EF4-FFF2-40B4-BE49-F238E27FC236}">
                  <a16:creationId xmlns:a16="http://schemas.microsoft.com/office/drawing/2014/main" id="{EF4B34C2-2658-06B6-16B3-8164B738C06A}"/>
                </a:ext>
              </a:extLst>
            </p:cNvPr>
            <p:cNvSpPr/>
            <p:nvPr/>
          </p:nvSpPr>
          <p:spPr>
            <a:xfrm>
              <a:off x="5537249" y="11018825"/>
              <a:ext cx="44726" cy="13355"/>
            </a:xfrm>
            <a:custGeom>
              <a:avLst/>
              <a:gdLst>
                <a:gd name="connsiteX0" fmla="*/ 125 w 44726"/>
                <a:gd name="connsiteY0" fmla="*/ 8737 h 13355"/>
                <a:gd name="connsiteX1" fmla="*/ 22927 w 44726"/>
                <a:gd name="connsiteY1" fmla="*/ 7871 h 13355"/>
                <a:gd name="connsiteX2" fmla="*/ 44575 w 44726"/>
                <a:gd name="connsiteY2" fmla="*/ 13066 h 13355"/>
                <a:gd name="connsiteX3" fmla="*/ 23793 w 44726"/>
                <a:gd name="connsiteY3" fmla="*/ 150 h 13355"/>
                <a:gd name="connsiteX4" fmla="*/ 125 w 44726"/>
                <a:gd name="connsiteY4" fmla="*/ 8737 h 1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26" h="13355">
                  <a:moveTo>
                    <a:pt x="125" y="8737"/>
                  </a:moveTo>
                  <a:cubicBezTo>
                    <a:pt x="1207" y="10685"/>
                    <a:pt x="10949" y="6500"/>
                    <a:pt x="22927" y="7871"/>
                  </a:cubicBezTo>
                  <a:cubicBezTo>
                    <a:pt x="34906" y="9242"/>
                    <a:pt x="43276" y="14654"/>
                    <a:pt x="44575" y="13066"/>
                  </a:cubicBezTo>
                  <a:cubicBezTo>
                    <a:pt x="45874" y="11479"/>
                    <a:pt x="38802" y="1521"/>
                    <a:pt x="23793" y="150"/>
                  </a:cubicBezTo>
                  <a:cubicBezTo>
                    <a:pt x="8784" y="-1221"/>
                    <a:pt x="-1246" y="7222"/>
                    <a:pt x="125" y="8737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>
              <a:extLst>
                <a:ext uri="{FF2B5EF4-FFF2-40B4-BE49-F238E27FC236}">
                  <a16:creationId xmlns:a16="http://schemas.microsoft.com/office/drawing/2014/main" id="{C3A215C5-E3DB-E890-152C-D51DB93578EE}"/>
                </a:ext>
              </a:extLst>
            </p:cNvPr>
            <p:cNvSpPr/>
            <p:nvPr/>
          </p:nvSpPr>
          <p:spPr>
            <a:xfrm>
              <a:off x="5516576" y="11069429"/>
              <a:ext cx="39189" cy="18134"/>
            </a:xfrm>
            <a:custGeom>
              <a:avLst/>
              <a:gdLst>
                <a:gd name="connsiteX0" fmla="*/ 38838 w 39189"/>
                <a:gd name="connsiteY0" fmla="*/ 17952 h 18134"/>
                <a:gd name="connsiteX1" fmla="*/ 23035 w 39189"/>
                <a:gd name="connsiteY1" fmla="*/ 2149 h 18134"/>
                <a:gd name="connsiteX2" fmla="*/ 17 w 39189"/>
                <a:gd name="connsiteY2" fmla="*/ 3448 h 18134"/>
                <a:gd name="connsiteX3" fmla="*/ 19932 w 39189"/>
                <a:gd name="connsiteY3" fmla="*/ 9438 h 18134"/>
                <a:gd name="connsiteX4" fmla="*/ 38838 w 39189"/>
                <a:gd name="connsiteY4" fmla="*/ 17952 h 1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89" h="18134">
                  <a:moveTo>
                    <a:pt x="38838" y="17952"/>
                  </a:moveTo>
                  <a:cubicBezTo>
                    <a:pt x="40642" y="16798"/>
                    <a:pt x="35519" y="6768"/>
                    <a:pt x="23035" y="2149"/>
                  </a:cubicBezTo>
                  <a:cubicBezTo>
                    <a:pt x="10552" y="-2469"/>
                    <a:pt x="-488" y="1500"/>
                    <a:pt x="17" y="3448"/>
                  </a:cubicBezTo>
                  <a:cubicBezTo>
                    <a:pt x="522" y="5397"/>
                    <a:pt x="9758" y="5541"/>
                    <a:pt x="19932" y="9438"/>
                  </a:cubicBezTo>
                  <a:cubicBezTo>
                    <a:pt x="30107" y="13334"/>
                    <a:pt x="36962" y="19251"/>
                    <a:pt x="38838" y="17952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>
              <a:extLst>
                <a:ext uri="{FF2B5EF4-FFF2-40B4-BE49-F238E27FC236}">
                  <a16:creationId xmlns:a16="http://schemas.microsoft.com/office/drawing/2014/main" id="{06D3AF57-D150-5A05-C5EC-7367B1D1D634}"/>
                </a:ext>
              </a:extLst>
            </p:cNvPr>
            <p:cNvSpPr/>
            <p:nvPr/>
          </p:nvSpPr>
          <p:spPr>
            <a:xfrm>
              <a:off x="5526371" y="10906763"/>
              <a:ext cx="37859" cy="32235"/>
            </a:xfrm>
            <a:custGeom>
              <a:avLst/>
              <a:gdLst>
                <a:gd name="connsiteX0" fmla="*/ 540 w 37859"/>
                <a:gd name="connsiteY0" fmla="*/ 32188 h 32235"/>
                <a:gd name="connsiteX1" fmla="*/ 18219 w 37859"/>
                <a:gd name="connsiteY1" fmla="*/ 15303 h 32235"/>
                <a:gd name="connsiteX2" fmla="*/ 37846 w 37859"/>
                <a:gd name="connsiteY2" fmla="*/ 872 h 32235"/>
                <a:gd name="connsiteX3" fmla="*/ 13385 w 37859"/>
                <a:gd name="connsiteY3" fmla="*/ 9675 h 32235"/>
                <a:gd name="connsiteX4" fmla="*/ 540 w 37859"/>
                <a:gd name="connsiteY4" fmla="*/ 32188 h 32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59" h="32235">
                  <a:moveTo>
                    <a:pt x="540" y="32188"/>
                  </a:moveTo>
                  <a:cubicBezTo>
                    <a:pt x="2633" y="32982"/>
                    <a:pt x="8261" y="23602"/>
                    <a:pt x="18219" y="15303"/>
                  </a:cubicBezTo>
                  <a:cubicBezTo>
                    <a:pt x="28177" y="7005"/>
                    <a:pt x="38279" y="2892"/>
                    <a:pt x="37846" y="872"/>
                  </a:cubicBezTo>
                  <a:cubicBezTo>
                    <a:pt x="37414" y="-1149"/>
                    <a:pt x="25074" y="-211"/>
                    <a:pt x="13385" y="9675"/>
                  </a:cubicBezTo>
                  <a:cubicBezTo>
                    <a:pt x="1695" y="19561"/>
                    <a:pt x="-1408" y="31755"/>
                    <a:pt x="540" y="32188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>
              <a:extLst>
                <a:ext uri="{FF2B5EF4-FFF2-40B4-BE49-F238E27FC236}">
                  <a16:creationId xmlns:a16="http://schemas.microsoft.com/office/drawing/2014/main" id="{AEDAE0FA-931B-DCA0-578C-C027ED41893F}"/>
                </a:ext>
              </a:extLst>
            </p:cNvPr>
            <p:cNvSpPr/>
            <p:nvPr/>
          </p:nvSpPr>
          <p:spPr>
            <a:xfrm>
              <a:off x="4666999" y="9894386"/>
              <a:ext cx="868571" cy="1128052"/>
            </a:xfrm>
            <a:custGeom>
              <a:avLst/>
              <a:gdLst>
                <a:gd name="connsiteX0" fmla="*/ 816256 w 868571"/>
                <a:gd name="connsiteY0" fmla="*/ 0 h 1128052"/>
                <a:gd name="connsiteX1" fmla="*/ 115454 w 868571"/>
                <a:gd name="connsiteY1" fmla="*/ 237618 h 1128052"/>
                <a:gd name="connsiteX2" fmla="*/ 0 w 868571"/>
                <a:gd name="connsiteY2" fmla="*/ 1040741 h 1128052"/>
                <a:gd name="connsiteX3" fmla="*/ 255802 w 868571"/>
                <a:gd name="connsiteY3" fmla="*/ 1128053 h 1128052"/>
                <a:gd name="connsiteX4" fmla="*/ 342392 w 868571"/>
                <a:gd name="connsiteY4" fmla="*/ 647983 h 1128052"/>
                <a:gd name="connsiteX5" fmla="*/ 362380 w 868571"/>
                <a:gd name="connsiteY5" fmla="*/ 467586 h 1128052"/>
                <a:gd name="connsiteX6" fmla="*/ 868571 w 868571"/>
                <a:gd name="connsiteY6" fmla="*/ 247720 h 112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8571" h="1128052">
                  <a:moveTo>
                    <a:pt x="816256" y="0"/>
                  </a:moveTo>
                  <a:cubicBezTo>
                    <a:pt x="791217" y="0"/>
                    <a:pt x="181262" y="177582"/>
                    <a:pt x="115454" y="237618"/>
                  </a:cubicBezTo>
                  <a:cubicBezTo>
                    <a:pt x="49645" y="297653"/>
                    <a:pt x="0" y="1040741"/>
                    <a:pt x="0" y="1040741"/>
                  </a:cubicBezTo>
                  <a:lnTo>
                    <a:pt x="255802" y="1128053"/>
                  </a:lnTo>
                  <a:cubicBezTo>
                    <a:pt x="255802" y="1128053"/>
                    <a:pt x="309704" y="765168"/>
                    <a:pt x="342392" y="647983"/>
                  </a:cubicBezTo>
                  <a:cubicBezTo>
                    <a:pt x="358180" y="589217"/>
                    <a:pt x="364920" y="528387"/>
                    <a:pt x="362380" y="467586"/>
                  </a:cubicBezTo>
                  <a:lnTo>
                    <a:pt x="868571" y="24772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>
              <a:extLst>
                <a:ext uri="{FF2B5EF4-FFF2-40B4-BE49-F238E27FC236}">
                  <a16:creationId xmlns:a16="http://schemas.microsoft.com/office/drawing/2014/main" id="{438C4298-AF49-3A46-4900-59E482A5D7E6}"/>
                </a:ext>
              </a:extLst>
            </p:cNvPr>
            <p:cNvSpPr/>
            <p:nvPr/>
          </p:nvSpPr>
          <p:spPr>
            <a:xfrm>
              <a:off x="4990204" y="9821794"/>
              <a:ext cx="988418" cy="1136278"/>
            </a:xfrm>
            <a:custGeom>
              <a:avLst/>
              <a:gdLst>
                <a:gd name="connsiteX0" fmla="*/ 508782 w 988418"/>
                <a:gd name="connsiteY0" fmla="*/ 111846 h 1136278"/>
                <a:gd name="connsiteX1" fmla="*/ 12765 w 988418"/>
                <a:gd name="connsiteY1" fmla="*/ 432734 h 1136278"/>
                <a:gd name="connsiteX2" fmla="*/ 65657 w 988418"/>
                <a:gd name="connsiteY2" fmla="*/ 697989 h 1136278"/>
                <a:gd name="connsiteX3" fmla="*/ 511524 w 988418"/>
                <a:gd name="connsiteY3" fmla="*/ 1136279 h 1136278"/>
                <a:gd name="connsiteX4" fmla="*/ 732473 w 988418"/>
                <a:gd name="connsiteY4" fmla="*/ 977963 h 1136278"/>
                <a:gd name="connsiteX5" fmla="*/ 352992 w 988418"/>
                <a:gd name="connsiteY5" fmla="*/ 585854 h 1136278"/>
                <a:gd name="connsiteX6" fmla="*/ 559293 w 988418"/>
                <a:gd name="connsiteY6" fmla="*/ 462824 h 1136278"/>
                <a:gd name="connsiteX7" fmla="*/ 838907 w 988418"/>
                <a:gd name="connsiteY7" fmla="*/ 441754 h 1136278"/>
                <a:gd name="connsiteX8" fmla="*/ 933723 w 988418"/>
                <a:gd name="connsiteY8" fmla="*/ 346866 h 1136278"/>
                <a:gd name="connsiteX9" fmla="*/ 988419 w 988418"/>
                <a:gd name="connsiteY9" fmla="*/ 94816 h 1136278"/>
                <a:gd name="connsiteX10" fmla="*/ 577477 w 988418"/>
                <a:gd name="connsiteY10" fmla="*/ 0 h 113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8418" h="1136278">
                  <a:moveTo>
                    <a:pt x="508782" y="111846"/>
                  </a:moveTo>
                  <a:cubicBezTo>
                    <a:pt x="497381" y="116897"/>
                    <a:pt x="54184" y="306024"/>
                    <a:pt x="12765" y="432734"/>
                  </a:cubicBezTo>
                  <a:cubicBezTo>
                    <a:pt x="-21222" y="535993"/>
                    <a:pt x="18249" y="626912"/>
                    <a:pt x="65657" y="697989"/>
                  </a:cubicBezTo>
                  <a:cubicBezTo>
                    <a:pt x="119126" y="778229"/>
                    <a:pt x="511524" y="1136279"/>
                    <a:pt x="511524" y="1136279"/>
                  </a:cubicBezTo>
                  <a:lnTo>
                    <a:pt x="732473" y="977963"/>
                  </a:lnTo>
                  <a:lnTo>
                    <a:pt x="352992" y="585854"/>
                  </a:lnTo>
                  <a:cubicBezTo>
                    <a:pt x="352992" y="585854"/>
                    <a:pt x="552077" y="462824"/>
                    <a:pt x="559293" y="462824"/>
                  </a:cubicBezTo>
                  <a:cubicBezTo>
                    <a:pt x="566509" y="462824"/>
                    <a:pt x="773242" y="449186"/>
                    <a:pt x="838907" y="441754"/>
                  </a:cubicBezTo>
                  <a:cubicBezTo>
                    <a:pt x="900169" y="434538"/>
                    <a:pt x="933723" y="346866"/>
                    <a:pt x="933723" y="346866"/>
                  </a:cubicBezTo>
                  <a:lnTo>
                    <a:pt x="988419" y="94816"/>
                  </a:lnTo>
                  <a:lnTo>
                    <a:pt x="577477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>
              <a:extLst>
                <a:ext uri="{FF2B5EF4-FFF2-40B4-BE49-F238E27FC236}">
                  <a16:creationId xmlns:a16="http://schemas.microsoft.com/office/drawing/2014/main" id="{71FA0E3A-2B7F-DDF1-B1B4-E47BACEE184C}"/>
                </a:ext>
              </a:extLst>
            </p:cNvPr>
            <p:cNvSpPr/>
            <p:nvPr/>
          </p:nvSpPr>
          <p:spPr>
            <a:xfrm>
              <a:off x="4988717" y="9821073"/>
              <a:ext cx="991132" cy="1139670"/>
            </a:xfrm>
            <a:custGeom>
              <a:avLst/>
              <a:gdLst>
                <a:gd name="connsiteX0" fmla="*/ 510268 w 991132"/>
                <a:gd name="connsiteY0" fmla="*/ 112567 h 1139670"/>
                <a:gd name="connsiteX1" fmla="*/ 514598 w 991132"/>
                <a:gd name="connsiteY1" fmla="*/ 105351 h 1139670"/>
                <a:gd name="connsiteX2" fmla="*/ 527586 w 991132"/>
                <a:gd name="connsiteY2" fmla="*/ 83704 h 1139670"/>
                <a:gd name="connsiteX3" fmla="*/ 578097 w 991132"/>
                <a:gd name="connsiteY3" fmla="*/ 361 h 1139670"/>
                <a:gd name="connsiteX4" fmla="*/ 578097 w 991132"/>
                <a:gd name="connsiteY4" fmla="*/ 0 h 1139670"/>
                <a:gd name="connsiteX5" fmla="*/ 578603 w 991132"/>
                <a:gd name="connsiteY5" fmla="*/ 0 h 1139670"/>
                <a:gd name="connsiteX6" fmla="*/ 989906 w 991132"/>
                <a:gd name="connsiteY6" fmla="*/ 94239 h 1139670"/>
                <a:gd name="connsiteX7" fmla="*/ 991132 w 991132"/>
                <a:gd name="connsiteY7" fmla="*/ 94239 h 1139670"/>
                <a:gd name="connsiteX8" fmla="*/ 991132 w 991132"/>
                <a:gd name="connsiteY8" fmla="*/ 95465 h 1139670"/>
                <a:gd name="connsiteX9" fmla="*/ 936653 w 991132"/>
                <a:gd name="connsiteY9" fmla="*/ 347587 h 1139670"/>
                <a:gd name="connsiteX10" fmla="*/ 936653 w 991132"/>
                <a:gd name="connsiteY10" fmla="*/ 347587 h 1139670"/>
                <a:gd name="connsiteX11" fmla="*/ 936653 w 991132"/>
                <a:gd name="connsiteY11" fmla="*/ 347587 h 1139670"/>
                <a:gd name="connsiteX12" fmla="*/ 897615 w 991132"/>
                <a:gd name="connsiteY12" fmla="*/ 410726 h 1139670"/>
                <a:gd name="connsiteX13" fmla="*/ 867597 w 991132"/>
                <a:gd name="connsiteY13" fmla="*/ 434682 h 1139670"/>
                <a:gd name="connsiteX14" fmla="*/ 858722 w 991132"/>
                <a:gd name="connsiteY14" fmla="*/ 438723 h 1139670"/>
                <a:gd name="connsiteX15" fmla="*/ 849341 w 991132"/>
                <a:gd name="connsiteY15" fmla="*/ 441754 h 1139670"/>
                <a:gd name="connsiteX16" fmla="*/ 839600 w 991132"/>
                <a:gd name="connsiteY16" fmla="*/ 443558 h 1139670"/>
                <a:gd name="connsiteX17" fmla="*/ 829858 w 991132"/>
                <a:gd name="connsiteY17" fmla="*/ 444640 h 1139670"/>
                <a:gd name="connsiteX18" fmla="*/ 669161 w 991132"/>
                <a:gd name="connsiteY18" fmla="*/ 457629 h 1139670"/>
                <a:gd name="connsiteX19" fmla="*/ 585241 w 991132"/>
                <a:gd name="connsiteY19" fmla="*/ 463329 h 1139670"/>
                <a:gd name="connsiteX20" fmla="*/ 563594 w 991132"/>
                <a:gd name="connsiteY20" fmla="*/ 464628 h 1139670"/>
                <a:gd name="connsiteX21" fmla="*/ 560779 w 991132"/>
                <a:gd name="connsiteY21" fmla="*/ 464628 h 1139670"/>
                <a:gd name="connsiteX22" fmla="*/ 560058 w 991132"/>
                <a:gd name="connsiteY22" fmla="*/ 464628 h 1139670"/>
                <a:gd name="connsiteX23" fmla="*/ 558975 w 991132"/>
                <a:gd name="connsiteY23" fmla="*/ 465133 h 1139670"/>
                <a:gd name="connsiteX24" fmla="*/ 554285 w 991132"/>
                <a:gd name="connsiteY24" fmla="*/ 467442 h 1139670"/>
                <a:gd name="connsiteX25" fmla="*/ 544904 w 991132"/>
                <a:gd name="connsiteY25" fmla="*/ 472638 h 1139670"/>
                <a:gd name="connsiteX26" fmla="*/ 507526 w 991132"/>
                <a:gd name="connsiteY26" fmla="*/ 494285 h 1139670"/>
                <a:gd name="connsiteX27" fmla="*/ 355344 w 991132"/>
                <a:gd name="connsiteY27" fmla="*/ 586937 h 1139670"/>
                <a:gd name="connsiteX28" fmla="*/ 355344 w 991132"/>
                <a:gd name="connsiteY28" fmla="*/ 584122 h 1139670"/>
                <a:gd name="connsiteX29" fmla="*/ 651843 w 991132"/>
                <a:gd name="connsiteY29" fmla="*/ 890291 h 1139670"/>
                <a:gd name="connsiteX30" fmla="*/ 735475 w 991132"/>
                <a:gd name="connsiteY30" fmla="*/ 977674 h 1139670"/>
                <a:gd name="connsiteX31" fmla="*/ 736990 w 991132"/>
                <a:gd name="connsiteY31" fmla="*/ 979190 h 1139670"/>
                <a:gd name="connsiteX32" fmla="*/ 735258 w 991132"/>
                <a:gd name="connsiteY32" fmla="*/ 980489 h 1139670"/>
                <a:gd name="connsiteX33" fmla="*/ 513732 w 991132"/>
                <a:gd name="connsiteY33" fmla="*/ 1138804 h 1139670"/>
                <a:gd name="connsiteX34" fmla="*/ 512505 w 991132"/>
                <a:gd name="connsiteY34" fmla="*/ 1139670 h 1139670"/>
                <a:gd name="connsiteX35" fmla="*/ 511423 w 991132"/>
                <a:gd name="connsiteY35" fmla="*/ 1138660 h 1139670"/>
                <a:gd name="connsiteX36" fmla="*/ 283691 w 991132"/>
                <a:gd name="connsiteY36" fmla="*/ 925792 h 1139670"/>
                <a:gd name="connsiteX37" fmla="*/ 178628 w 991132"/>
                <a:gd name="connsiteY37" fmla="*/ 823327 h 1139670"/>
                <a:gd name="connsiteX38" fmla="*/ 82441 w 991132"/>
                <a:gd name="connsiteY38" fmla="*/ 721728 h 1139670"/>
                <a:gd name="connsiteX39" fmla="*/ 71834 w 991132"/>
                <a:gd name="connsiteY39" fmla="*/ 708307 h 1139670"/>
                <a:gd name="connsiteX40" fmla="*/ 62020 w 991132"/>
                <a:gd name="connsiteY40" fmla="*/ 694597 h 1139670"/>
                <a:gd name="connsiteX41" fmla="*/ 44630 w 991132"/>
                <a:gd name="connsiteY41" fmla="*/ 665733 h 1139670"/>
                <a:gd name="connsiteX42" fmla="*/ 17138 w 991132"/>
                <a:gd name="connsiteY42" fmla="*/ 606491 h 1139670"/>
                <a:gd name="connsiteX43" fmla="*/ 1840 w 991132"/>
                <a:gd name="connsiteY43" fmla="*/ 545085 h 1139670"/>
                <a:gd name="connsiteX44" fmla="*/ 1840 w 991132"/>
                <a:gd name="connsiteY44" fmla="*/ 483894 h 1139670"/>
                <a:gd name="connsiteX45" fmla="*/ 15622 w 991132"/>
                <a:gd name="connsiteY45" fmla="*/ 426601 h 1139670"/>
                <a:gd name="connsiteX46" fmla="*/ 48310 w 991132"/>
                <a:gd name="connsiteY46" fmla="*/ 380347 h 1139670"/>
                <a:gd name="connsiteX47" fmla="*/ 129993 w 991132"/>
                <a:gd name="connsiteY47" fmla="*/ 313023 h 1139670"/>
                <a:gd name="connsiteX48" fmla="*/ 284701 w 991132"/>
                <a:gd name="connsiteY48" fmla="*/ 220011 h 1139670"/>
                <a:gd name="connsiteX49" fmla="*/ 405639 w 991132"/>
                <a:gd name="connsiteY49" fmla="*/ 159326 h 1139670"/>
                <a:gd name="connsiteX50" fmla="*/ 482848 w 991132"/>
                <a:gd name="connsiteY50" fmla="*/ 123968 h 1139670"/>
                <a:gd name="connsiteX51" fmla="*/ 503053 w 991132"/>
                <a:gd name="connsiteY51" fmla="*/ 115381 h 1139670"/>
                <a:gd name="connsiteX52" fmla="*/ 510268 w 991132"/>
                <a:gd name="connsiteY52" fmla="*/ 112567 h 1139670"/>
                <a:gd name="connsiteX53" fmla="*/ 503486 w 991132"/>
                <a:gd name="connsiteY53" fmla="*/ 115742 h 1139670"/>
                <a:gd name="connsiteX54" fmla="*/ 483498 w 991132"/>
                <a:gd name="connsiteY54" fmla="*/ 124690 h 1139670"/>
                <a:gd name="connsiteX55" fmla="*/ 406577 w 991132"/>
                <a:gd name="connsiteY55" fmla="*/ 160769 h 1139670"/>
                <a:gd name="connsiteX56" fmla="*/ 285928 w 991132"/>
                <a:gd name="connsiteY56" fmla="*/ 221959 h 1139670"/>
                <a:gd name="connsiteX57" fmla="*/ 131365 w 991132"/>
                <a:gd name="connsiteY57" fmla="*/ 315116 h 1139670"/>
                <a:gd name="connsiteX58" fmla="*/ 50186 w 991132"/>
                <a:gd name="connsiteY58" fmla="*/ 382295 h 1139670"/>
                <a:gd name="connsiteX59" fmla="*/ 18148 w 991132"/>
                <a:gd name="connsiteY59" fmla="*/ 427827 h 1139670"/>
                <a:gd name="connsiteX60" fmla="*/ 4654 w 991132"/>
                <a:gd name="connsiteY60" fmla="*/ 484400 h 1139670"/>
                <a:gd name="connsiteX61" fmla="*/ 5159 w 991132"/>
                <a:gd name="connsiteY61" fmla="*/ 544724 h 1139670"/>
                <a:gd name="connsiteX62" fmla="*/ 20385 w 991132"/>
                <a:gd name="connsiteY62" fmla="*/ 605481 h 1139670"/>
                <a:gd name="connsiteX63" fmla="*/ 47733 w 991132"/>
                <a:gd name="connsiteY63" fmla="*/ 664218 h 1139670"/>
                <a:gd name="connsiteX64" fmla="*/ 65051 w 991132"/>
                <a:gd name="connsiteY64" fmla="*/ 692576 h 1139670"/>
                <a:gd name="connsiteX65" fmla="*/ 74792 w 991132"/>
                <a:gd name="connsiteY65" fmla="*/ 706142 h 1139670"/>
                <a:gd name="connsiteX66" fmla="*/ 85255 w 991132"/>
                <a:gd name="connsiteY66" fmla="*/ 719347 h 1139670"/>
                <a:gd name="connsiteX67" fmla="*/ 181370 w 991132"/>
                <a:gd name="connsiteY67" fmla="*/ 820369 h 1139670"/>
                <a:gd name="connsiteX68" fmla="*/ 286505 w 991132"/>
                <a:gd name="connsiteY68" fmla="*/ 922690 h 1139670"/>
                <a:gd name="connsiteX69" fmla="*/ 514309 w 991132"/>
                <a:gd name="connsiteY69" fmla="*/ 1135413 h 1139670"/>
                <a:gd name="connsiteX70" fmla="*/ 512000 w 991132"/>
                <a:gd name="connsiteY70" fmla="*/ 1135413 h 1139670"/>
                <a:gd name="connsiteX71" fmla="*/ 733454 w 991132"/>
                <a:gd name="connsiteY71" fmla="*/ 977025 h 1139670"/>
                <a:gd name="connsiteX72" fmla="*/ 733454 w 991132"/>
                <a:gd name="connsiteY72" fmla="*/ 979839 h 1139670"/>
                <a:gd name="connsiteX73" fmla="*/ 650256 w 991132"/>
                <a:gd name="connsiteY73" fmla="*/ 893899 h 1139670"/>
                <a:gd name="connsiteX74" fmla="*/ 353180 w 991132"/>
                <a:gd name="connsiteY74" fmla="*/ 588019 h 1139670"/>
                <a:gd name="connsiteX75" fmla="*/ 351592 w 991132"/>
                <a:gd name="connsiteY75" fmla="*/ 586431 h 1139670"/>
                <a:gd name="connsiteX76" fmla="*/ 353468 w 991132"/>
                <a:gd name="connsiteY76" fmla="*/ 585205 h 1139670"/>
                <a:gd name="connsiteX77" fmla="*/ 505795 w 991132"/>
                <a:gd name="connsiteY77" fmla="*/ 492553 h 1139670"/>
                <a:gd name="connsiteX78" fmla="*/ 543245 w 991132"/>
                <a:gd name="connsiteY78" fmla="*/ 470906 h 1139670"/>
                <a:gd name="connsiteX79" fmla="*/ 552698 w 991132"/>
                <a:gd name="connsiteY79" fmla="*/ 465638 h 1139670"/>
                <a:gd name="connsiteX80" fmla="*/ 557604 w 991132"/>
                <a:gd name="connsiteY80" fmla="*/ 463185 h 1139670"/>
                <a:gd name="connsiteX81" fmla="*/ 559048 w 991132"/>
                <a:gd name="connsiteY81" fmla="*/ 462608 h 1139670"/>
                <a:gd name="connsiteX82" fmla="*/ 560852 w 991132"/>
                <a:gd name="connsiteY82" fmla="*/ 462247 h 1139670"/>
                <a:gd name="connsiteX83" fmla="*/ 563449 w 991132"/>
                <a:gd name="connsiteY83" fmla="*/ 462247 h 1139670"/>
                <a:gd name="connsiteX84" fmla="*/ 584736 w 991132"/>
                <a:gd name="connsiteY84" fmla="*/ 460948 h 1139670"/>
                <a:gd name="connsiteX85" fmla="*/ 668656 w 991132"/>
                <a:gd name="connsiteY85" fmla="*/ 455319 h 1139670"/>
                <a:gd name="connsiteX86" fmla="*/ 829281 w 991132"/>
                <a:gd name="connsiteY86" fmla="*/ 442548 h 1139670"/>
                <a:gd name="connsiteX87" fmla="*/ 865793 w 991132"/>
                <a:gd name="connsiteY87" fmla="*/ 432951 h 1139670"/>
                <a:gd name="connsiteX88" fmla="*/ 895017 w 991132"/>
                <a:gd name="connsiteY88" fmla="*/ 409788 h 1139670"/>
                <a:gd name="connsiteX89" fmla="*/ 933478 w 991132"/>
                <a:gd name="connsiteY89" fmla="*/ 347659 h 1139670"/>
                <a:gd name="connsiteX90" fmla="*/ 933478 w 991132"/>
                <a:gd name="connsiteY90" fmla="*/ 347659 h 1139670"/>
                <a:gd name="connsiteX91" fmla="*/ 988390 w 991132"/>
                <a:gd name="connsiteY91" fmla="*/ 95682 h 1139670"/>
                <a:gd name="connsiteX92" fmla="*/ 989400 w 991132"/>
                <a:gd name="connsiteY92" fmla="*/ 97197 h 1139670"/>
                <a:gd name="connsiteX93" fmla="*/ 578603 w 991132"/>
                <a:gd name="connsiteY93" fmla="*/ 1804 h 1139670"/>
                <a:gd name="connsiteX94" fmla="*/ 579396 w 991132"/>
                <a:gd name="connsiteY94" fmla="*/ 1804 h 1139670"/>
                <a:gd name="connsiteX95" fmla="*/ 527803 w 991132"/>
                <a:gd name="connsiteY95" fmla="*/ 84930 h 1139670"/>
                <a:gd name="connsiteX96" fmla="*/ 514526 w 991132"/>
                <a:gd name="connsiteY96" fmla="*/ 106217 h 1139670"/>
                <a:gd name="connsiteX97" fmla="*/ 510268 w 991132"/>
                <a:gd name="connsiteY97" fmla="*/ 112567 h 113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991132" h="1139670">
                  <a:moveTo>
                    <a:pt x="510268" y="112567"/>
                  </a:moveTo>
                  <a:cubicBezTo>
                    <a:pt x="510268" y="112567"/>
                    <a:pt x="511712" y="110042"/>
                    <a:pt x="514598" y="105351"/>
                  </a:cubicBezTo>
                  <a:lnTo>
                    <a:pt x="527586" y="83704"/>
                  </a:lnTo>
                  <a:cubicBezTo>
                    <a:pt x="539204" y="64798"/>
                    <a:pt x="556450" y="36801"/>
                    <a:pt x="578097" y="361"/>
                  </a:cubicBezTo>
                  <a:lnTo>
                    <a:pt x="578097" y="0"/>
                  </a:lnTo>
                  <a:lnTo>
                    <a:pt x="578603" y="0"/>
                  </a:lnTo>
                  <a:lnTo>
                    <a:pt x="989906" y="94239"/>
                  </a:lnTo>
                  <a:lnTo>
                    <a:pt x="991132" y="94239"/>
                  </a:lnTo>
                  <a:lnTo>
                    <a:pt x="991132" y="95465"/>
                  </a:lnTo>
                  <a:lnTo>
                    <a:pt x="936653" y="347587"/>
                  </a:lnTo>
                  <a:lnTo>
                    <a:pt x="936653" y="347587"/>
                  </a:lnTo>
                  <a:lnTo>
                    <a:pt x="936653" y="347587"/>
                  </a:lnTo>
                  <a:cubicBezTo>
                    <a:pt x="927308" y="370692"/>
                    <a:pt x="914110" y="392044"/>
                    <a:pt x="897615" y="410726"/>
                  </a:cubicBezTo>
                  <a:cubicBezTo>
                    <a:pt x="889050" y="420366"/>
                    <a:pt x="878897" y="428469"/>
                    <a:pt x="867597" y="434682"/>
                  </a:cubicBezTo>
                  <a:cubicBezTo>
                    <a:pt x="864790" y="436335"/>
                    <a:pt x="861810" y="437691"/>
                    <a:pt x="858722" y="438723"/>
                  </a:cubicBezTo>
                  <a:cubicBezTo>
                    <a:pt x="855691" y="440000"/>
                    <a:pt x="852552" y="441018"/>
                    <a:pt x="849341" y="441754"/>
                  </a:cubicBezTo>
                  <a:cubicBezTo>
                    <a:pt x="846094" y="442331"/>
                    <a:pt x="842847" y="443125"/>
                    <a:pt x="839600" y="443558"/>
                  </a:cubicBezTo>
                  <a:lnTo>
                    <a:pt x="829858" y="444640"/>
                  </a:lnTo>
                  <a:cubicBezTo>
                    <a:pt x="778048" y="449763"/>
                    <a:pt x="724363" y="453588"/>
                    <a:pt x="669161" y="457629"/>
                  </a:cubicBezTo>
                  <a:lnTo>
                    <a:pt x="585241" y="463329"/>
                  </a:lnTo>
                  <a:lnTo>
                    <a:pt x="563594" y="464628"/>
                  </a:lnTo>
                  <a:lnTo>
                    <a:pt x="560779" y="464628"/>
                  </a:lnTo>
                  <a:cubicBezTo>
                    <a:pt x="560202" y="464628"/>
                    <a:pt x="560274" y="464628"/>
                    <a:pt x="560058" y="464628"/>
                  </a:cubicBezTo>
                  <a:lnTo>
                    <a:pt x="558975" y="465133"/>
                  </a:lnTo>
                  <a:cubicBezTo>
                    <a:pt x="557460" y="465783"/>
                    <a:pt x="555873" y="466648"/>
                    <a:pt x="554285" y="467442"/>
                  </a:cubicBezTo>
                  <a:lnTo>
                    <a:pt x="544904" y="472638"/>
                  </a:lnTo>
                  <a:cubicBezTo>
                    <a:pt x="532421" y="479854"/>
                    <a:pt x="520010" y="487069"/>
                    <a:pt x="507526" y="494285"/>
                  </a:cubicBezTo>
                  <a:cubicBezTo>
                    <a:pt x="457665" y="524087"/>
                    <a:pt x="406938" y="555187"/>
                    <a:pt x="355344" y="586937"/>
                  </a:cubicBezTo>
                  <a:lnTo>
                    <a:pt x="355344" y="584122"/>
                  </a:lnTo>
                  <a:lnTo>
                    <a:pt x="651843" y="890291"/>
                  </a:lnTo>
                  <a:lnTo>
                    <a:pt x="735475" y="977674"/>
                  </a:lnTo>
                  <a:lnTo>
                    <a:pt x="736990" y="979190"/>
                  </a:lnTo>
                  <a:lnTo>
                    <a:pt x="735258" y="980489"/>
                  </a:lnTo>
                  <a:lnTo>
                    <a:pt x="513732" y="1138804"/>
                  </a:lnTo>
                  <a:lnTo>
                    <a:pt x="512505" y="1139670"/>
                  </a:lnTo>
                  <a:lnTo>
                    <a:pt x="511423" y="1138660"/>
                  </a:lnTo>
                  <a:cubicBezTo>
                    <a:pt x="432099" y="1065975"/>
                    <a:pt x="356189" y="995014"/>
                    <a:pt x="283691" y="925792"/>
                  </a:cubicBezTo>
                  <a:cubicBezTo>
                    <a:pt x="247612" y="891229"/>
                    <a:pt x="212398" y="857098"/>
                    <a:pt x="178628" y="823327"/>
                  </a:cubicBezTo>
                  <a:cubicBezTo>
                    <a:pt x="144858" y="789557"/>
                    <a:pt x="112026" y="756292"/>
                    <a:pt x="82441" y="721728"/>
                  </a:cubicBezTo>
                  <a:cubicBezTo>
                    <a:pt x="78544" y="717543"/>
                    <a:pt x="75225" y="712781"/>
                    <a:pt x="71834" y="708307"/>
                  </a:cubicBezTo>
                  <a:cubicBezTo>
                    <a:pt x="68327" y="703905"/>
                    <a:pt x="65051" y="699330"/>
                    <a:pt x="62020" y="694597"/>
                  </a:cubicBezTo>
                  <a:cubicBezTo>
                    <a:pt x="55887" y="685144"/>
                    <a:pt x="50042" y="675691"/>
                    <a:pt x="44630" y="665733"/>
                  </a:cubicBezTo>
                  <a:cubicBezTo>
                    <a:pt x="33850" y="646778"/>
                    <a:pt x="24649" y="626963"/>
                    <a:pt x="17138" y="606491"/>
                  </a:cubicBezTo>
                  <a:cubicBezTo>
                    <a:pt x="9864" y="586626"/>
                    <a:pt x="4734" y="566040"/>
                    <a:pt x="1840" y="545085"/>
                  </a:cubicBezTo>
                  <a:cubicBezTo>
                    <a:pt x="-613" y="524765"/>
                    <a:pt x="-613" y="504214"/>
                    <a:pt x="1840" y="483894"/>
                  </a:cubicBezTo>
                  <a:cubicBezTo>
                    <a:pt x="3925" y="464282"/>
                    <a:pt x="8558" y="445015"/>
                    <a:pt x="15622" y="426601"/>
                  </a:cubicBezTo>
                  <a:cubicBezTo>
                    <a:pt x="23798" y="409427"/>
                    <a:pt x="34853" y="393783"/>
                    <a:pt x="48310" y="380347"/>
                  </a:cubicBezTo>
                  <a:cubicBezTo>
                    <a:pt x="73320" y="355337"/>
                    <a:pt x="100668" y="332795"/>
                    <a:pt x="129993" y="313023"/>
                  </a:cubicBezTo>
                  <a:cubicBezTo>
                    <a:pt x="179754" y="279109"/>
                    <a:pt x="231412" y="248059"/>
                    <a:pt x="284701" y="220011"/>
                  </a:cubicBezTo>
                  <a:cubicBezTo>
                    <a:pt x="331388" y="195116"/>
                    <a:pt x="372229" y="175128"/>
                    <a:pt x="405639" y="159326"/>
                  </a:cubicBezTo>
                  <a:cubicBezTo>
                    <a:pt x="439048" y="143523"/>
                    <a:pt x="465169" y="131761"/>
                    <a:pt x="482848" y="123968"/>
                  </a:cubicBezTo>
                  <a:lnTo>
                    <a:pt x="503053" y="115381"/>
                  </a:lnTo>
                  <a:lnTo>
                    <a:pt x="510268" y="112567"/>
                  </a:lnTo>
                  <a:cubicBezTo>
                    <a:pt x="510268" y="112567"/>
                    <a:pt x="507959" y="113722"/>
                    <a:pt x="503486" y="115742"/>
                  </a:cubicBezTo>
                  <a:lnTo>
                    <a:pt x="483498" y="124690"/>
                  </a:lnTo>
                  <a:cubicBezTo>
                    <a:pt x="465891" y="132699"/>
                    <a:pt x="439842" y="144605"/>
                    <a:pt x="406577" y="160769"/>
                  </a:cubicBezTo>
                  <a:cubicBezTo>
                    <a:pt x="373312" y="176932"/>
                    <a:pt x="332542" y="196848"/>
                    <a:pt x="285928" y="221959"/>
                  </a:cubicBezTo>
                  <a:cubicBezTo>
                    <a:pt x="232711" y="250101"/>
                    <a:pt x="181103" y="281201"/>
                    <a:pt x="131365" y="315116"/>
                  </a:cubicBezTo>
                  <a:cubicBezTo>
                    <a:pt x="102220" y="334858"/>
                    <a:pt x="75030" y="357357"/>
                    <a:pt x="50186" y="382295"/>
                  </a:cubicBezTo>
                  <a:cubicBezTo>
                    <a:pt x="36996" y="395536"/>
                    <a:pt x="26157" y="410935"/>
                    <a:pt x="18148" y="427827"/>
                  </a:cubicBezTo>
                  <a:cubicBezTo>
                    <a:pt x="11149" y="445997"/>
                    <a:pt x="6610" y="465025"/>
                    <a:pt x="4654" y="484400"/>
                  </a:cubicBezTo>
                  <a:cubicBezTo>
                    <a:pt x="2381" y="504452"/>
                    <a:pt x="2554" y="524707"/>
                    <a:pt x="5159" y="544724"/>
                  </a:cubicBezTo>
                  <a:cubicBezTo>
                    <a:pt x="8002" y="565469"/>
                    <a:pt x="13111" y="585847"/>
                    <a:pt x="20385" y="605481"/>
                  </a:cubicBezTo>
                  <a:cubicBezTo>
                    <a:pt x="27839" y="625794"/>
                    <a:pt x="36981" y="645443"/>
                    <a:pt x="47733" y="664218"/>
                  </a:cubicBezTo>
                  <a:cubicBezTo>
                    <a:pt x="53073" y="673815"/>
                    <a:pt x="58917" y="683196"/>
                    <a:pt x="65051" y="692576"/>
                  </a:cubicBezTo>
                  <a:cubicBezTo>
                    <a:pt x="68060" y="697267"/>
                    <a:pt x="71314" y="701791"/>
                    <a:pt x="74792" y="706142"/>
                  </a:cubicBezTo>
                  <a:cubicBezTo>
                    <a:pt x="78256" y="710544"/>
                    <a:pt x="81359" y="715162"/>
                    <a:pt x="85255" y="719347"/>
                  </a:cubicBezTo>
                  <a:cubicBezTo>
                    <a:pt x="114696" y="753695"/>
                    <a:pt x="147528" y="786888"/>
                    <a:pt x="181370" y="820369"/>
                  </a:cubicBezTo>
                  <a:cubicBezTo>
                    <a:pt x="215213" y="853851"/>
                    <a:pt x="250354" y="888126"/>
                    <a:pt x="286505" y="922690"/>
                  </a:cubicBezTo>
                  <a:cubicBezTo>
                    <a:pt x="358663" y="991673"/>
                    <a:pt x="435007" y="1062749"/>
                    <a:pt x="514309" y="1135413"/>
                  </a:cubicBezTo>
                  <a:lnTo>
                    <a:pt x="512000" y="1135413"/>
                  </a:lnTo>
                  <a:lnTo>
                    <a:pt x="733454" y="977025"/>
                  </a:lnTo>
                  <a:lnTo>
                    <a:pt x="733454" y="979839"/>
                  </a:lnTo>
                  <a:lnTo>
                    <a:pt x="650256" y="893899"/>
                  </a:lnTo>
                  <a:lnTo>
                    <a:pt x="353180" y="588019"/>
                  </a:lnTo>
                  <a:lnTo>
                    <a:pt x="351592" y="586431"/>
                  </a:lnTo>
                  <a:lnTo>
                    <a:pt x="353468" y="585205"/>
                  </a:lnTo>
                  <a:cubicBezTo>
                    <a:pt x="405134" y="553455"/>
                    <a:pt x="455861" y="522355"/>
                    <a:pt x="505795" y="492553"/>
                  </a:cubicBezTo>
                  <a:cubicBezTo>
                    <a:pt x="518278" y="485337"/>
                    <a:pt x="530761" y="477761"/>
                    <a:pt x="543245" y="470906"/>
                  </a:cubicBezTo>
                  <a:lnTo>
                    <a:pt x="552698" y="465638"/>
                  </a:lnTo>
                  <a:lnTo>
                    <a:pt x="557604" y="463185"/>
                  </a:lnTo>
                  <a:lnTo>
                    <a:pt x="559048" y="462608"/>
                  </a:lnTo>
                  <a:cubicBezTo>
                    <a:pt x="559618" y="462377"/>
                    <a:pt x="560231" y="462254"/>
                    <a:pt x="560852" y="462247"/>
                  </a:cubicBezTo>
                  <a:lnTo>
                    <a:pt x="563449" y="462247"/>
                  </a:lnTo>
                  <a:lnTo>
                    <a:pt x="584736" y="460948"/>
                  </a:lnTo>
                  <a:lnTo>
                    <a:pt x="668656" y="455319"/>
                  </a:lnTo>
                  <a:cubicBezTo>
                    <a:pt x="723785" y="451351"/>
                    <a:pt x="777471" y="447599"/>
                    <a:pt x="829281" y="442548"/>
                  </a:cubicBezTo>
                  <a:cubicBezTo>
                    <a:pt x="842010" y="442093"/>
                    <a:pt x="854486" y="438817"/>
                    <a:pt x="865793" y="432951"/>
                  </a:cubicBezTo>
                  <a:cubicBezTo>
                    <a:pt x="876768" y="426932"/>
                    <a:pt x="886654" y="419103"/>
                    <a:pt x="895017" y="409788"/>
                  </a:cubicBezTo>
                  <a:cubicBezTo>
                    <a:pt x="911238" y="391387"/>
                    <a:pt x="924234" y="370382"/>
                    <a:pt x="933478" y="347659"/>
                  </a:cubicBezTo>
                  <a:lnTo>
                    <a:pt x="933478" y="347659"/>
                  </a:lnTo>
                  <a:cubicBezTo>
                    <a:pt x="953321" y="256451"/>
                    <a:pt x="971866" y="171376"/>
                    <a:pt x="988390" y="95682"/>
                  </a:cubicBezTo>
                  <a:lnTo>
                    <a:pt x="989400" y="97197"/>
                  </a:lnTo>
                  <a:lnTo>
                    <a:pt x="578603" y="1804"/>
                  </a:lnTo>
                  <a:lnTo>
                    <a:pt x="579396" y="1804"/>
                  </a:lnTo>
                  <a:lnTo>
                    <a:pt x="527803" y="84930"/>
                  </a:lnTo>
                  <a:lnTo>
                    <a:pt x="514526" y="106217"/>
                  </a:lnTo>
                  <a:cubicBezTo>
                    <a:pt x="511495" y="110258"/>
                    <a:pt x="510268" y="112567"/>
                    <a:pt x="510268" y="112567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55A24F39-EE50-EA1B-7168-B87CC1BEE6AC}"/>
                </a:ext>
              </a:extLst>
            </p:cNvPr>
            <p:cNvSpPr/>
            <p:nvPr/>
          </p:nvSpPr>
          <p:spPr>
            <a:xfrm>
              <a:off x="5489168" y="8501540"/>
              <a:ext cx="254084" cy="221102"/>
            </a:xfrm>
            <a:custGeom>
              <a:avLst/>
              <a:gdLst>
                <a:gd name="connsiteX0" fmla="*/ 49794 w 254084"/>
                <a:gd name="connsiteY0" fmla="*/ 220271 h 221102"/>
                <a:gd name="connsiteX1" fmla="*/ 827 w 254084"/>
                <a:gd name="connsiteY1" fmla="*/ 187757 h 221102"/>
                <a:gd name="connsiteX2" fmla="*/ 25188 w 254084"/>
                <a:gd name="connsiteY2" fmla="*/ 141330 h 221102"/>
                <a:gd name="connsiteX3" fmla="*/ 20836 w 254084"/>
                <a:gd name="connsiteY3" fmla="*/ 80255 h 221102"/>
                <a:gd name="connsiteX4" fmla="*/ 56432 w 254084"/>
                <a:gd name="connsiteY4" fmla="*/ 65419 h 221102"/>
                <a:gd name="connsiteX5" fmla="*/ 105623 w 254084"/>
                <a:gd name="connsiteY5" fmla="*/ 11394 h 221102"/>
                <a:gd name="connsiteX6" fmla="*/ 130394 w 254084"/>
                <a:gd name="connsiteY6" fmla="*/ 16424 h 221102"/>
                <a:gd name="connsiteX7" fmla="*/ 201615 w 254084"/>
                <a:gd name="connsiteY7" fmla="*/ 8775 h 221102"/>
                <a:gd name="connsiteX8" fmla="*/ 252559 w 254084"/>
                <a:gd name="connsiteY8" fmla="*/ 37480 h 221102"/>
                <a:gd name="connsiteX9" fmla="*/ 244116 w 254084"/>
                <a:gd name="connsiteY9" fmla="*/ 75522 h 22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4084" h="221102">
                  <a:moveTo>
                    <a:pt x="49794" y="220271"/>
                  </a:moveTo>
                  <a:cubicBezTo>
                    <a:pt x="27295" y="224817"/>
                    <a:pt x="5366" y="210263"/>
                    <a:pt x="827" y="187757"/>
                  </a:cubicBezTo>
                  <a:cubicBezTo>
                    <a:pt x="-3070" y="168469"/>
                    <a:pt x="7097" y="149087"/>
                    <a:pt x="25188" y="141330"/>
                  </a:cubicBezTo>
                  <a:cubicBezTo>
                    <a:pt x="7119" y="125664"/>
                    <a:pt x="5171" y="98324"/>
                    <a:pt x="20836" y="80255"/>
                  </a:cubicBezTo>
                  <a:cubicBezTo>
                    <a:pt x="29726" y="70009"/>
                    <a:pt x="42895" y="64517"/>
                    <a:pt x="56432" y="65419"/>
                  </a:cubicBezTo>
                  <a:cubicBezTo>
                    <a:pt x="55097" y="36917"/>
                    <a:pt x="77120" y="12729"/>
                    <a:pt x="105623" y="11394"/>
                  </a:cubicBezTo>
                  <a:cubicBezTo>
                    <a:pt x="114173" y="10998"/>
                    <a:pt x="122681" y="12722"/>
                    <a:pt x="130394" y="16424"/>
                  </a:cubicBezTo>
                  <a:cubicBezTo>
                    <a:pt x="149560" y="-2179"/>
                    <a:pt x="178936" y="-5332"/>
                    <a:pt x="201615" y="8775"/>
                  </a:cubicBezTo>
                  <a:cubicBezTo>
                    <a:pt x="223609" y="2634"/>
                    <a:pt x="246418" y="15486"/>
                    <a:pt x="252559" y="37480"/>
                  </a:cubicBezTo>
                  <a:cubicBezTo>
                    <a:pt x="256275" y="50771"/>
                    <a:pt x="253107" y="65044"/>
                    <a:pt x="244116" y="75522"/>
                  </a:cubicBezTo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>
              <a:extLst>
                <a:ext uri="{FF2B5EF4-FFF2-40B4-BE49-F238E27FC236}">
                  <a16:creationId xmlns:a16="http://schemas.microsoft.com/office/drawing/2014/main" id="{69C04951-7EB7-E965-D938-AFB7CE66EDF4}"/>
                </a:ext>
              </a:extLst>
            </p:cNvPr>
            <p:cNvSpPr/>
            <p:nvPr/>
          </p:nvSpPr>
          <p:spPr>
            <a:xfrm>
              <a:off x="5533402" y="8550285"/>
              <a:ext cx="342395" cy="617176"/>
            </a:xfrm>
            <a:custGeom>
              <a:avLst/>
              <a:gdLst>
                <a:gd name="connsiteX0" fmla="*/ 169864 w 342395"/>
                <a:gd name="connsiteY0" fmla="*/ 78 h 617176"/>
                <a:gd name="connsiteX1" fmla="*/ 160772 w 342395"/>
                <a:gd name="connsiteY1" fmla="*/ 871 h 617176"/>
                <a:gd name="connsiteX2" fmla="*/ 3 w 342395"/>
                <a:gd name="connsiteY2" fmla="*/ 177515 h 617176"/>
                <a:gd name="connsiteX3" fmla="*/ 7219 w 342395"/>
                <a:gd name="connsiteY3" fmla="*/ 402866 h 617176"/>
                <a:gd name="connsiteX4" fmla="*/ 112282 w 342395"/>
                <a:gd name="connsiteY4" fmla="*/ 503310 h 617176"/>
                <a:gd name="connsiteX5" fmla="*/ 114302 w 342395"/>
                <a:gd name="connsiteY5" fmla="*/ 617176 h 617176"/>
                <a:gd name="connsiteX6" fmla="*/ 342395 w 342395"/>
                <a:gd name="connsiteY6" fmla="*/ 589900 h 617176"/>
                <a:gd name="connsiteX7" fmla="*/ 326376 w 342395"/>
                <a:gd name="connsiteY7" fmla="*/ 177515 h 617176"/>
                <a:gd name="connsiteX8" fmla="*/ 169864 w 342395"/>
                <a:gd name="connsiteY8" fmla="*/ 78 h 617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395" h="617176">
                  <a:moveTo>
                    <a:pt x="169864" y="78"/>
                  </a:moveTo>
                  <a:lnTo>
                    <a:pt x="160772" y="871"/>
                  </a:lnTo>
                  <a:cubicBezTo>
                    <a:pt x="69376" y="8946"/>
                    <a:pt x="-538" y="85766"/>
                    <a:pt x="3" y="177515"/>
                  </a:cubicBezTo>
                  <a:cubicBezTo>
                    <a:pt x="653" y="263023"/>
                    <a:pt x="2529" y="357406"/>
                    <a:pt x="7219" y="402866"/>
                  </a:cubicBezTo>
                  <a:cubicBezTo>
                    <a:pt x="16744" y="496672"/>
                    <a:pt x="112282" y="503310"/>
                    <a:pt x="112282" y="503310"/>
                  </a:cubicBezTo>
                  <a:lnTo>
                    <a:pt x="114302" y="617176"/>
                  </a:lnTo>
                  <a:lnTo>
                    <a:pt x="342395" y="589900"/>
                  </a:lnTo>
                  <a:lnTo>
                    <a:pt x="326376" y="177515"/>
                  </a:lnTo>
                  <a:cubicBezTo>
                    <a:pt x="325943" y="79235"/>
                    <a:pt x="268649" y="-2881"/>
                    <a:pt x="169864" y="78"/>
                  </a:cubicBezTo>
                  <a:close/>
                </a:path>
              </a:pathLst>
            </a:custGeom>
            <a:solidFill>
              <a:srgbClr val="AE7461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>
              <a:extLst>
                <a:ext uri="{FF2B5EF4-FFF2-40B4-BE49-F238E27FC236}">
                  <a16:creationId xmlns:a16="http://schemas.microsoft.com/office/drawing/2014/main" id="{54600AE3-50CF-0A94-D854-5EDC16C046DB}"/>
                </a:ext>
              </a:extLst>
            </p:cNvPr>
            <p:cNvSpPr/>
            <p:nvPr/>
          </p:nvSpPr>
          <p:spPr>
            <a:xfrm>
              <a:off x="5645395" y="9006765"/>
              <a:ext cx="119638" cy="72158"/>
            </a:xfrm>
            <a:custGeom>
              <a:avLst/>
              <a:gdLst>
                <a:gd name="connsiteX0" fmla="*/ 0 w 119638"/>
                <a:gd name="connsiteY0" fmla="*/ 47119 h 72158"/>
                <a:gd name="connsiteX1" fmla="*/ 119639 w 119638"/>
                <a:gd name="connsiteY1" fmla="*/ 0 h 72158"/>
                <a:gd name="connsiteX2" fmla="*/ 577 w 119638"/>
                <a:gd name="connsiteY2" fmla="*/ 72158 h 72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638" h="72158">
                  <a:moveTo>
                    <a:pt x="0" y="47119"/>
                  </a:moveTo>
                  <a:cubicBezTo>
                    <a:pt x="43555" y="43144"/>
                    <a:pt x="85068" y="26792"/>
                    <a:pt x="119639" y="0"/>
                  </a:cubicBezTo>
                  <a:cubicBezTo>
                    <a:pt x="119639" y="0"/>
                    <a:pt x="95393" y="72158"/>
                    <a:pt x="577" y="72158"/>
                  </a:cubicBezTo>
                  <a:close/>
                </a:path>
              </a:pathLst>
            </a:custGeom>
            <a:solidFill>
              <a:srgbClr val="6F443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>
              <a:extLst>
                <a:ext uri="{FF2B5EF4-FFF2-40B4-BE49-F238E27FC236}">
                  <a16:creationId xmlns:a16="http://schemas.microsoft.com/office/drawing/2014/main" id="{1FBF92D5-4CD1-57BA-A7AD-F931CDD63C0F}"/>
                </a:ext>
              </a:extLst>
            </p:cNvPr>
            <p:cNvSpPr/>
            <p:nvPr/>
          </p:nvSpPr>
          <p:spPr>
            <a:xfrm>
              <a:off x="5567390" y="8802093"/>
              <a:ext cx="27213" cy="25889"/>
            </a:xfrm>
            <a:custGeom>
              <a:avLst/>
              <a:gdLst>
                <a:gd name="connsiteX0" fmla="*/ 2 w 27213"/>
                <a:gd name="connsiteY0" fmla="*/ 13380 h 25889"/>
                <a:gd name="connsiteX1" fmla="*/ 14434 w 27213"/>
                <a:gd name="connsiteY1" fmla="*/ 25864 h 25889"/>
                <a:gd name="connsiteX2" fmla="*/ 27213 w 27213"/>
                <a:gd name="connsiteY2" fmla="*/ 12810 h 25889"/>
                <a:gd name="connsiteX3" fmla="*/ 27206 w 27213"/>
                <a:gd name="connsiteY3" fmla="*/ 12514 h 25889"/>
                <a:gd name="connsiteX4" fmla="*/ 12774 w 27213"/>
                <a:gd name="connsiteY4" fmla="*/ 31 h 25889"/>
                <a:gd name="connsiteX5" fmla="*/ 2 w 27213"/>
                <a:gd name="connsiteY5" fmla="*/ 13229 h 25889"/>
                <a:gd name="connsiteX6" fmla="*/ 2 w 27213"/>
                <a:gd name="connsiteY6" fmla="*/ 13380 h 2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13" h="25889">
                  <a:moveTo>
                    <a:pt x="2" y="13380"/>
                  </a:moveTo>
                  <a:cubicBezTo>
                    <a:pt x="615" y="20776"/>
                    <a:pt x="7030" y="26318"/>
                    <a:pt x="14434" y="25864"/>
                  </a:cubicBezTo>
                  <a:cubicBezTo>
                    <a:pt x="21570" y="25791"/>
                    <a:pt x="27285" y="19947"/>
                    <a:pt x="27213" y="12810"/>
                  </a:cubicBezTo>
                  <a:cubicBezTo>
                    <a:pt x="27213" y="12709"/>
                    <a:pt x="27206" y="12615"/>
                    <a:pt x="27206" y="12514"/>
                  </a:cubicBezTo>
                  <a:cubicBezTo>
                    <a:pt x="26628" y="5104"/>
                    <a:pt x="20192" y="-467"/>
                    <a:pt x="12774" y="31"/>
                  </a:cubicBezTo>
                  <a:cubicBezTo>
                    <a:pt x="5601" y="146"/>
                    <a:pt x="-121" y="6056"/>
                    <a:pt x="2" y="13229"/>
                  </a:cubicBezTo>
                  <a:cubicBezTo>
                    <a:pt x="2" y="13279"/>
                    <a:pt x="2" y="13330"/>
                    <a:pt x="2" y="1338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>
              <a:extLst>
                <a:ext uri="{FF2B5EF4-FFF2-40B4-BE49-F238E27FC236}">
                  <a16:creationId xmlns:a16="http://schemas.microsoft.com/office/drawing/2014/main" id="{7AE9E5B5-9F34-A60E-2FA1-640AED4DE982}"/>
                </a:ext>
              </a:extLst>
            </p:cNvPr>
            <p:cNvSpPr/>
            <p:nvPr/>
          </p:nvSpPr>
          <p:spPr>
            <a:xfrm>
              <a:off x="5557443" y="8755857"/>
              <a:ext cx="53457" cy="16808"/>
            </a:xfrm>
            <a:custGeom>
              <a:avLst/>
              <a:gdLst>
                <a:gd name="connsiteX0" fmla="*/ 351 w 53457"/>
                <a:gd name="connsiteY0" fmla="*/ 16610 h 16808"/>
                <a:gd name="connsiteX1" fmla="*/ 26184 w 53457"/>
                <a:gd name="connsiteY1" fmla="*/ 8528 h 16808"/>
                <a:gd name="connsiteX2" fmla="*/ 53316 w 53457"/>
                <a:gd name="connsiteY2" fmla="*/ 11631 h 16808"/>
                <a:gd name="connsiteX3" fmla="*/ 47110 w 53457"/>
                <a:gd name="connsiteY3" fmla="*/ 4848 h 16808"/>
                <a:gd name="connsiteX4" fmla="*/ 25463 w 53457"/>
                <a:gd name="connsiteY4" fmla="*/ 158 h 16808"/>
                <a:gd name="connsiteX5" fmla="*/ 5114 w 53457"/>
                <a:gd name="connsiteY5" fmla="*/ 8745 h 16808"/>
                <a:gd name="connsiteX6" fmla="*/ 351 w 53457"/>
                <a:gd name="connsiteY6" fmla="*/ 16610 h 1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457" h="16808">
                  <a:moveTo>
                    <a:pt x="351" y="16610"/>
                  </a:moveTo>
                  <a:cubicBezTo>
                    <a:pt x="2155" y="18198"/>
                    <a:pt x="11680" y="9755"/>
                    <a:pt x="26184" y="8528"/>
                  </a:cubicBezTo>
                  <a:cubicBezTo>
                    <a:pt x="40688" y="7302"/>
                    <a:pt x="51873" y="13579"/>
                    <a:pt x="53316" y="11631"/>
                  </a:cubicBezTo>
                  <a:cubicBezTo>
                    <a:pt x="54037" y="10765"/>
                    <a:pt x="52017" y="7807"/>
                    <a:pt x="47110" y="4848"/>
                  </a:cubicBezTo>
                  <a:cubicBezTo>
                    <a:pt x="40544" y="1096"/>
                    <a:pt x="32989" y="-542"/>
                    <a:pt x="25463" y="158"/>
                  </a:cubicBezTo>
                  <a:cubicBezTo>
                    <a:pt x="17937" y="771"/>
                    <a:pt x="10800" y="3780"/>
                    <a:pt x="5114" y="8745"/>
                  </a:cubicBezTo>
                  <a:cubicBezTo>
                    <a:pt x="640" y="12569"/>
                    <a:pt x="-731" y="15888"/>
                    <a:pt x="351" y="1661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F01B807A-84A3-7CC4-FD89-27E4A9CDAB12}"/>
                </a:ext>
              </a:extLst>
            </p:cNvPr>
            <p:cNvSpPr/>
            <p:nvPr/>
          </p:nvSpPr>
          <p:spPr>
            <a:xfrm>
              <a:off x="5697630" y="8794588"/>
              <a:ext cx="27291" cy="25894"/>
            </a:xfrm>
            <a:custGeom>
              <a:avLst/>
              <a:gdLst>
                <a:gd name="connsiteX0" fmla="*/ 8 w 27291"/>
                <a:gd name="connsiteY0" fmla="*/ 13452 h 25894"/>
                <a:gd name="connsiteX1" fmla="*/ 14440 w 27291"/>
                <a:gd name="connsiteY1" fmla="*/ 25864 h 25894"/>
                <a:gd name="connsiteX2" fmla="*/ 27291 w 27291"/>
                <a:gd name="connsiteY2" fmla="*/ 12738 h 25894"/>
                <a:gd name="connsiteX3" fmla="*/ 27284 w 27291"/>
                <a:gd name="connsiteY3" fmla="*/ 12514 h 25894"/>
                <a:gd name="connsiteX4" fmla="*/ 12852 w 27291"/>
                <a:gd name="connsiteY4" fmla="*/ 31 h 25894"/>
                <a:gd name="connsiteX5" fmla="*/ 1 w 27291"/>
                <a:gd name="connsiteY5" fmla="*/ 13157 h 25894"/>
                <a:gd name="connsiteX6" fmla="*/ 8 w 27291"/>
                <a:gd name="connsiteY6" fmla="*/ 13452 h 2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1" h="25894">
                  <a:moveTo>
                    <a:pt x="8" y="13452"/>
                  </a:moveTo>
                  <a:cubicBezTo>
                    <a:pt x="621" y="20834"/>
                    <a:pt x="7043" y="26362"/>
                    <a:pt x="14440" y="25864"/>
                  </a:cubicBezTo>
                  <a:cubicBezTo>
                    <a:pt x="21612" y="25784"/>
                    <a:pt x="27363" y="19911"/>
                    <a:pt x="27291" y="12738"/>
                  </a:cubicBezTo>
                  <a:cubicBezTo>
                    <a:pt x="27284" y="12666"/>
                    <a:pt x="27284" y="12587"/>
                    <a:pt x="27284" y="12514"/>
                  </a:cubicBezTo>
                  <a:cubicBezTo>
                    <a:pt x="26707" y="5104"/>
                    <a:pt x="20270" y="-467"/>
                    <a:pt x="12852" y="31"/>
                  </a:cubicBezTo>
                  <a:cubicBezTo>
                    <a:pt x="5680" y="103"/>
                    <a:pt x="-71" y="5984"/>
                    <a:pt x="1" y="13157"/>
                  </a:cubicBezTo>
                  <a:cubicBezTo>
                    <a:pt x="1" y="13258"/>
                    <a:pt x="8" y="13351"/>
                    <a:pt x="8" y="13452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>
              <a:extLst>
                <a:ext uri="{FF2B5EF4-FFF2-40B4-BE49-F238E27FC236}">
                  <a16:creationId xmlns:a16="http://schemas.microsoft.com/office/drawing/2014/main" id="{8F572176-1E8D-9ACD-C497-D91F1FA4001E}"/>
                </a:ext>
              </a:extLst>
            </p:cNvPr>
            <p:cNvSpPr/>
            <p:nvPr/>
          </p:nvSpPr>
          <p:spPr>
            <a:xfrm>
              <a:off x="5700079" y="8745971"/>
              <a:ext cx="53407" cy="16808"/>
            </a:xfrm>
            <a:custGeom>
              <a:avLst/>
              <a:gdLst>
                <a:gd name="connsiteX0" fmla="*/ 229 w 53407"/>
                <a:gd name="connsiteY0" fmla="*/ 16610 h 16808"/>
                <a:gd name="connsiteX1" fmla="*/ 26134 w 53407"/>
                <a:gd name="connsiteY1" fmla="*/ 8528 h 16808"/>
                <a:gd name="connsiteX2" fmla="*/ 53265 w 53407"/>
                <a:gd name="connsiteY2" fmla="*/ 11631 h 16808"/>
                <a:gd name="connsiteX3" fmla="*/ 47060 w 53407"/>
                <a:gd name="connsiteY3" fmla="*/ 4848 h 16808"/>
                <a:gd name="connsiteX4" fmla="*/ 25412 w 53407"/>
                <a:gd name="connsiteY4" fmla="*/ 158 h 16808"/>
                <a:gd name="connsiteX5" fmla="*/ 5064 w 53407"/>
                <a:gd name="connsiteY5" fmla="*/ 8745 h 16808"/>
                <a:gd name="connsiteX6" fmla="*/ 229 w 53407"/>
                <a:gd name="connsiteY6" fmla="*/ 16610 h 1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407" h="16808">
                  <a:moveTo>
                    <a:pt x="229" y="16610"/>
                  </a:moveTo>
                  <a:cubicBezTo>
                    <a:pt x="2105" y="18198"/>
                    <a:pt x="11630" y="9755"/>
                    <a:pt x="26134" y="8528"/>
                  </a:cubicBezTo>
                  <a:cubicBezTo>
                    <a:pt x="40638" y="7302"/>
                    <a:pt x="51822" y="13579"/>
                    <a:pt x="53265" y="11631"/>
                  </a:cubicBezTo>
                  <a:cubicBezTo>
                    <a:pt x="53987" y="10765"/>
                    <a:pt x="51966" y="7807"/>
                    <a:pt x="47060" y="4848"/>
                  </a:cubicBezTo>
                  <a:cubicBezTo>
                    <a:pt x="40493" y="1096"/>
                    <a:pt x="32938" y="-542"/>
                    <a:pt x="25412" y="158"/>
                  </a:cubicBezTo>
                  <a:cubicBezTo>
                    <a:pt x="17886" y="771"/>
                    <a:pt x="10750" y="3780"/>
                    <a:pt x="5064" y="8745"/>
                  </a:cubicBezTo>
                  <a:cubicBezTo>
                    <a:pt x="950" y="12569"/>
                    <a:pt x="-637" y="15889"/>
                    <a:pt x="229" y="1661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>
              <a:extLst>
                <a:ext uri="{FF2B5EF4-FFF2-40B4-BE49-F238E27FC236}">
                  <a16:creationId xmlns:a16="http://schemas.microsoft.com/office/drawing/2014/main" id="{8EE8766C-B96A-BF92-6A86-42A807FF9AA6}"/>
                </a:ext>
              </a:extLst>
            </p:cNvPr>
            <p:cNvSpPr/>
            <p:nvPr/>
          </p:nvSpPr>
          <p:spPr>
            <a:xfrm>
              <a:off x="5619564" y="8753629"/>
              <a:ext cx="37737" cy="123023"/>
            </a:xfrm>
            <a:custGeom>
              <a:avLst/>
              <a:gdLst>
                <a:gd name="connsiteX0" fmla="*/ 37737 w 37737"/>
                <a:gd name="connsiteY0" fmla="*/ 120942 h 123023"/>
                <a:gd name="connsiteX1" fmla="*/ 13853 w 37737"/>
                <a:gd name="connsiteY1" fmla="*/ 118777 h 123023"/>
                <a:gd name="connsiteX2" fmla="*/ 5699 w 37737"/>
                <a:gd name="connsiteY2" fmla="*/ 115818 h 123023"/>
                <a:gd name="connsiteX3" fmla="*/ 7142 w 37737"/>
                <a:gd name="connsiteY3" fmla="*/ 104706 h 123023"/>
                <a:gd name="connsiteX4" fmla="*/ 15657 w 37737"/>
                <a:gd name="connsiteY4" fmla="*/ 75843 h 123023"/>
                <a:gd name="connsiteX5" fmla="*/ 33697 w 37737"/>
                <a:gd name="connsiteY5" fmla="*/ 4 h 123023"/>
                <a:gd name="connsiteX6" fmla="*/ 9596 w 37737"/>
                <a:gd name="connsiteY6" fmla="*/ 74183 h 123023"/>
                <a:gd name="connsiteX7" fmla="*/ 1586 w 37737"/>
                <a:gd name="connsiteY7" fmla="*/ 103479 h 123023"/>
                <a:gd name="connsiteX8" fmla="*/ 937 w 37737"/>
                <a:gd name="connsiteY8" fmla="*/ 117911 h 123023"/>
                <a:gd name="connsiteX9" fmla="*/ 7503 w 37737"/>
                <a:gd name="connsiteY9" fmla="*/ 122818 h 123023"/>
                <a:gd name="connsiteX10" fmla="*/ 13853 w 37737"/>
                <a:gd name="connsiteY10" fmla="*/ 122818 h 123023"/>
                <a:gd name="connsiteX11" fmla="*/ 37737 w 37737"/>
                <a:gd name="connsiteY11" fmla="*/ 120942 h 12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737" h="123023">
                  <a:moveTo>
                    <a:pt x="37737" y="120942"/>
                  </a:moveTo>
                  <a:cubicBezTo>
                    <a:pt x="29894" y="119253"/>
                    <a:pt x="21870" y="118524"/>
                    <a:pt x="13853" y="118777"/>
                  </a:cubicBezTo>
                  <a:cubicBezTo>
                    <a:pt x="10101" y="118777"/>
                    <a:pt x="6637" y="118344"/>
                    <a:pt x="5699" y="115818"/>
                  </a:cubicBezTo>
                  <a:cubicBezTo>
                    <a:pt x="5021" y="112052"/>
                    <a:pt x="5526" y="108170"/>
                    <a:pt x="7142" y="104706"/>
                  </a:cubicBezTo>
                  <a:cubicBezTo>
                    <a:pt x="9884" y="95398"/>
                    <a:pt x="12698" y="85728"/>
                    <a:pt x="15657" y="75843"/>
                  </a:cubicBezTo>
                  <a:cubicBezTo>
                    <a:pt x="27274" y="34424"/>
                    <a:pt x="35356" y="437"/>
                    <a:pt x="33697" y="4"/>
                  </a:cubicBezTo>
                  <a:cubicBezTo>
                    <a:pt x="32037" y="-429"/>
                    <a:pt x="21213" y="32764"/>
                    <a:pt x="9596" y="74183"/>
                  </a:cubicBezTo>
                  <a:lnTo>
                    <a:pt x="1586" y="103479"/>
                  </a:lnTo>
                  <a:cubicBezTo>
                    <a:pt x="-276" y="108076"/>
                    <a:pt x="-507" y="113170"/>
                    <a:pt x="937" y="117911"/>
                  </a:cubicBezTo>
                  <a:cubicBezTo>
                    <a:pt x="2264" y="120458"/>
                    <a:pt x="4682" y="122262"/>
                    <a:pt x="7503" y="122818"/>
                  </a:cubicBezTo>
                  <a:cubicBezTo>
                    <a:pt x="9610" y="123092"/>
                    <a:pt x="11746" y="123092"/>
                    <a:pt x="13853" y="122818"/>
                  </a:cubicBezTo>
                  <a:cubicBezTo>
                    <a:pt x="21862" y="123236"/>
                    <a:pt x="29894" y="122609"/>
                    <a:pt x="37737" y="120942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>
              <a:extLst>
                <a:ext uri="{FF2B5EF4-FFF2-40B4-BE49-F238E27FC236}">
                  <a16:creationId xmlns:a16="http://schemas.microsoft.com/office/drawing/2014/main" id="{B72FBD24-6471-9B9A-FB27-36C0AB202A30}"/>
                </a:ext>
              </a:extLst>
            </p:cNvPr>
            <p:cNvSpPr/>
            <p:nvPr/>
          </p:nvSpPr>
          <p:spPr>
            <a:xfrm>
              <a:off x="5682586" y="8689741"/>
              <a:ext cx="59253" cy="19400"/>
            </a:xfrm>
            <a:custGeom>
              <a:avLst/>
              <a:gdLst>
                <a:gd name="connsiteX0" fmla="*/ 260 w 59253"/>
                <a:gd name="connsiteY0" fmla="*/ 18216 h 19400"/>
                <a:gd name="connsiteX1" fmla="*/ 29773 w 59253"/>
                <a:gd name="connsiteY1" fmla="*/ 14752 h 19400"/>
                <a:gd name="connsiteX2" fmla="*/ 59213 w 59253"/>
                <a:gd name="connsiteY2" fmla="*/ 10423 h 19400"/>
                <a:gd name="connsiteX3" fmla="*/ 50843 w 59253"/>
                <a:gd name="connsiteY3" fmla="*/ 3207 h 19400"/>
                <a:gd name="connsiteX4" fmla="*/ 27536 w 59253"/>
                <a:gd name="connsiteY4" fmla="*/ 465 h 19400"/>
                <a:gd name="connsiteX5" fmla="*/ 5888 w 59253"/>
                <a:gd name="connsiteY5" fmla="*/ 9196 h 19400"/>
                <a:gd name="connsiteX6" fmla="*/ 260 w 59253"/>
                <a:gd name="connsiteY6" fmla="*/ 18216 h 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253" h="19400">
                  <a:moveTo>
                    <a:pt x="260" y="18216"/>
                  </a:moveTo>
                  <a:cubicBezTo>
                    <a:pt x="2497" y="21680"/>
                    <a:pt x="14692" y="16629"/>
                    <a:pt x="29773" y="14752"/>
                  </a:cubicBezTo>
                  <a:cubicBezTo>
                    <a:pt x="44854" y="12876"/>
                    <a:pt x="58131" y="14320"/>
                    <a:pt x="59213" y="10423"/>
                  </a:cubicBezTo>
                  <a:cubicBezTo>
                    <a:pt x="59646" y="8547"/>
                    <a:pt x="56616" y="5444"/>
                    <a:pt x="50843" y="3207"/>
                  </a:cubicBezTo>
                  <a:cubicBezTo>
                    <a:pt x="43447" y="277"/>
                    <a:pt x="35408" y="-668"/>
                    <a:pt x="27536" y="465"/>
                  </a:cubicBezTo>
                  <a:cubicBezTo>
                    <a:pt x="19663" y="1374"/>
                    <a:pt x="12188" y="4391"/>
                    <a:pt x="5888" y="9196"/>
                  </a:cubicBezTo>
                  <a:cubicBezTo>
                    <a:pt x="1198" y="12804"/>
                    <a:pt x="-750" y="16412"/>
                    <a:pt x="260" y="1821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>
              <a:extLst>
                <a:ext uri="{FF2B5EF4-FFF2-40B4-BE49-F238E27FC236}">
                  <a16:creationId xmlns:a16="http://schemas.microsoft.com/office/drawing/2014/main" id="{D43C73CB-7818-827D-317E-2CB25E2FA6CD}"/>
                </a:ext>
              </a:extLst>
            </p:cNvPr>
            <p:cNvSpPr/>
            <p:nvPr/>
          </p:nvSpPr>
          <p:spPr>
            <a:xfrm>
              <a:off x="5551218" y="8694849"/>
              <a:ext cx="59377" cy="18973"/>
            </a:xfrm>
            <a:custGeom>
              <a:avLst/>
              <a:gdLst>
                <a:gd name="connsiteX0" fmla="*/ 588 w 59377"/>
                <a:gd name="connsiteY0" fmla="*/ 17942 h 18973"/>
                <a:gd name="connsiteX1" fmla="*/ 29884 w 59377"/>
                <a:gd name="connsiteY1" fmla="*/ 15056 h 18973"/>
                <a:gd name="connsiteX2" fmla="*/ 59108 w 59377"/>
                <a:gd name="connsiteY2" fmla="*/ 11232 h 18973"/>
                <a:gd name="connsiteX3" fmla="*/ 52398 w 59377"/>
                <a:gd name="connsiteY3" fmla="*/ 3655 h 18973"/>
                <a:gd name="connsiteX4" fmla="*/ 28080 w 59377"/>
                <a:gd name="connsiteY4" fmla="*/ 408 h 18973"/>
                <a:gd name="connsiteX5" fmla="*/ 5206 w 59377"/>
                <a:gd name="connsiteY5" fmla="*/ 9067 h 18973"/>
                <a:gd name="connsiteX6" fmla="*/ 588 w 59377"/>
                <a:gd name="connsiteY6" fmla="*/ 17942 h 1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77" h="18973">
                  <a:moveTo>
                    <a:pt x="588" y="17942"/>
                  </a:moveTo>
                  <a:cubicBezTo>
                    <a:pt x="3907" y="20973"/>
                    <a:pt x="15525" y="16499"/>
                    <a:pt x="29884" y="15056"/>
                  </a:cubicBezTo>
                  <a:cubicBezTo>
                    <a:pt x="44244" y="13613"/>
                    <a:pt x="56655" y="15056"/>
                    <a:pt x="59108" y="11232"/>
                  </a:cubicBezTo>
                  <a:cubicBezTo>
                    <a:pt x="60191" y="9428"/>
                    <a:pt x="58026" y="6325"/>
                    <a:pt x="52398" y="3655"/>
                  </a:cubicBezTo>
                  <a:cubicBezTo>
                    <a:pt x="44720" y="437"/>
                    <a:pt x="36328" y="-689"/>
                    <a:pt x="28080" y="408"/>
                  </a:cubicBezTo>
                  <a:cubicBezTo>
                    <a:pt x="19818" y="1187"/>
                    <a:pt x="11917" y="4175"/>
                    <a:pt x="5206" y="9067"/>
                  </a:cubicBezTo>
                  <a:cubicBezTo>
                    <a:pt x="443" y="12891"/>
                    <a:pt x="-928" y="16427"/>
                    <a:pt x="588" y="17942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>
              <a:extLst>
                <a:ext uri="{FF2B5EF4-FFF2-40B4-BE49-F238E27FC236}">
                  <a16:creationId xmlns:a16="http://schemas.microsoft.com/office/drawing/2014/main" id="{DF74B795-4B1C-2AA7-D2B3-6D46CF6E3588}"/>
                </a:ext>
              </a:extLst>
            </p:cNvPr>
            <p:cNvSpPr/>
            <p:nvPr/>
          </p:nvSpPr>
          <p:spPr>
            <a:xfrm>
              <a:off x="5537726" y="8539200"/>
              <a:ext cx="345251" cy="322807"/>
            </a:xfrm>
            <a:custGeom>
              <a:avLst/>
              <a:gdLst>
                <a:gd name="connsiteX0" fmla="*/ 947 w 345251"/>
                <a:gd name="connsiteY0" fmla="*/ 144873 h 322807"/>
                <a:gd name="connsiteX1" fmla="*/ 47850 w 345251"/>
                <a:gd name="connsiteY1" fmla="*/ 67374 h 322807"/>
                <a:gd name="connsiteX2" fmla="*/ 130976 w 345251"/>
                <a:gd name="connsiteY2" fmla="*/ 72137 h 322807"/>
                <a:gd name="connsiteX3" fmla="*/ 230266 w 345251"/>
                <a:gd name="connsiteY3" fmla="*/ 63550 h 322807"/>
                <a:gd name="connsiteX4" fmla="*/ 259924 w 345251"/>
                <a:gd name="connsiteY4" fmla="*/ 150717 h 322807"/>
                <a:gd name="connsiteX5" fmla="*/ 321042 w 345251"/>
                <a:gd name="connsiteY5" fmla="*/ 283994 h 322807"/>
                <a:gd name="connsiteX6" fmla="*/ 345215 w 345251"/>
                <a:gd name="connsiteY6" fmla="*/ 228721 h 322807"/>
                <a:gd name="connsiteX7" fmla="*/ 328691 w 345251"/>
                <a:gd name="connsiteY7" fmla="*/ 89022 h 322807"/>
                <a:gd name="connsiteX8" fmla="*/ 267789 w 345251"/>
                <a:gd name="connsiteY8" fmla="*/ 23502 h 322807"/>
                <a:gd name="connsiteX9" fmla="*/ 112071 w 345251"/>
                <a:gd name="connsiteY9" fmla="*/ 6184 h 322807"/>
                <a:gd name="connsiteX10" fmla="*/ 947 w 345251"/>
                <a:gd name="connsiteY10" fmla="*/ 144873 h 32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5251" h="322807">
                  <a:moveTo>
                    <a:pt x="947" y="144873"/>
                  </a:moveTo>
                  <a:cubicBezTo>
                    <a:pt x="947" y="144873"/>
                    <a:pt x="20574" y="83682"/>
                    <a:pt x="47850" y="67374"/>
                  </a:cubicBezTo>
                  <a:cubicBezTo>
                    <a:pt x="80826" y="47675"/>
                    <a:pt x="98938" y="84187"/>
                    <a:pt x="130976" y="72137"/>
                  </a:cubicBezTo>
                  <a:cubicBezTo>
                    <a:pt x="163015" y="60087"/>
                    <a:pt x="194476" y="41109"/>
                    <a:pt x="230266" y="63550"/>
                  </a:cubicBezTo>
                  <a:cubicBezTo>
                    <a:pt x="269448" y="88084"/>
                    <a:pt x="253934" y="109082"/>
                    <a:pt x="259924" y="150717"/>
                  </a:cubicBezTo>
                  <a:cubicBezTo>
                    <a:pt x="284096" y="319424"/>
                    <a:pt x="319310" y="364595"/>
                    <a:pt x="321042" y="283994"/>
                  </a:cubicBezTo>
                  <a:cubicBezTo>
                    <a:pt x="321042" y="275119"/>
                    <a:pt x="344926" y="266027"/>
                    <a:pt x="345215" y="228721"/>
                  </a:cubicBezTo>
                  <a:cubicBezTo>
                    <a:pt x="345648" y="180447"/>
                    <a:pt x="342401" y="122071"/>
                    <a:pt x="328691" y="89022"/>
                  </a:cubicBezTo>
                  <a:cubicBezTo>
                    <a:pt x="317145" y="61097"/>
                    <a:pt x="299033" y="42768"/>
                    <a:pt x="267789" y="23502"/>
                  </a:cubicBezTo>
                  <a:cubicBezTo>
                    <a:pt x="218432" y="-6876"/>
                    <a:pt x="154861" y="-1970"/>
                    <a:pt x="112071" y="6184"/>
                  </a:cubicBezTo>
                  <a:cubicBezTo>
                    <a:pt x="69281" y="14338"/>
                    <a:pt x="-9516" y="71343"/>
                    <a:pt x="947" y="144873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>
              <a:extLst>
                <a:ext uri="{FF2B5EF4-FFF2-40B4-BE49-F238E27FC236}">
                  <a16:creationId xmlns:a16="http://schemas.microsoft.com/office/drawing/2014/main" id="{4D5BA937-4ABF-33D3-E34E-0247B39B0BCC}"/>
                </a:ext>
              </a:extLst>
            </p:cNvPr>
            <p:cNvSpPr/>
            <p:nvPr/>
          </p:nvSpPr>
          <p:spPr>
            <a:xfrm>
              <a:off x="5852520" y="8794042"/>
              <a:ext cx="65849" cy="99516"/>
            </a:xfrm>
            <a:custGeom>
              <a:avLst/>
              <a:gdLst>
                <a:gd name="connsiteX0" fmla="*/ 42 w 65849"/>
                <a:gd name="connsiteY0" fmla="*/ 27059 h 99516"/>
                <a:gd name="connsiteX1" fmla="*/ 24172 w 65849"/>
                <a:gd name="connsiteY1" fmla="*/ 43 h 99516"/>
                <a:gd name="connsiteX2" fmla="*/ 25441 w 65849"/>
                <a:gd name="connsiteY2" fmla="*/ 0 h 99516"/>
                <a:gd name="connsiteX3" fmla="*/ 65706 w 65849"/>
                <a:gd name="connsiteY3" fmla="*/ 44810 h 99516"/>
                <a:gd name="connsiteX4" fmla="*/ 3505 w 65849"/>
                <a:gd name="connsiteY4" fmla="*/ 97847 h 99516"/>
                <a:gd name="connsiteX5" fmla="*/ 42 w 65849"/>
                <a:gd name="connsiteY5" fmla="*/ 27059 h 9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849" h="99516">
                  <a:moveTo>
                    <a:pt x="42" y="27059"/>
                  </a:moveTo>
                  <a:cubicBezTo>
                    <a:pt x="-759" y="12938"/>
                    <a:pt x="10050" y="837"/>
                    <a:pt x="24172" y="43"/>
                  </a:cubicBezTo>
                  <a:cubicBezTo>
                    <a:pt x="24597" y="15"/>
                    <a:pt x="25016" y="0"/>
                    <a:pt x="25441" y="0"/>
                  </a:cubicBezTo>
                  <a:cubicBezTo>
                    <a:pt x="43193" y="0"/>
                    <a:pt x="63613" y="8370"/>
                    <a:pt x="65706" y="44810"/>
                  </a:cubicBezTo>
                  <a:cubicBezTo>
                    <a:pt x="69314" y="109753"/>
                    <a:pt x="3722" y="99723"/>
                    <a:pt x="3505" y="97847"/>
                  </a:cubicBezTo>
                  <a:cubicBezTo>
                    <a:pt x="3289" y="95971"/>
                    <a:pt x="1341" y="54119"/>
                    <a:pt x="42" y="27059"/>
                  </a:cubicBezTo>
                  <a:close/>
                </a:path>
              </a:pathLst>
            </a:custGeom>
            <a:solidFill>
              <a:srgbClr val="AE7461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>
              <a:extLst>
                <a:ext uri="{FF2B5EF4-FFF2-40B4-BE49-F238E27FC236}">
                  <a16:creationId xmlns:a16="http://schemas.microsoft.com/office/drawing/2014/main" id="{988D0948-AAFA-93DE-3EB0-2E8F691B2FE0}"/>
                </a:ext>
              </a:extLst>
            </p:cNvPr>
            <p:cNvSpPr/>
            <p:nvPr/>
          </p:nvSpPr>
          <p:spPr>
            <a:xfrm>
              <a:off x="5868671" y="8815307"/>
              <a:ext cx="27562" cy="56702"/>
            </a:xfrm>
            <a:custGeom>
              <a:avLst/>
              <a:gdLst>
                <a:gd name="connsiteX0" fmla="*/ 55 w 27562"/>
                <a:gd name="connsiteY0" fmla="*/ 51543 h 56702"/>
                <a:gd name="connsiteX1" fmla="*/ 3158 w 27562"/>
                <a:gd name="connsiteY1" fmla="*/ 52986 h 56702"/>
                <a:gd name="connsiteX2" fmla="*/ 11600 w 27562"/>
                <a:gd name="connsiteY2" fmla="*/ 52986 h 56702"/>
                <a:gd name="connsiteX3" fmla="*/ 23073 w 27562"/>
                <a:gd name="connsiteY3" fmla="*/ 27298 h 56702"/>
                <a:gd name="connsiteX4" fmla="*/ 18960 w 27562"/>
                <a:gd name="connsiteY4" fmla="*/ 11351 h 56702"/>
                <a:gd name="connsiteX5" fmla="*/ 10013 w 27562"/>
                <a:gd name="connsiteY5" fmla="*/ 3197 h 56702"/>
                <a:gd name="connsiteX6" fmla="*/ 3591 w 27562"/>
                <a:gd name="connsiteY6" fmla="*/ 6661 h 56702"/>
                <a:gd name="connsiteX7" fmla="*/ 2941 w 27562"/>
                <a:gd name="connsiteY7" fmla="*/ 9908 h 56702"/>
                <a:gd name="connsiteX8" fmla="*/ 1859 w 27562"/>
                <a:gd name="connsiteY8" fmla="*/ 6156 h 56702"/>
                <a:gd name="connsiteX9" fmla="*/ 4168 w 27562"/>
                <a:gd name="connsiteY9" fmla="*/ 1970 h 56702"/>
                <a:gd name="connsiteX10" fmla="*/ 10301 w 27562"/>
                <a:gd name="connsiteY10" fmla="*/ 22 h 56702"/>
                <a:gd name="connsiteX11" fmla="*/ 22640 w 27562"/>
                <a:gd name="connsiteY11" fmla="*/ 9331 h 56702"/>
                <a:gd name="connsiteX12" fmla="*/ 27547 w 27562"/>
                <a:gd name="connsiteY12" fmla="*/ 27154 h 56702"/>
                <a:gd name="connsiteX13" fmla="*/ 12683 w 27562"/>
                <a:gd name="connsiteY13" fmla="*/ 56017 h 56702"/>
                <a:gd name="connsiteX14" fmla="*/ 2292 w 27562"/>
                <a:gd name="connsiteY14" fmla="*/ 54935 h 56702"/>
                <a:gd name="connsiteX15" fmla="*/ 55 w 27562"/>
                <a:gd name="connsiteY15" fmla="*/ 51543 h 5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562" h="56702">
                  <a:moveTo>
                    <a:pt x="55" y="51543"/>
                  </a:moveTo>
                  <a:cubicBezTo>
                    <a:pt x="55" y="51543"/>
                    <a:pt x="1209" y="52265"/>
                    <a:pt x="3158" y="52986"/>
                  </a:cubicBezTo>
                  <a:cubicBezTo>
                    <a:pt x="5864" y="54098"/>
                    <a:pt x="8894" y="54098"/>
                    <a:pt x="11600" y="52986"/>
                  </a:cubicBezTo>
                  <a:cubicBezTo>
                    <a:pt x="18239" y="50100"/>
                    <a:pt x="23362" y="38555"/>
                    <a:pt x="23073" y="27298"/>
                  </a:cubicBezTo>
                  <a:cubicBezTo>
                    <a:pt x="22908" y="21742"/>
                    <a:pt x="21508" y="16294"/>
                    <a:pt x="18960" y="11351"/>
                  </a:cubicBezTo>
                  <a:cubicBezTo>
                    <a:pt x="17517" y="7317"/>
                    <a:pt x="14162" y="4265"/>
                    <a:pt x="10013" y="3197"/>
                  </a:cubicBezTo>
                  <a:cubicBezTo>
                    <a:pt x="7307" y="2584"/>
                    <a:pt x="4565" y="4063"/>
                    <a:pt x="3591" y="6661"/>
                  </a:cubicBezTo>
                  <a:cubicBezTo>
                    <a:pt x="2797" y="8465"/>
                    <a:pt x="3591" y="9763"/>
                    <a:pt x="2941" y="9908"/>
                  </a:cubicBezTo>
                  <a:cubicBezTo>
                    <a:pt x="2292" y="10052"/>
                    <a:pt x="1498" y="8898"/>
                    <a:pt x="1859" y="6156"/>
                  </a:cubicBezTo>
                  <a:cubicBezTo>
                    <a:pt x="2133" y="4539"/>
                    <a:pt x="2948" y="3060"/>
                    <a:pt x="4168" y="1970"/>
                  </a:cubicBezTo>
                  <a:cubicBezTo>
                    <a:pt x="5893" y="563"/>
                    <a:pt x="8086" y="-137"/>
                    <a:pt x="10301" y="22"/>
                  </a:cubicBezTo>
                  <a:cubicBezTo>
                    <a:pt x="15749" y="780"/>
                    <a:pt x="20418" y="4301"/>
                    <a:pt x="22640" y="9331"/>
                  </a:cubicBezTo>
                  <a:cubicBezTo>
                    <a:pt x="25736" y="14771"/>
                    <a:pt x="27425" y="20897"/>
                    <a:pt x="27547" y="27154"/>
                  </a:cubicBezTo>
                  <a:cubicBezTo>
                    <a:pt x="27908" y="40214"/>
                    <a:pt x="21919" y="52770"/>
                    <a:pt x="12683" y="56017"/>
                  </a:cubicBezTo>
                  <a:cubicBezTo>
                    <a:pt x="9233" y="57222"/>
                    <a:pt x="5424" y="56825"/>
                    <a:pt x="2292" y="54935"/>
                  </a:cubicBezTo>
                  <a:cubicBezTo>
                    <a:pt x="199" y="53059"/>
                    <a:pt x="-162" y="51615"/>
                    <a:pt x="55" y="51543"/>
                  </a:cubicBezTo>
                  <a:close/>
                </a:path>
              </a:pathLst>
            </a:custGeom>
            <a:solidFill>
              <a:srgbClr val="6F443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07DAB827-E68C-F950-1C7D-388AE287D048}"/>
                </a:ext>
              </a:extLst>
            </p:cNvPr>
            <p:cNvSpPr/>
            <p:nvPr/>
          </p:nvSpPr>
          <p:spPr>
            <a:xfrm>
              <a:off x="5574642" y="8519196"/>
              <a:ext cx="323850" cy="192626"/>
            </a:xfrm>
            <a:custGeom>
              <a:avLst/>
              <a:gdLst>
                <a:gd name="connsiteX0" fmla="*/ 265654 w 323850"/>
                <a:gd name="connsiteY0" fmla="*/ 177215 h 192626"/>
                <a:gd name="connsiteX1" fmla="*/ 239460 w 323850"/>
                <a:gd name="connsiteY1" fmla="*/ 192224 h 192626"/>
                <a:gd name="connsiteX2" fmla="*/ 214854 w 323850"/>
                <a:gd name="connsiteY2" fmla="*/ 179525 h 192626"/>
                <a:gd name="connsiteX3" fmla="*/ 211030 w 323850"/>
                <a:gd name="connsiteY3" fmla="*/ 166608 h 192626"/>
                <a:gd name="connsiteX4" fmla="*/ 195444 w 323850"/>
                <a:gd name="connsiteY4" fmla="*/ 165670 h 192626"/>
                <a:gd name="connsiteX5" fmla="*/ 146809 w 323850"/>
                <a:gd name="connsiteY5" fmla="*/ 132766 h 192626"/>
                <a:gd name="connsiteX6" fmla="*/ 124728 w 323850"/>
                <a:gd name="connsiteY6" fmla="*/ 139404 h 192626"/>
                <a:gd name="connsiteX7" fmla="*/ 107988 w 323850"/>
                <a:gd name="connsiteY7" fmla="*/ 126993 h 192626"/>
                <a:gd name="connsiteX8" fmla="*/ 84897 w 323850"/>
                <a:gd name="connsiteY8" fmla="*/ 117901 h 192626"/>
                <a:gd name="connsiteX9" fmla="*/ 71187 w 323850"/>
                <a:gd name="connsiteY9" fmla="*/ 122231 h 192626"/>
                <a:gd name="connsiteX10" fmla="*/ 55600 w 323850"/>
                <a:gd name="connsiteY10" fmla="*/ 104408 h 192626"/>
                <a:gd name="connsiteX11" fmla="*/ 44127 w 323850"/>
                <a:gd name="connsiteY11" fmla="*/ 82760 h 192626"/>
                <a:gd name="connsiteX12" fmla="*/ 21036 w 323850"/>
                <a:gd name="connsiteY12" fmla="*/ 84131 h 192626"/>
                <a:gd name="connsiteX13" fmla="*/ 471 w 323850"/>
                <a:gd name="connsiteY13" fmla="*/ 77637 h 192626"/>
                <a:gd name="connsiteX14" fmla="*/ 2347 w 323850"/>
                <a:gd name="connsiteY14" fmla="*/ 65659 h 192626"/>
                <a:gd name="connsiteX15" fmla="*/ 50189 w 323850"/>
                <a:gd name="connsiteY15" fmla="*/ 45526 h 192626"/>
                <a:gd name="connsiteX16" fmla="*/ 117123 w 323850"/>
                <a:gd name="connsiteY16" fmla="*/ 1142 h 192626"/>
                <a:gd name="connsiteX17" fmla="*/ 153159 w 323850"/>
                <a:gd name="connsiteY17" fmla="*/ 25394 h 192626"/>
                <a:gd name="connsiteX18" fmla="*/ 234727 w 323850"/>
                <a:gd name="connsiteY18" fmla="*/ 22075 h 192626"/>
                <a:gd name="connsiteX19" fmla="*/ 246965 w 323850"/>
                <a:gd name="connsiteY19" fmla="*/ 38166 h 192626"/>
                <a:gd name="connsiteX20" fmla="*/ 300384 w 323850"/>
                <a:gd name="connsiteY20" fmla="*/ 63407 h 192626"/>
                <a:gd name="connsiteX21" fmla="*/ 299207 w 323850"/>
                <a:gd name="connsiteY21" fmla="*/ 94522 h 192626"/>
                <a:gd name="connsiteX22" fmla="*/ 323741 w 323850"/>
                <a:gd name="connsiteY22" fmla="*/ 124107 h 192626"/>
                <a:gd name="connsiteX23" fmla="*/ 300145 w 323850"/>
                <a:gd name="connsiteY23" fmla="*/ 149434 h 192626"/>
                <a:gd name="connsiteX24" fmla="*/ 292179 w 323850"/>
                <a:gd name="connsiteY24" fmla="*/ 181206 h 192626"/>
                <a:gd name="connsiteX25" fmla="*/ 262334 w 323850"/>
                <a:gd name="connsiteY25" fmla="*/ 175989 h 192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3850" h="192626">
                  <a:moveTo>
                    <a:pt x="265654" y="177215"/>
                  </a:moveTo>
                  <a:cubicBezTo>
                    <a:pt x="258315" y="184330"/>
                    <a:pt x="249310" y="189490"/>
                    <a:pt x="239460" y="192224"/>
                  </a:cubicBezTo>
                  <a:cubicBezTo>
                    <a:pt x="229430" y="194101"/>
                    <a:pt x="217380" y="189338"/>
                    <a:pt x="214854" y="179525"/>
                  </a:cubicBezTo>
                  <a:cubicBezTo>
                    <a:pt x="213700" y="175123"/>
                    <a:pt x="214277" y="169783"/>
                    <a:pt x="211030" y="166608"/>
                  </a:cubicBezTo>
                  <a:cubicBezTo>
                    <a:pt x="207783" y="163433"/>
                    <a:pt x="200783" y="164660"/>
                    <a:pt x="195444" y="165670"/>
                  </a:cubicBezTo>
                  <a:cubicBezTo>
                    <a:pt x="176899" y="169350"/>
                    <a:pt x="153159" y="150589"/>
                    <a:pt x="146809" y="132766"/>
                  </a:cubicBezTo>
                  <a:cubicBezTo>
                    <a:pt x="142342" y="140444"/>
                    <a:pt x="132687" y="143344"/>
                    <a:pt x="124728" y="139404"/>
                  </a:cubicBezTo>
                  <a:cubicBezTo>
                    <a:pt x="118450" y="136294"/>
                    <a:pt x="112786" y="132095"/>
                    <a:pt x="107988" y="126993"/>
                  </a:cubicBezTo>
                  <a:cubicBezTo>
                    <a:pt x="102258" y="120340"/>
                    <a:pt x="93621" y="116941"/>
                    <a:pt x="84897" y="117901"/>
                  </a:cubicBezTo>
                  <a:cubicBezTo>
                    <a:pt x="80502" y="119842"/>
                    <a:pt x="75899" y="121293"/>
                    <a:pt x="71187" y="122231"/>
                  </a:cubicBezTo>
                  <a:cubicBezTo>
                    <a:pt x="62600" y="122231"/>
                    <a:pt x="57621" y="112706"/>
                    <a:pt x="55600" y="104408"/>
                  </a:cubicBezTo>
                  <a:cubicBezTo>
                    <a:pt x="53580" y="96109"/>
                    <a:pt x="51704" y="86368"/>
                    <a:pt x="44127" y="82760"/>
                  </a:cubicBezTo>
                  <a:cubicBezTo>
                    <a:pt x="36551" y="79152"/>
                    <a:pt x="28758" y="82327"/>
                    <a:pt x="21036" y="84131"/>
                  </a:cubicBezTo>
                  <a:cubicBezTo>
                    <a:pt x="13315" y="85935"/>
                    <a:pt x="3141" y="85069"/>
                    <a:pt x="471" y="77637"/>
                  </a:cubicBezTo>
                  <a:cubicBezTo>
                    <a:pt x="-560" y="73553"/>
                    <a:pt x="118" y="69230"/>
                    <a:pt x="2347" y="65659"/>
                  </a:cubicBezTo>
                  <a:cubicBezTo>
                    <a:pt x="11706" y="48672"/>
                    <a:pt x="31507" y="40345"/>
                    <a:pt x="50189" y="45526"/>
                  </a:cubicBezTo>
                  <a:cubicBezTo>
                    <a:pt x="56416" y="14787"/>
                    <a:pt x="86383" y="-5086"/>
                    <a:pt x="117123" y="1142"/>
                  </a:cubicBezTo>
                  <a:cubicBezTo>
                    <a:pt x="131872" y="4136"/>
                    <a:pt x="144832" y="12853"/>
                    <a:pt x="153159" y="25394"/>
                  </a:cubicBezTo>
                  <a:cubicBezTo>
                    <a:pt x="174770" y="1950"/>
                    <a:pt x="211289" y="463"/>
                    <a:pt x="234727" y="22075"/>
                  </a:cubicBezTo>
                  <a:cubicBezTo>
                    <a:pt x="239720" y="26679"/>
                    <a:pt x="243862" y="32126"/>
                    <a:pt x="246965" y="38166"/>
                  </a:cubicBezTo>
                  <a:cubicBezTo>
                    <a:pt x="268684" y="30387"/>
                    <a:pt x="292605" y="41687"/>
                    <a:pt x="300384" y="63407"/>
                  </a:cubicBezTo>
                  <a:cubicBezTo>
                    <a:pt x="304013" y="73545"/>
                    <a:pt x="303595" y="84694"/>
                    <a:pt x="299207" y="94522"/>
                  </a:cubicBezTo>
                  <a:cubicBezTo>
                    <a:pt x="311907" y="99537"/>
                    <a:pt x="321165" y="110700"/>
                    <a:pt x="323741" y="124107"/>
                  </a:cubicBezTo>
                  <a:cubicBezTo>
                    <a:pt x="325112" y="137384"/>
                    <a:pt x="313350" y="151816"/>
                    <a:pt x="300145" y="149434"/>
                  </a:cubicBezTo>
                  <a:cubicBezTo>
                    <a:pt x="306719" y="160410"/>
                    <a:pt x="303154" y="174632"/>
                    <a:pt x="292179" y="181206"/>
                  </a:cubicBezTo>
                  <a:cubicBezTo>
                    <a:pt x="282315" y="187116"/>
                    <a:pt x="269608" y="184893"/>
                    <a:pt x="262334" y="175989"/>
                  </a:cubicBezTo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>
              <a:extLst>
                <a:ext uri="{FF2B5EF4-FFF2-40B4-BE49-F238E27FC236}">
                  <a16:creationId xmlns:a16="http://schemas.microsoft.com/office/drawing/2014/main" id="{CEF8D9FD-5D64-182C-6BE9-3F87E76CAAE4}"/>
                </a:ext>
              </a:extLst>
            </p:cNvPr>
            <p:cNvSpPr/>
            <p:nvPr/>
          </p:nvSpPr>
          <p:spPr>
            <a:xfrm>
              <a:off x="5621655" y="8583484"/>
              <a:ext cx="271604" cy="120528"/>
            </a:xfrm>
            <a:custGeom>
              <a:avLst/>
              <a:gdLst>
                <a:gd name="connsiteX0" fmla="*/ 0 w 271604"/>
                <a:gd name="connsiteY0" fmla="*/ 0 h 120528"/>
                <a:gd name="connsiteX1" fmla="*/ 0 w 271604"/>
                <a:gd name="connsiteY1" fmla="*/ 1227 h 120528"/>
                <a:gd name="connsiteX2" fmla="*/ 649 w 271604"/>
                <a:gd name="connsiteY2" fmla="*/ 4618 h 120528"/>
                <a:gd name="connsiteX3" fmla="*/ 6422 w 271604"/>
                <a:gd name="connsiteY3" fmla="*/ 16596 h 120528"/>
                <a:gd name="connsiteX4" fmla="*/ 22080 w 271604"/>
                <a:gd name="connsiteY4" fmla="*/ 30595 h 120528"/>
                <a:gd name="connsiteX5" fmla="*/ 49140 w 271604"/>
                <a:gd name="connsiteY5" fmla="*/ 35791 h 120528"/>
                <a:gd name="connsiteX6" fmla="*/ 47913 w 271604"/>
                <a:gd name="connsiteY6" fmla="*/ 34420 h 120528"/>
                <a:gd name="connsiteX7" fmla="*/ 50800 w 271604"/>
                <a:gd name="connsiteY7" fmla="*/ 52098 h 120528"/>
                <a:gd name="connsiteX8" fmla="*/ 63211 w 271604"/>
                <a:gd name="connsiteY8" fmla="*/ 66963 h 120528"/>
                <a:gd name="connsiteX9" fmla="*/ 71076 w 271604"/>
                <a:gd name="connsiteY9" fmla="*/ 73746 h 120528"/>
                <a:gd name="connsiteX10" fmla="*/ 81611 w 271604"/>
                <a:gd name="connsiteY10" fmla="*/ 76632 h 120528"/>
                <a:gd name="connsiteX11" fmla="*/ 101671 w 271604"/>
                <a:gd name="connsiteY11" fmla="*/ 67396 h 120528"/>
                <a:gd name="connsiteX12" fmla="*/ 99218 w 271604"/>
                <a:gd name="connsiteY12" fmla="*/ 66891 h 120528"/>
                <a:gd name="connsiteX13" fmla="*/ 122669 w 271604"/>
                <a:gd name="connsiteY13" fmla="*/ 98496 h 120528"/>
                <a:gd name="connsiteX14" fmla="*/ 144317 w 271604"/>
                <a:gd name="connsiteY14" fmla="*/ 103547 h 120528"/>
                <a:gd name="connsiteX15" fmla="*/ 164738 w 271604"/>
                <a:gd name="connsiteY15" fmla="*/ 97125 h 120528"/>
                <a:gd name="connsiteX16" fmla="*/ 162934 w 271604"/>
                <a:gd name="connsiteY16" fmla="*/ 96548 h 120528"/>
                <a:gd name="connsiteX17" fmla="*/ 180396 w 271604"/>
                <a:gd name="connsiteY17" fmla="*/ 115453 h 120528"/>
                <a:gd name="connsiteX18" fmla="*/ 203415 w 271604"/>
                <a:gd name="connsiteY18" fmla="*/ 119567 h 120528"/>
                <a:gd name="connsiteX19" fmla="*/ 228237 w 271604"/>
                <a:gd name="connsiteY19" fmla="*/ 89404 h 120528"/>
                <a:gd name="connsiteX20" fmla="*/ 226866 w 271604"/>
                <a:gd name="connsiteY20" fmla="*/ 90198 h 120528"/>
                <a:gd name="connsiteX21" fmla="*/ 249307 w 271604"/>
                <a:gd name="connsiteY21" fmla="*/ 91497 h 120528"/>
                <a:gd name="connsiteX22" fmla="*/ 263739 w 271604"/>
                <a:gd name="connsiteY22" fmla="*/ 83271 h 120528"/>
                <a:gd name="connsiteX23" fmla="*/ 270233 w 271604"/>
                <a:gd name="connsiteY23" fmla="*/ 74756 h 120528"/>
                <a:gd name="connsiteX24" fmla="*/ 271604 w 271604"/>
                <a:gd name="connsiteY24" fmla="*/ 71220 h 120528"/>
                <a:gd name="connsiteX25" fmla="*/ 263018 w 271604"/>
                <a:gd name="connsiteY25" fmla="*/ 82405 h 120528"/>
                <a:gd name="connsiteX26" fmla="*/ 248586 w 271604"/>
                <a:gd name="connsiteY26" fmla="*/ 89621 h 120528"/>
                <a:gd name="connsiteX27" fmla="*/ 227371 w 271604"/>
                <a:gd name="connsiteY27" fmla="*/ 88033 h 120528"/>
                <a:gd name="connsiteX28" fmla="*/ 226145 w 271604"/>
                <a:gd name="connsiteY28" fmla="*/ 87456 h 120528"/>
                <a:gd name="connsiteX29" fmla="*/ 226145 w 271604"/>
                <a:gd name="connsiteY29" fmla="*/ 88827 h 120528"/>
                <a:gd name="connsiteX30" fmla="*/ 202549 w 271604"/>
                <a:gd name="connsiteY30" fmla="*/ 116825 h 120528"/>
                <a:gd name="connsiteX31" fmla="*/ 181695 w 271604"/>
                <a:gd name="connsiteY31" fmla="*/ 112856 h 120528"/>
                <a:gd name="connsiteX32" fmla="*/ 165676 w 271604"/>
                <a:gd name="connsiteY32" fmla="*/ 95249 h 120528"/>
                <a:gd name="connsiteX33" fmla="*/ 165099 w 271604"/>
                <a:gd name="connsiteY33" fmla="*/ 94167 h 120528"/>
                <a:gd name="connsiteX34" fmla="*/ 163872 w 271604"/>
                <a:gd name="connsiteY34" fmla="*/ 94672 h 120528"/>
                <a:gd name="connsiteX35" fmla="*/ 144317 w 271604"/>
                <a:gd name="connsiteY35" fmla="*/ 101022 h 120528"/>
                <a:gd name="connsiteX36" fmla="*/ 124257 w 271604"/>
                <a:gd name="connsiteY36" fmla="*/ 96259 h 120528"/>
                <a:gd name="connsiteX37" fmla="*/ 102032 w 271604"/>
                <a:gd name="connsiteY37" fmla="*/ 66458 h 120528"/>
                <a:gd name="connsiteX38" fmla="*/ 101383 w 271604"/>
                <a:gd name="connsiteY38" fmla="*/ 63499 h 120528"/>
                <a:gd name="connsiteX39" fmla="*/ 99579 w 271604"/>
                <a:gd name="connsiteY39" fmla="*/ 66025 h 120528"/>
                <a:gd name="connsiteX40" fmla="*/ 81828 w 271604"/>
                <a:gd name="connsiteY40" fmla="*/ 74179 h 120528"/>
                <a:gd name="connsiteX41" fmla="*/ 72519 w 271604"/>
                <a:gd name="connsiteY41" fmla="*/ 71725 h 120528"/>
                <a:gd name="connsiteX42" fmla="*/ 65303 w 271604"/>
                <a:gd name="connsiteY42" fmla="*/ 65376 h 120528"/>
                <a:gd name="connsiteX43" fmla="*/ 53181 w 271604"/>
                <a:gd name="connsiteY43" fmla="*/ 50944 h 120528"/>
                <a:gd name="connsiteX44" fmla="*/ 50367 w 271604"/>
                <a:gd name="connsiteY44" fmla="*/ 34997 h 120528"/>
                <a:gd name="connsiteX45" fmla="*/ 50800 w 271604"/>
                <a:gd name="connsiteY45" fmla="*/ 33409 h 120528"/>
                <a:gd name="connsiteX46" fmla="*/ 49140 w 271604"/>
                <a:gd name="connsiteY46" fmla="*/ 33409 h 120528"/>
                <a:gd name="connsiteX47" fmla="*/ 23235 w 271604"/>
                <a:gd name="connsiteY47" fmla="*/ 28863 h 120528"/>
                <a:gd name="connsiteX48" fmla="*/ 7793 w 271604"/>
                <a:gd name="connsiteY48" fmla="*/ 15658 h 120528"/>
                <a:gd name="connsiteX49" fmla="*/ 0 w 271604"/>
                <a:gd name="connsiteY49" fmla="*/ 0 h 120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71604" h="120528">
                  <a:moveTo>
                    <a:pt x="0" y="0"/>
                  </a:moveTo>
                  <a:cubicBezTo>
                    <a:pt x="0" y="0"/>
                    <a:pt x="0" y="433"/>
                    <a:pt x="0" y="1227"/>
                  </a:cubicBezTo>
                  <a:cubicBezTo>
                    <a:pt x="0" y="2020"/>
                    <a:pt x="0" y="3175"/>
                    <a:pt x="649" y="4618"/>
                  </a:cubicBezTo>
                  <a:cubicBezTo>
                    <a:pt x="1919" y="8897"/>
                    <a:pt x="3868" y="12938"/>
                    <a:pt x="6422" y="16596"/>
                  </a:cubicBezTo>
                  <a:cubicBezTo>
                    <a:pt x="10521" y="22384"/>
                    <a:pt x="15875" y="27168"/>
                    <a:pt x="22080" y="30595"/>
                  </a:cubicBezTo>
                  <a:cubicBezTo>
                    <a:pt x="30299" y="35206"/>
                    <a:pt x="39795" y="37024"/>
                    <a:pt x="49140" y="35791"/>
                  </a:cubicBezTo>
                  <a:lnTo>
                    <a:pt x="47913" y="34420"/>
                  </a:lnTo>
                  <a:cubicBezTo>
                    <a:pt x="46492" y="40459"/>
                    <a:pt x="47531" y="46824"/>
                    <a:pt x="50800" y="52098"/>
                  </a:cubicBezTo>
                  <a:cubicBezTo>
                    <a:pt x="54177" y="57640"/>
                    <a:pt x="58362" y="62655"/>
                    <a:pt x="63211" y="66963"/>
                  </a:cubicBezTo>
                  <a:cubicBezTo>
                    <a:pt x="65585" y="69496"/>
                    <a:pt x="68219" y="71769"/>
                    <a:pt x="71076" y="73746"/>
                  </a:cubicBezTo>
                  <a:cubicBezTo>
                    <a:pt x="74294" y="75564"/>
                    <a:pt x="77917" y="76553"/>
                    <a:pt x="81611" y="76632"/>
                  </a:cubicBezTo>
                  <a:cubicBezTo>
                    <a:pt x="89419" y="77080"/>
                    <a:pt x="96938" y="73616"/>
                    <a:pt x="101671" y="67396"/>
                  </a:cubicBezTo>
                  <a:lnTo>
                    <a:pt x="99218" y="66891"/>
                  </a:lnTo>
                  <a:cubicBezTo>
                    <a:pt x="102241" y="80255"/>
                    <a:pt x="110756" y="91728"/>
                    <a:pt x="122669" y="98496"/>
                  </a:cubicBezTo>
                  <a:cubicBezTo>
                    <a:pt x="129156" y="102458"/>
                    <a:pt x="136747" y="104233"/>
                    <a:pt x="144317" y="103547"/>
                  </a:cubicBezTo>
                  <a:cubicBezTo>
                    <a:pt x="151439" y="102580"/>
                    <a:pt x="158344" y="100408"/>
                    <a:pt x="164738" y="97125"/>
                  </a:cubicBezTo>
                  <a:lnTo>
                    <a:pt x="162934" y="96548"/>
                  </a:lnTo>
                  <a:cubicBezTo>
                    <a:pt x="167039" y="104240"/>
                    <a:pt x="173050" y="110756"/>
                    <a:pt x="180396" y="115453"/>
                  </a:cubicBezTo>
                  <a:cubicBezTo>
                    <a:pt x="187064" y="120209"/>
                    <a:pt x="195513" y="121724"/>
                    <a:pt x="203415" y="119567"/>
                  </a:cubicBezTo>
                  <a:cubicBezTo>
                    <a:pt x="216966" y="115360"/>
                    <a:pt x="226715" y="103511"/>
                    <a:pt x="228237" y="89404"/>
                  </a:cubicBezTo>
                  <a:lnTo>
                    <a:pt x="226866" y="90198"/>
                  </a:lnTo>
                  <a:cubicBezTo>
                    <a:pt x="233974" y="93207"/>
                    <a:pt x="241904" y="93669"/>
                    <a:pt x="249307" y="91497"/>
                  </a:cubicBezTo>
                  <a:cubicBezTo>
                    <a:pt x="254690" y="89917"/>
                    <a:pt x="259633" y="87095"/>
                    <a:pt x="263739" y="83271"/>
                  </a:cubicBezTo>
                  <a:cubicBezTo>
                    <a:pt x="266395" y="80839"/>
                    <a:pt x="268588" y="77960"/>
                    <a:pt x="270233" y="74756"/>
                  </a:cubicBezTo>
                  <a:cubicBezTo>
                    <a:pt x="270868" y="73652"/>
                    <a:pt x="271330" y="72461"/>
                    <a:pt x="271604" y="71220"/>
                  </a:cubicBezTo>
                  <a:cubicBezTo>
                    <a:pt x="269447" y="75442"/>
                    <a:pt x="266532" y="79230"/>
                    <a:pt x="263018" y="82405"/>
                  </a:cubicBezTo>
                  <a:cubicBezTo>
                    <a:pt x="258832" y="85897"/>
                    <a:pt x="253889" y="88365"/>
                    <a:pt x="248586" y="89621"/>
                  </a:cubicBezTo>
                  <a:cubicBezTo>
                    <a:pt x="241536" y="91504"/>
                    <a:pt x="234060" y="90948"/>
                    <a:pt x="227371" y="88033"/>
                  </a:cubicBezTo>
                  <a:lnTo>
                    <a:pt x="226145" y="87456"/>
                  </a:lnTo>
                  <a:lnTo>
                    <a:pt x="226145" y="88827"/>
                  </a:lnTo>
                  <a:cubicBezTo>
                    <a:pt x="224514" y="102003"/>
                    <a:pt x="215263" y="112986"/>
                    <a:pt x="202549" y="116825"/>
                  </a:cubicBezTo>
                  <a:cubicBezTo>
                    <a:pt x="195355" y="118780"/>
                    <a:pt x="187670" y="117315"/>
                    <a:pt x="181695" y="112856"/>
                  </a:cubicBezTo>
                  <a:cubicBezTo>
                    <a:pt x="174955" y="108432"/>
                    <a:pt x="169450" y="102371"/>
                    <a:pt x="165676" y="95249"/>
                  </a:cubicBezTo>
                  <a:lnTo>
                    <a:pt x="165099" y="94167"/>
                  </a:lnTo>
                  <a:lnTo>
                    <a:pt x="163872" y="94672"/>
                  </a:lnTo>
                  <a:cubicBezTo>
                    <a:pt x="157760" y="97876"/>
                    <a:pt x="151150" y="100026"/>
                    <a:pt x="144317" y="101022"/>
                  </a:cubicBezTo>
                  <a:cubicBezTo>
                    <a:pt x="137289" y="101635"/>
                    <a:pt x="130253" y="99961"/>
                    <a:pt x="124257" y="96259"/>
                  </a:cubicBezTo>
                  <a:cubicBezTo>
                    <a:pt x="112993" y="89888"/>
                    <a:pt x="104933" y="79071"/>
                    <a:pt x="102032" y="66458"/>
                  </a:cubicBezTo>
                  <a:lnTo>
                    <a:pt x="101383" y="63499"/>
                  </a:lnTo>
                  <a:lnTo>
                    <a:pt x="99579" y="66025"/>
                  </a:lnTo>
                  <a:cubicBezTo>
                    <a:pt x="95386" y="71531"/>
                    <a:pt x="88733" y="74583"/>
                    <a:pt x="81828" y="74179"/>
                  </a:cubicBezTo>
                  <a:cubicBezTo>
                    <a:pt x="78566" y="74150"/>
                    <a:pt x="75370" y="73306"/>
                    <a:pt x="72519" y="71725"/>
                  </a:cubicBezTo>
                  <a:cubicBezTo>
                    <a:pt x="69900" y="69864"/>
                    <a:pt x="67483" y="67735"/>
                    <a:pt x="65303" y="65376"/>
                  </a:cubicBezTo>
                  <a:cubicBezTo>
                    <a:pt x="60584" y="61183"/>
                    <a:pt x="56500" y="56320"/>
                    <a:pt x="53181" y="50944"/>
                  </a:cubicBezTo>
                  <a:cubicBezTo>
                    <a:pt x="50215" y="46196"/>
                    <a:pt x="49205" y="40474"/>
                    <a:pt x="50367" y="34997"/>
                  </a:cubicBezTo>
                  <a:lnTo>
                    <a:pt x="50800" y="33409"/>
                  </a:lnTo>
                  <a:lnTo>
                    <a:pt x="49140" y="33409"/>
                  </a:lnTo>
                  <a:cubicBezTo>
                    <a:pt x="40243" y="34766"/>
                    <a:pt x="31144" y="33171"/>
                    <a:pt x="23235" y="28863"/>
                  </a:cubicBezTo>
                  <a:cubicBezTo>
                    <a:pt x="17174" y="25660"/>
                    <a:pt x="11899" y="21150"/>
                    <a:pt x="7793" y="15658"/>
                  </a:cubicBezTo>
                  <a:cubicBezTo>
                    <a:pt x="4272" y="10954"/>
                    <a:pt x="1631" y="5643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>
              <a:extLst>
                <a:ext uri="{FF2B5EF4-FFF2-40B4-BE49-F238E27FC236}">
                  <a16:creationId xmlns:a16="http://schemas.microsoft.com/office/drawing/2014/main" id="{92DA61F7-B37E-61D3-A5EE-16F18D912E5E}"/>
                </a:ext>
              </a:extLst>
            </p:cNvPr>
            <p:cNvSpPr/>
            <p:nvPr/>
          </p:nvSpPr>
          <p:spPr>
            <a:xfrm>
              <a:off x="5658519" y="8878322"/>
              <a:ext cx="47232" cy="46182"/>
            </a:xfrm>
            <a:custGeom>
              <a:avLst/>
              <a:gdLst>
                <a:gd name="connsiteX0" fmla="*/ 9 w 47232"/>
                <a:gd name="connsiteY0" fmla="*/ 42647 h 46182"/>
                <a:gd name="connsiteX1" fmla="*/ 29377 w 47232"/>
                <a:gd name="connsiteY1" fmla="*/ 29658 h 46182"/>
                <a:gd name="connsiteX2" fmla="*/ 45108 w 47232"/>
                <a:gd name="connsiteY2" fmla="*/ 1 h 46182"/>
                <a:gd name="connsiteX3" fmla="*/ 47056 w 47232"/>
                <a:gd name="connsiteY3" fmla="*/ 11474 h 46182"/>
                <a:gd name="connsiteX4" fmla="*/ 35294 w 47232"/>
                <a:gd name="connsiteY4" fmla="*/ 36369 h 46182"/>
                <a:gd name="connsiteX5" fmla="*/ 10761 w 47232"/>
                <a:gd name="connsiteY5" fmla="*/ 46182 h 46182"/>
                <a:gd name="connsiteX6" fmla="*/ 9 w 47232"/>
                <a:gd name="connsiteY6" fmla="*/ 42647 h 4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232" h="46182">
                  <a:moveTo>
                    <a:pt x="9" y="42647"/>
                  </a:moveTo>
                  <a:cubicBezTo>
                    <a:pt x="9" y="40193"/>
                    <a:pt x="16317" y="42141"/>
                    <a:pt x="29377" y="29658"/>
                  </a:cubicBezTo>
                  <a:cubicBezTo>
                    <a:pt x="42438" y="17175"/>
                    <a:pt x="42799" y="-143"/>
                    <a:pt x="45108" y="1"/>
                  </a:cubicBezTo>
                  <a:cubicBezTo>
                    <a:pt x="46118" y="1"/>
                    <a:pt x="47778" y="4186"/>
                    <a:pt x="47056" y="11474"/>
                  </a:cubicBezTo>
                  <a:cubicBezTo>
                    <a:pt x="46190" y="20898"/>
                    <a:pt x="42027" y="29716"/>
                    <a:pt x="35294" y="36369"/>
                  </a:cubicBezTo>
                  <a:cubicBezTo>
                    <a:pt x="28699" y="42697"/>
                    <a:pt x="19903" y="46218"/>
                    <a:pt x="10761" y="46182"/>
                  </a:cubicBezTo>
                  <a:cubicBezTo>
                    <a:pt x="3545" y="46038"/>
                    <a:pt x="-208" y="43729"/>
                    <a:pt x="9" y="42647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>
              <a:extLst>
                <a:ext uri="{FF2B5EF4-FFF2-40B4-BE49-F238E27FC236}">
                  <a16:creationId xmlns:a16="http://schemas.microsoft.com/office/drawing/2014/main" id="{737F87E0-220E-2057-EFC0-844929CF6FC7}"/>
                </a:ext>
              </a:extLst>
            </p:cNvPr>
            <p:cNvSpPr/>
            <p:nvPr/>
          </p:nvSpPr>
          <p:spPr>
            <a:xfrm>
              <a:off x="4420867" y="10819529"/>
              <a:ext cx="527983" cy="393624"/>
            </a:xfrm>
            <a:custGeom>
              <a:avLst/>
              <a:gdLst>
                <a:gd name="connsiteX0" fmla="*/ 297221 w 527983"/>
                <a:gd name="connsiteY0" fmla="*/ 0 h 393624"/>
                <a:gd name="connsiteX1" fmla="*/ 264533 w 527983"/>
                <a:gd name="connsiteY1" fmla="*/ 226866 h 393624"/>
                <a:gd name="connsiteX2" fmla="*/ 0 w 527983"/>
                <a:gd name="connsiteY2" fmla="*/ 307395 h 393624"/>
                <a:gd name="connsiteX3" fmla="*/ 461814 w 527983"/>
                <a:gd name="connsiteY3" fmla="*/ 393624 h 393624"/>
                <a:gd name="connsiteX4" fmla="*/ 527983 w 527983"/>
                <a:gd name="connsiteY4" fmla="*/ 42501 h 39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7983" h="393624">
                  <a:moveTo>
                    <a:pt x="297221" y="0"/>
                  </a:moveTo>
                  <a:lnTo>
                    <a:pt x="264533" y="226866"/>
                  </a:lnTo>
                  <a:cubicBezTo>
                    <a:pt x="264533" y="226866"/>
                    <a:pt x="10319" y="266120"/>
                    <a:pt x="0" y="307395"/>
                  </a:cubicBezTo>
                  <a:lnTo>
                    <a:pt x="461814" y="393624"/>
                  </a:lnTo>
                  <a:lnTo>
                    <a:pt x="527983" y="42501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C289C702-443E-07BA-716E-AC89E2B5CDDD}"/>
                </a:ext>
              </a:extLst>
            </p:cNvPr>
            <p:cNvSpPr/>
            <p:nvPr/>
          </p:nvSpPr>
          <p:spPr>
            <a:xfrm>
              <a:off x="4806074" y="11052533"/>
              <a:ext cx="36043" cy="34277"/>
            </a:xfrm>
            <a:custGeom>
              <a:avLst/>
              <a:gdLst>
                <a:gd name="connsiteX0" fmla="*/ 25591 w 36043"/>
                <a:gd name="connsiteY0" fmla="*/ 1582 h 34277"/>
                <a:gd name="connsiteX1" fmla="*/ 34899 w 36043"/>
                <a:gd name="connsiteY1" fmla="*/ 24384 h 34277"/>
                <a:gd name="connsiteX2" fmla="*/ 11375 w 36043"/>
                <a:gd name="connsiteY2" fmla="*/ 32827 h 34277"/>
                <a:gd name="connsiteX3" fmla="*/ 1706 w 36043"/>
                <a:gd name="connsiteY3" fmla="*/ 8654 h 34277"/>
                <a:gd name="connsiteX4" fmla="*/ 27178 w 36043"/>
                <a:gd name="connsiteY4" fmla="*/ 2448 h 3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43" h="34277">
                  <a:moveTo>
                    <a:pt x="25591" y="1582"/>
                  </a:moveTo>
                  <a:cubicBezTo>
                    <a:pt x="34148" y="5601"/>
                    <a:pt x="38197" y="15523"/>
                    <a:pt x="34899" y="24384"/>
                  </a:cubicBezTo>
                  <a:cubicBezTo>
                    <a:pt x="30440" y="32885"/>
                    <a:pt x="20222" y="36550"/>
                    <a:pt x="11375" y="32827"/>
                  </a:cubicBezTo>
                  <a:cubicBezTo>
                    <a:pt x="2788" y="29003"/>
                    <a:pt x="-3056" y="16375"/>
                    <a:pt x="1706" y="8654"/>
                  </a:cubicBezTo>
                  <a:cubicBezTo>
                    <a:pt x="7262" y="240"/>
                    <a:pt x="18375" y="-2473"/>
                    <a:pt x="27178" y="2448"/>
                  </a:cubicBezTo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>
              <a:extLst>
                <a:ext uri="{FF2B5EF4-FFF2-40B4-BE49-F238E27FC236}">
                  <a16:creationId xmlns:a16="http://schemas.microsoft.com/office/drawing/2014/main" id="{5C3B8F94-1BDC-CB05-AE7B-46FEC293E6FB}"/>
                </a:ext>
              </a:extLst>
            </p:cNvPr>
            <p:cNvSpPr/>
            <p:nvPr/>
          </p:nvSpPr>
          <p:spPr>
            <a:xfrm>
              <a:off x="4420867" y="11108162"/>
              <a:ext cx="466937" cy="104990"/>
            </a:xfrm>
            <a:custGeom>
              <a:avLst/>
              <a:gdLst>
                <a:gd name="connsiteX0" fmla="*/ 461742 w 466937"/>
                <a:gd name="connsiteY0" fmla="*/ 104990 h 104990"/>
                <a:gd name="connsiteX1" fmla="*/ 466937 w 466937"/>
                <a:gd name="connsiteY1" fmla="*/ 69344 h 104990"/>
                <a:gd name="connsiteX2" fmla="*/ 22297 w 466937"/>
                <a:gd name="connsiteY2" fmla="*/ 0 h 104990"/>
                <a:gd name="connsiteX3" fmla="*/ 0 w 466937"/>
                <a:gd name="connsiteY3" fmla="*/ 18761 h 104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937" h="104990">
                  <a:moveTo>
                    <a:pt x="461742" y="104990"/>
                  </a:moveTo>
                  <a:lnTo>
                    <a:pt x="466937" y="69344"/>
                  </a:lnTo>
                  <a:lnTo>
                    <a:pt x="22297" y="0"/>
                  </a:lnTo>
                  <a:cubicBezTo>
                    <a:pt x="22297" y="0"/>
                    <a:pt x="144" y="4618"/>
                    <a:pt x="0" y="18761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>
              <a:extLst>
                <a:ext uri="{FF2B5EF4-FFF2-40B4-BE49-F238E27FC236}">
                  <a16:creationId xmlns:a16="http://schemas.microsoft.com/office/drawing/2014/main" id="{64684E2C-9811-F55D-83B2-F041AF1BEFC0}"/>
                </a:ext>
              </a:extLst>
            </p:cNvPr>
            <p:cNvSpPr/>
            <p:nvPr/>
          </p:nvSpPr>
          <p:spPr>
            <a:xfrm>
              <a:off x="4678327" y="11041790"/>
              <a:ext cx="37728" cy="33992"/>
            </a:xfrm>
            <a:custGeom>
              <a:avLst/>
              <a:gdLst>
                <a:gd name="connsiteX0" fmla="*/ 1 w 37728"/>
                <a:gd name="connsiteY0" fmla="*/ 997 h 33992"/>
                <a:gd name="connsiteX1" fmla="*/ 20638 w 37728"/>
                <a:gd name="connsiteY1" fmla="*/ 15429 h 33992"/>
                <a:gd name="connsiteX2" fmla="*/ 36946 w 37728"/>
                <a:gd name="connsiteY2" fmla="*/ 33973 h 33992"/>
                <a:gd name="connsiteX3" fmla="*/ 25978 w 37728"/>
                <a:gd name="connsiteY3" fmla="*/ 9944 h 33992"/>
                <a:gd name="connsiteX4" fmla="*/ 1 w 37728"/>
                <a:gd name="connsiteY4" fmla="*/ 997 h 3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28" h="33992">
                  <a:moveTo>
                    <a:pt x="1" y="997"/>
                  </a:moveTo>
                  <a:cubicBezTo>
                    <a:pt x="1" y="3162"/>
                    <a:pt x="10825" y="6192"/>
                    <a:pt x="20638" y="15429"/>
                  </a:cubicBezTo>
                  <a:cubicBezTo>
                    <a:pt x="30452" y="24665"/>
                    <a:pt x="35070" y="34478"/>
                    <a:pt x="36946" y="33973"/>
                  </a:cubicBezTo>
                  <a:cubicBezTo>
                    <a:pt x="38822" y="33468"/>
                    <a:pt x="38101" y="20552"/>
                    <a:pt x="25978" y="9944"/>
                  </a:cubicBezTo>
                  <a:cubicBezTo>
                    <a:pt x="13856" y="-663"/>
                    <a:pt x="-143" y="-1096"/>
                    <a:pt x="1" y="997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>
              <a:extLst>
                <a:ext uri="{FF2B5EF4-FFF2-40B4-BE49-F238E27FC236}">
                  <a16:creationId xmlns:a16="http://schemas.microsoft.com/office/drawing/2014/main" id="{294D2BBA-DADA-BE11-81F5-4C5630688F3C}"/>
                </a:ext>
              </a:extLst>
            </p:cNvPr>
            <p:cNvSpPr/>
            <p:nvPr/>
          </p:nvSpPr>
          <p:spPr>
            <a:xfrm>
              <a:off x="4626379" y="11052131"/>
              <a:ext cx="26118" cy="39226"/>
            </a:xfrm>
            <a:custGeom>
              <a:avLst/>
              <a:gdLst>
                <a:gd name="connsiteX0" fmla="*/ 67 w 26118"/>
                <a:gd name="connsiteY0" fmla="*/ 541 h 39226"/>
                <a:gd name="connsiteX1" fmla="*/ 14498 w 26118"/>
                <a:gd name="connsiteY1" fmla="*/ 18437 h 39226"/>
                <a:gd name="connsiteX2" fmla="*/ 23230 w 26118"/>
                <a:gd name="connsiteY2" fmla="*/ 39218 h 39226"/>
                <a:gd name="connsiteX3" fmla="*/ 21426 w 26118"/>
                <a:gd name="connsiteY3" fmla="*/ 14829 h 39226"/>
                <a:gd name="connsiteX4" fmla="*/ 67 w 26118"/>
                <a:gd name="connsiteY4" fmla="*/ 541 h 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8" h="39226">
                  <a:moveTo>
                    <a:pt x="67" y="541"/>
                  </a:moveTo>
                  <a:cubicBezTo>
                    <a:pt x="-871" y="2562"/>
                    <a:pt x="8293" y="7757"/>
                    <a:pt x="14498" y="18437"/>
                  </a:cubicBezTo>
                  <a:cubicBezTo>
                    <a:pt x="20704" y="29116"/>
                    <a:pt x="20920" y="38858"/>
                    <a:pt x="23230" y="39218"/>
                  </a:cubicBezTo>
                  <a:cubicBezTo>
                    <a:pt x="25539" y="39579"/>
                    <a:pt x="29147" y="27745"/>
                    <a:pt x="21426" y="14829"/>
                  </a:cubicBezTo>
                  <a:cubicBezTo>
                    <a:pt x="13705" y="1912"/>
                    <a:pt x="500" y="-1479"/>
                    <a:pt x="67" y="541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>
              <a:extLst>
                <a:ext uri="{FF2B5EF4-FFF2-40B4-BE49-F238E27FC236}">
                  <a16:creationId xmlns:a16="http://schemas.microsoft.com/office/drawing/2014/main" id="{7A08C800-2B12-801A-8261-3257955A6172}"/>
                </a:ext>
              </a:extLst>
            </p:cNvPr>
            <p:cNvSpPr/>
            <p:nvPr/>
          </p:nvSpPr>
          <p:spPr>
            <a:xfrm>
              <a:off x="4577738" y="11062769"/>
              <a:ext cx="15903" cy="39745"/>
            </a:xfrm>
            <a:custGeom>
              <a:avLst/>
              <a:gdLst>
                <a:gd name="connsiteX0" fmla="*/ 11114 w 15903"/>
                <a:gd name="connsiteY0" fmla="*/ 39693 h 39745"/>
                <a:gd name="connsiteX1" fmla="*/ 14578 w 15903"/>
                <a:gd name="connsiteY1" fmla="*/ 18046 h 39745"/>
                <a:gd name="connsiteX2" fmla="*/ 146 w 15903"/>
                <a:gd name="connsiteY2" fmla="*/ 223 h 39745"/>
                <a:gd name="connsiteX3" fmla="*/ 7362 w 15903"/>
                <a:gd name="connsiteY3" fmla="*/ 19850 h 39745"/>
                <a:gd name="connsiteX4" fmla="*/ 11114 w 15903"/>
                <a:gd name="connsiteY4" fmla="*/ 39693 h 3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3" h="39745">
                  <a:moveTo>
                    <a:pt x="11114" y="39693"/>
                  </a:moveTo>
                  <a:cubicBezTo>
                    <a:pt x="13134" y="40559"/>
                    <a:pt x="18330" y="30457"/>
                    <a:pt x="14578" y="18046"/>
                  </a:cubicBezTo>
                  <a:cubicBezTo>
                    <a:pt x="10825" y="5635"/>
                    <a:pt x="1228" y="-1365"/>
                    <a:pt x="146" y="223"/>
                  </a:cubicBezTo>
                  <a:cubicBezTo>
                    <a:pt x="-937" y="1810"/>
                    <a:pt x="4259" y="9315"/>
                    <a:pt x="7362" y="19850"/>
                  </a:cubicBezTo>
                  <a:cubicBezTo>
                    <a:pt x="10464" y="30385"/>
                    <a:pt x="8949" y="39044"/>
                    <a:pt x="11114" y="39693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>
              <a:extLst>
                <a:ext uri="{FF2B5EF4-FFF2-40B4-BE49-F238E27FC236}">
                  <a16:creationId xmlns:a16="http://schemas.microsoft.com/office/drawing/2014/main" id="{8D9F2CBA-7FB2-E106-7B05-8DFD304BDBF9}"/>
                </a:ext>
              </a:extLst>
            </p:cNvPr>
            <p:cNvSpPr/>
            <p:nvPr/>
          </p:nvSpPr>
          <p:spPr>
            <a:xfrm>
              <a:off x="4691761" y="10987824"/>
              <a:ext cx="47678" cy="16008"/>
            </a:xfrm>
            <a:custGeom>
              <a:avLst/>
              <a:gdLst>
                <a:gd name="connsiteX0" fmla="*/ 61 w 47678"/>
                <a:gd name="connsiteY0" fmla="*/ 4164 h 16008"/>
                <a:gd name="connsiteX1" fmla="*/ 24161 w 47678"/>
                <a:gd name="connsiteY1" fmla="*/ 8493 h 16008"/>
                <a:gd name="connsiteX2" fmla="*/ 47469 w 47678"/>
                <a:gd name="connsiteY2" fmla="*/ 15709 h 16008"/>
                <a:gd name="connsiteX3" fmla="*/ 25821 w 47678"/>
                <a:gd name="connsiteY3" fmla="*/ 1277 h 16008"/>
                <a:gd name="connsiteX4" fmla="*/ 61 w 47678"/>
                <a:gd name="connsiteY4" fmla="*/ 4164 h 1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78" h="16008">
                  <a:moveTo>
                    <a:pt x="61" y="4164"/>
                  </a:moveTo>
                  <a:cubicBezTo>
                    <a:pt x="638" y="6256"/>
                    <a:pt x="11534" y="5246"/>
                    <a:pt x="24161" y="8493"/>
                  </a:cubicBezTo>
                  <a:cubicBezTo>
                    <a:pt x="36789" y="11740"/>
                    <a:pt x="45809" y="17369"/>
                    <a:pt x="47469" y="15709"/>
                  </a:cubicBezTo>
                  <a:cubicBezTo>
                    <a:pt x="49128" y="14049"/>
                    <a:pt x="40830" y="4741"/>
                    <a:pt x="25821" y="1277"/>
                  </a:cubicBezTo>
                  <a:cubicBezTo>
                    <a:pt x="10812" y="-2186"/>
                    <a:pt x="-950" y="2288"/>
                    <a:pt x="61" y="4164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>
              <a:extLst>
                <a:ext uri="{FF2B5EF4-FFF2-40B4-BE49-F238E27FC236}">
                  <a16:creationId xmlns:a16="http://schemas.microsoft.com/office/drawing/2014/main" id="{A3141DC9-AA48-F234-20C9-2DA58A0AFA28}"/>
                </a:ext>
              </a:extLst>
            </p:cNvPr>
            <p:cNvSpPr/>
            <p:nvPr/>
          </p:nvSpPr>
          <p:spPr>
            <a:xfrm>
              <a:off x="5418096" y="9029134"/>
              <a:ext cx="609614" cy="1130289"/>
            </a:xfrm>
            <a:custGeom>
              <a:avLst/>
              <a:gdLst>
                <a:gd name="connsiteX0" fmla="*/ 219145 w 609614"/>
                <a:gd name="connsiteY0" fmla="*/ 153265 h 1130289"/>
                <a:gd name="connsiteX1" fmla="*/ 227804 w 609614"/>
                <a:gd name="connsiteY1" fmla="*/ 114155 h 1130289"/>
                <a:gd name="connsiteX2" fmla="*/ 457557 w 609614"/>
                <a:gd name="connsiteY2" fmla="*/ 0 h 1130289"/>
                <a:gd name="connsiteX3" fmla="*/ 477617 w 609614"/>
                <a:gd name="connsiteY3" fmla="*/ 31317 h 1130289"/>
                <a:gd name="connsiteX4" fmla="*/ 596534 w 609614"/>
                <a:gd name="connsiteY4" fmla="*/ 161996 h 1130289"/>
                <a:gd name="connsiteX5" fmla="*/ 584916 w 609614"/>
                <a:gd name="connsiteY5" fmla="*/ 792588 h 1130289"/>
                <a:gd name="connsiteX6" fmla="*/ 519180 w 609614"/>
                <a:gd name="connsiteY6" fmla="*/ 1130290 h 1130289"/>
                <a:gd name="connsiteX7" fmla="*/ 228526 w 609614"/>
                <a:gd name="connsiteY7" fmla="*/ 990302 h 1130289"/>
                <a:gd name="connsiteX8" fmla="*/ 0 w 609614"/>
                <a:gd name="connsiteY8" fmla="*/ 860417 h 1130289"/>
                <a:gd name="connsiteX9" fmla="*/ 127793 w 609614"/>
                <a:gd name="connsiteY9" fmla="*/ 698349 h 113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14" h="1130289">
                  <a:moveTo>
                    <a:pt x="219145" y="153265"/>
                  </a:moveTo>
                  <a:lnTo>
                    <a:pt x="227804" y="114155"/>
                  </a:lnTo>
                  <a:lnTo>
                    <a:pt x="457557" y="0"/>
                  </a:lnTo>
                  <a:lnTo>
                    <a:pt x="477617" y="31317"/>
                  </a:lnTo>
                  <a:cubicBezTo>
                    <a:pt x="477617" y="31317"/>
                    <a:pt x="563557" y="101310"/>
                    <a:pt x="596534" y="161996"/>
                  </a:cubicBezTo>
                  <a:cubicBezTo>
                    <a:pt x="629510" y="222681"/>
                    <a:pt x="590400" y="720069"/>
                    <a:pt x="584916" y="792588"/>
                  </a:cubicBezTo>
                  <a:cubicBezTo>
                    <a:pt x="573804" y="938853"/>
                    <a:pt x="519180" y="1130290"/>
                    <a:pt x="519180" y="1130290"/>
                  </a:cubicBezTo>
                  <a:cubicBezTo>
                    <a:pt x="519180" y="1130290"/>
                    <a:pt x="445434" y="1079057"/>
                    <a:pt x="228526" y="990302"/>
                  </a:cubicBezTo>
                  <a:cubicBezTo>
                    <a:pt x="11617" y="901547"/>
                    <a:pt x="0" y="860417"/>
                    <a:pt x="0" y="860417"/>
                  </a:cubicBezTo>
                  <a:lnTo>
                    <a:pt x="127793" y="698349"/>
                  </a:ln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>
              <a:extLst>
                <a:ext uri="{FF2B5EF4-FFF2-40B4-BE49-F238E27FC236}">
                  <a16:creationId xmlns:a16="http://schemas.microsoft.com/office/drawing/2014/main" id="{D23CB64C-0519-08A9-9287-CA4FBC1F71EA}"/>
                </a:ext>
              </a:extLst>
            </p:cNvPr>
            <p:cNvSpPr/>
            <p:nvPr/>
          </p:nvSpPr>
          <p:spPr>
            <a:xfrm>
              <a:off x="5535570" y="9196109"/>
              <a:ext cx="105134" cy="288278"/>
            </a:xfrm>
            <a:custGeom>
              <a:avLst/>
              <a:gdLst>
                <a:gd name="connsiteX0" fmla="*/ 105135 w 105134"/>
                <a:gd name="connsiteY0" fmla="*/ 0 h 288278"/>
                <a:gd name="connsiteX1" fmla="*/ 0 w 105134"/>
                <a:gd name="connsiteY1" fmla="*/ 256668 h 288278"/>
                <a:gd name="connsiteX2" fmla="*/ 61479 w 105134"/>
                <a:gd name="connsiteY2" fmla="*/ 288273 h 288278"/>
                <a:gd name="connsiteX3" fmla="*/ 105135 w 105134"/>
                <a:gd name="connsiteY3" fmla="*/ 0 h 28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34" h="288278">
                  <a:moveTo>
                    <a:pt x="105135" y="0"/>
                  </a:moveTo>
                  <a:cubicBezTo>
                    <a:pt x="103836" y="7216"/>
                    <a:pt x="0" y="256668"/>
                    <a:pt x="0" y="256668"/>
                  </a:cubicBezTo>
                  <a:cubicBezTo>
                    <a:pt x="0" y="256668"/>
                    <a:pt x="53974" y="286758"/>
                    <a:pt x="61479" y="288273"/>
                  </a:cubicBezTo>
                  <a:cubicBezTo>
                    <a:pt x="68983" y="289788"/>
                    <a:pt x="105135" y="0"/>
                    <a:pt x="105135" y="0"/>
                  </a:cubicBez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>
              <a:extLst>
                <a:ext uri="{FF2B5EF4-FFF2-40B4-BE49-F238E27FC236}">
                  <a16:creationId xmlns:a16="http://schemas.microsoft.com/office/drawing/2014/main" id="{014DC094-9709-5BF5-C671-3D29D962211C}"/>
                </a:ext>
              </a:extLst>
            </p:cNvPr>
            <p:cNvSpPr/>
            <p:nvPr/>
          </p:nvSpPr>
          <p:spPr>
            <a:xfrm>
              <a:off x="5585284" y="9237022"/>
              <a:ext cx="45034" cy="282500"/>
            </a:xfrm>
            <a:custGeom>
              <a:avLst/>
              <a:gdLst>
                <a:gd name="connsiteX0" fmla="*/ 44958 w 45034"/>
                <a:gd name="connsiteY0" fmla="*/ 0 h 282500"/>
                <a:gd name="connsiteX1" fmla="*/ 24393 w 45034"/>
                <a:gd name="connsiteY1" fmla="*/ 141503 h 282500"/>
                <a:gd name="connsiteX2" fmla="*/ 76 w 45034"/>
                <a:gd name="connsiteY2" fmla="*/ 282500 h 282500"/>
                <a:gd name="connsiteX3" fmla="*/ 20641 w 45034"/>
                <a:gd name="connsiteY3" fmla="*/ 140926 h 282500"/>
                <a:gd name="connsiteX4" fmla="*/ 44958 w 45034"/>
                <a:gd name="connsiteY4" fmla="*/ 0 h 28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34" h="282500">
                  <a:moveTo>
                    <a:pt x="44958" y="0"/>
                  </a:moveTo>
                  <a:cubicBezTo>
                    <a:pt x="45968" y="0"/>
                    <a:pt x="36804" y="63572"/>
                    <a:pt x="24393" y="141503"/>
                  </a:cubicBezTo>
                  <a:cubicBezTo>
                    <a:pt x="11982" y="219434"/>
                    <a:pt x="1086" y="282645"/>
                    <a:pt x="76" y="282500"/>
                  </a:cubicBezTo>
                  <a:cubicBezTo>
                    <a:pt x="-935" y="282356"/>
                    <a:pt x="8302" y="219001"/>
                    <a:pt x="20641" y="140926"/>
                  </a:cubicBezTo>
                  <a:cubicBezTo>
                    <a:pt x="32980" y="62850"/>
                    <a:pt x="43948" y="-144"/>
                    <a:pt x="44958" y="0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>
              <a:extLst>
                <a:ext uri="{FF2B5EF4-FFF2-40B4-BE49-F238E27FC236}">
                  <a16:creationId xmlns:a16="http://schemas.microsoft.com/office/drawing/2014/main" id="{B2939474-08B2-DB92-5DCC-D8B0A4B5F0B5}"/>
                </a:ext>
              </a:extLst>
            </p:cNvPr>
            <p:cNvSpPr/>
            <p:nvPr/>
          </p:nvSpPr>
          <p:spPr>
            <a:xfrm>
              <a:off x="4901297" y="9603876"/>
              <a:ext cx="337485" cy="140685"/>
            </a:xfrm>
            <a:custGeom>
              <a:avLst/>
              <a:gdLst>
                <a:gd name="connsiteX0" fmla="*/ 0 w 337485"/>
                <a:gd name="connsiteY0" fmla="*/ 132050 h 140685"/>
                <a:gd name="connsiteX1" fmla="*/ 98785 w 337485"/>
                <a:gd name="connsiteY1" fmla="*/ 24750 h 140685"/>
                <a:gd name="connsiteX2" fmla="*/ 181839 w 337485"/>
                <a:gd name="connsiteY2" fmla="*/ 0 h 140685"/>
                <a:gd name="connsiteX3" fmla="*/ 337485 w 337485"/>
                <a:gd name="connsiteY3" fmla="*/ 20782 h 140685"/>
                <a:gd name="connsiteX4" fmla="*/ 334671 w 337485"/>
                <a:gd name="connsiteY4" fmla="*/ 113722 h 140685"/>
                <a:gd name="connsiteX5" fmla="*/ 279109 w 337485"/>
                <a:gd name="connsiteY5" fmla="*/ 128586 h 140685"/>
                <a:gd name="connsiteX6" fmla="*/ 170871 w 337485"/>
                <a:gd name="connsiteY6" fmla="*/ 97197 h 140685"/>
                <a:gd name="connsiteX7" fmla="*/ 132050 w 337485"/>
                <a:gd name="connsiteY7" fmla="*/ 96620 h 140685"/>
                <a:gd name="connsiteX8" fmla="*/ 93229 w 337485"/>
                <a:gd name="connsiteY8" fmla="*/ 139915 h 140685"/>
                <a:gd name="connsiteX9" fmla="*/ 75766 w 337485"/>
                <a:gd name="connsiteY9" fmla="*/ 119999 h 140685"/>
                <a:gd name="connsiteX10" fmla="*/ 93229 w 337485"/>
                <a:gd name="connsiteY10" fmla="*/ 81611 h 140685"/>
                <a:gd name="connsiteX11" fmla="*/ 42068 w 337485"/>
                <a:gd name="connsiteY11" fmla="*/ 133998 h 140685"/>
                <a:gd name="connsiteX12" fmla="*/ 0 w 337485"/>
                <a:gd name="connsiteY12" fmla="*/ 132050 h 14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485" h="140685">
                  <a:moveTo>
                    <a:pt x="0" y="132050"/>
                  </a:moveTo>
                  <a:cubicBezTo>
                    <a:pt x="0" y="132050"/>
                    <a:pt x="61912" y="40769"/>
                    <a:pt x="98785" y="24750"/>
                  </a:cubicBezTo>
                  <a:cubicBezTo>
                    <a:pt x="125613" y="13862"/>
                    <a:pt x="153423" y="5571"/>
                    <a:pt x="181839" y="0"/>
                  </a:cubicBezTo>
                  <a:lnTo>
                    <a:pt x="337485" y="20782"/>
                  </a:lnTo>
                  <a:lnTo>
                    <a:pt x="334671" y="113722"/>
                  </a:lnTo>
                  <a:cubicBezTo>
                    <a:pt x="319135" y="126407"/>
                    <a:pt x="298902" y="131819"/>
                    <a:pt x="279109" y="128586"/>
                  </a:cubicBezTo>
                  <a:cubicBezTo>
                    <a:pt x="248081" y="122020"/>
                    <a:pt x="170871" y="97197"/>
                    <a:pt x="170871" y="97197"/>
                  </a:cubicBezTo>
                  <a:lnTo>
                    <a:pt x="132050" y="96620"/>
                  </a:lnTo>
                  <a:lnTo>
                    <a:pt x="93229" y="139915"/>
                  </a:lnTo>
                  <a:cubicBezTo>
                    <a:pt x="93229" y="139915"/>
                    <a:pt x="63716" y="146698"/>
                    <a:pt x="75766" y="119999"/>
                  </a:cubicBezTo>
                  <a:lnTo>
                    <a:pt x="93229" y="81611"/>
                  </a:lnTo>
                  <a:cubicBezTo>
                    <a:pt x="93229" y="81611"/>
                    <a:pt x="55346" y="132483"/>
                    <a:pt x="42068" y="133998"/>
                  </a:cubicBezTo>
                  <a:cubicBezTo>
                    <a:pt x="28019" y="134445"/>
                    <a:pt x="13948" y="133796"/>
                    <a:pt x="0" y="132050"/>
                  </a:cubicBezTo>
                  <a:close/>
                </a:path>
              </a:pathLst>
            </a:custGeom>
            <a:solidFill>
              <a:srgbClr val="AE7461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>
              <a:extLst>
                <a:ext uri="{FF2B5EF4-FFF2-40B4-BE49-F238E27FC236}">
                  <a16:creationId xmlns:a16="http://schemas.microsoft.com/office/drawing/2014/main" id="{D423A4F7-7441-525C-F240-7DE9358C2733}"/>
                </a:ext>
              </a:extLst>
            </p:cNvPr>
            <p:cNvSpPr/>
            <p:nvPr/>
          </p:nvSpPr>
          <p:spPr>
            <a:xfrm>
              <a:off x="5234525" y="9370010"/>
              <a:ext cx="703256" cy="451514"/>
            </a:xfrm>
            <a:custGeom>
              <a:avLst/>
              <a:gdLst>
                <a:gd name="connsiteX0" fmla="*/ 480070 w 703256"/>
                <a:gd name="connsiteY0" fmla="*/ 0 h 451514"/>
                <a:gd name="connsiteX1" fmla="*/ 372193 w 703256"/>
                <a:gd name="connsiteY1" fmla="*/ 250751 h 451514"/>
                <a:gd name="connsiteX2" fmla="*/ 2742 w 703256"/>
                <a:gd name="connsiteY2" fmla="*/ 254358 h 451514"/>
                <a:gd name="connsiteX3" fmla="*/ 0 w 703256"/>
                <a:gd name="connsiteY3" fmla="*/ 347299 h 451514"/>
                <a:gd name="connsiteX4" fmla="*/ 451062 w 703256"/>
                <a:gd name="connsiteY4" fmla="*/ 448320 h 451514"/>
                <a:gd name="connsiteX5" fmla="*/ 703256 w 703256"/>
                <a:gd name="connsiteY5" fmla="*/ 88466 h 451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3256" h="451514">
                  <a:moveTo>
                    <a:pt x="480070" y="0"/>
                  </a:moveTo>
                  <a:lnTo>
                    <a:pt x="372193" y="250751"/>
                  </a:lnTo>
                  <a:lnTo>
                    <a:pt x="2742" y="254358"/>
                  </a:lnTo>
                  <a:lnTo>
                    <a:pt x="0" y="347299"/>
                  </a:lnTo>
                  <a:cubicBezTo>
                    <a:pt x="0" y="347299"/>
                    <a:pt x="356246" y="472926"/>
                    <a:pt x="451062" y="448320"/>
                  </a:cubicBezTo>
                  <a:cubicBezTo>
                    <a:pt x="545879" y="423714"/>
                    <a:pt x="703256" y="88466"/>
                    <a:pt x="703256" y="88466"/>
                  </a:cubicBezTo>
                  <a:close/>
                </a:path>
              </a:pathLst>
            </a:custGeom>
            <a:solidFill>
              <a:srgbClr val="AE7461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>
              <a:extLst>
                <a:ext uri="{FF2B5EF4-FFF2-40B4-BE49-F238E27FC236}">
                  <a16:creationId xmlns:a16="http://schemas.microsoft.com/office/drawing/2014/main" id="{16C1B2C0-5200-5140-999C-6715A63BFE74}"/>
                </a:ext>
              </a:extLst>
            </p:cNvPr>
            <p:cNvSpPr/>
            <p:nvPr/>
          </p:nvSpPr>
          <p:spPr>
            <a:xfrm>
              <a:off x="5637025" y="9125736"/>
              <a:ext cx="364558" cy="452884"/>
            </a:xfrm>
            <a:custGeom>
              <a:avLst/>
              <a:gdLst>
                <a:gd name="connsiteX0" fmla="*/ 165026 w 364558"/>
                <a:gd name="connsiteY0" fmla="*/ 32922 h 452884"/>
                <a:gd name="connsiteX1" fmla="*/ 85652 w 364558"/>
                <a:gd name="connsiteY1" fmla="*/ 166488 h 452884"/>
                <a:gd name="connsiteX2" fmla="*/ 0 w 364558"/>
                <a:gd name="connsiteY2" fmla="*/ 351357 h 452884"/>
                <a:gd name="connsiteX3" fmla="*/ 254647 w 364558"/>
                <a:gd name="connsiteY3" fmla="*/ 452884 h 452884"/>
                <a:gd name="connsiteX4" fmla="*/ 339722 w 364558"/>
                <a:gd name="connsiteY4" fmla="*/ 259861 h 452884"/>
                <a:gd name="connsiteX5" fmla="*/ 355885 w 364558"/>
                <a:gd name="connsiteY5" fmla="*/ 82495 h 452884"/>
                <a:gd name="connsiteX6" fmla="*/ 165026 w 364558"/>
                <a:gd name="connsiteY6" fmla="*/ 32922 h 45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558" h="452884">
                  <a:moveTo>
                    <a:pt x="165026" y="32922"/>
                  </a:moveTo>
                  <a:cubicBezTo>
                    <a:pt x="154924" y="42014"/>
                    <a:pt x="121731" y="81268"/>
                    <a:pt x="85652" y="166488"/>
                  </a:cubicBezTo>
                  <a:cubicBezTo>
                    <a:pt x="49573" y="251707"/>
                    <a:pt x="0" y="351357"/>
                    <a:pt x="0" y="351357"/>
                  </a:cubicBezTo>
                  <a:lnTo>
                    <a:pt x="254647" y="452884"/>
                  </a:lnTo>
                  <a:cubicBezTo>
                    <a:pt x="254647" y="452884"/>
                    <a:pt x="312735" y="319247"/>
                    <a:pt x="339722" y="259861"/>
                  </a:cubicBezTo>
                  <a:cubicBezTo>
                    <a:pt x="360215" y="214617"/>
                    <a:pt x="374575" y="125574"/>
                    <a:pt x="355885" y="82495"/>
                  </a:cubicBezTo>
                  <a:cubicBezTo>
                    <a:pt x="337196" y="39417"/>
                    <a:pt x="253637" y="-47534"/>
                    <a:pt x="165026" y="32922"/>
                  </a:cubicBez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>
              <a:extLst>
                <a:ext uri="{FF2B5EF4-FFF2-40B4-BE49-F238E27FC236}">
                  <a16:creationId xmlns:a16="http://schemas.microsoft.com/office/drawing/2014/main" id="{C7A311E7-F95E-01FC-0863-E1B4C91017B3}"/>
                </a:ext>
              </a:extLst>
            </p:cNvPr>
            <p:cNvSpPr/>
            <p:nvPr/>
          </p:nvSpPr>
          <p:spPr>
            <a:xfrm>
              <a:off x="5634860" y="9124890"/>
              <a:ext cx="368079" cy="456039"/>
            </a:xfrm>
            <a:custGeom>
              <a:avLst/>
              <a:gdLst>
                <a:gd name="connsiteX0" fmla="*/ 167191 w 368079"/>
                <a:gd name="connsiteY0" fmla="*/ 33769 h 456039"/>
                <a:gd name="connsiteX1" fmla="*/ 169500 w 368079"/>
                <a:gd name="connsiteY1" fmla="*/ 31532 h 456039"/>
                <a:gd name="connsiteX2" fmla="*/ 176716 w 368079"/>
                <a:gd name="connsiteY2" fmla="*/ 25326 h 456039"/>
                <a:gd name="connsiteX3" fmla="*/ 208105 w 368079"/>
                <a:gd name="connsiteY3" fmla="*/ 6782 h 456039"/>
                <a:gd name="connsiteX4" fmla="*/ 265255 w 368079"/>
                <a:gd name="connsiteY4" fmla="*/ 2524 h 456039"/>
                <a:gd name="connsiteX5" fmla="*/ 330197 w 368079"/>
                <a:gd name="connsiteY5" fmla="*/ 41562 h 456039"/>
                <a:gd name="connsiteX6" fmla="*/ 356824 w 368079"/>
                <a:gd name="connsiteY6" fmla="*/ 77641 h 456039"/>
                <a:gd name="connsiteX7" fmla="*/ 367864 w 368079"/>
                <a:gd name="connsiteY7" fmla="*/ 124833 h 456039"/>
                <a:gd name="connsiteX8" fmla="*/ 354803 w 368079"/>
                <a:gd name="connsiteY8" fmla="*/ 230184 h 456039"/>
                <a:gd name="connsiteX9" fmla="*/ 333733 w 368079"/>
                <a:gd name="connsiteY9" fmla="*/ 283942 h 456039"/>
                <a:gd name="connsiteX10" fmla="*/ 309560 w 368079"/>
                <a:gd name="connsiteY10" fmla="*/ 338927 h 456039"/>
                <a:gd name="connsiteX11" fmla="*/ 258688 w 368079"/>
                <a:gd name="connsiteY11" fmla="*/ 454380 h 456039"/>
                <a:gd name="connsiteX12" fmla="*/ 257966 w 368079"/>
                <a:gd name="connsiteY12" fmla="*/ 456040 h 456039"/>
                <a:gd name="connsiteX13" fmla="*/ 256307 w 368079"/>
                <a:gd name="connsiteY13" fmla="*/ 455391 h 456039"/>
                <a:gd name="connsiteX14" fmla="*/ 252627 w 368079"/>
                <a:gd name="connsiteY14" fmla="*/ 453875 h 456039"/>
                <a:gd name="connsiteX15" fmla="*/ 1660 w 368079"/>
                <a:gd name="connsiteY15" fmla="*/ 353719 h 456039"/>
                <a:gd name="connsiteX16" fmla="*/ 0 w 368079"/>
                <a:gd name="connsiteY16" fmla="*/ 352998 h 456039"/>
                <a:gd name="connsiteX17" fmla="*/ 794 w 368079"/>
                <a:gd name="connsiteY17" fmla="*/ 351338 h 456039"/>
                <a:gd name="connsiteX18" fmla="*/ 63716 w 368079"/>
                <a:gd name="connsiteY18" fmla="*/ 219432 h 456039"/>
                <a:gd name="connsiteX19" fmla="*/ 110619 w 368079"/>
                <a:gd name="connsiteY19" fmla="*/ 115885 h 456039"/>
                <a:gd name="connsiteX20" fmla="*/ 149512 w 368079"/>
                <a:gd name="connsiteY20" fmla="*/ 53179 h 456039"/>
                <a:gd name="connsiteX21" fmla="*/ 162068 w 368079"/>
                <a:gd name="connsiteY21" fmla="*/ 38243 h 456039"/>
                <a:gd name="connsiteX22" fmla="*/ 167047 w 368079"/>
                <a:gd name="connsiteY22" fmla="*/ 33697 h 456039"/>
                <a:gd name="connsiteX23" fmla="*/ 165892 w 368079"/>
                <a:gd name="connsiteY23" fmla="*/ 34923 h 456039"/>
                <a:gd name="connsiteX24" fmla="*/ 162501 w 368079"/>
                <a:gd name="connsiteY24" fmla="*/ 38603 h 456039"/>
                <a:gd name="connsiteX25" fmla="*/ 150378 w 368079"/>
                <a:gd name="connsiteY25" fmla="*/ 53829 h 456039"/>
                <a:gd name="connsiteX26" fmla="*/ 112423 w 368079"/>
                <a:gd name="connsiteY26" fmla="*/ 116823 h 456039"/>
                <a:gd name="connsiteX27" fmla="*/ 66242 w 368079"/>
                <a:gd name="connsiteY27" fmla="*/ 220587 h 456039"/>
                <a:gd name="connsiteX28" fmla="*/ 3824 w 368079"/>
                <a:gd name="connsiteY28" fmla="*/ 352853 h 456039"/>
                <a:gd name="connsiteX29" fmla="*/ 2959 w 368079"/>
                <a:gd name="connsiteY29" fmla="*/ 350544 h 456039"/>
                <a:gd name="connsiteX30" fmla="*/ 253781 w 368079"/>
                <a:gd name="connsiteY30" fmla="*/ 450484 h 456039"/>
                <a:gd name="connsiteX31" fmla="*/ 257461 w 368079"/>
                <a:gd name="connsiteY31" fmla="*/ 451927 h 456039"/>
                <a:gd name="connsiteX32" fmla="*/ 255080 w 368079"/>
                <a:gd name="connsiteY32" fmla="*/ 452937 h 456039"/>
                <a:gd name="connsiteX33" fmla="*/ 306024 w 368079"/>
                <a:gd name="connsiteY33" fmla="*/ 337484 h 456039"/>
                <a:gd name="connsiteX34" fmla="*/ 330197 w 368079"/>
                <a:gd name="connsiteY34" fmla="*/ 282571 h 456039"/>
                <a:gd name="connsiteX35" fmla="*/ 351267 w 368079"/>
                <a:gd name="connsiteY35" fmla="*/ 229318 h 456039"/>
                <a:gd name="connsiteX36" fmla="*/ 364689 w 368079"/>
                <a:gd name="connsiteY36" fmla="*/ 124833 h 456039"/>
                <a:gd name="connsiteX37" fmla="*/ 354803 w 368079"/>
                <a:gd name="connsiteY37" fmla="*/ 79156 h 456039"/>
                <a:gd name="connsiteX38" fmla="*/ 328898 w 368079"/>
                <a:gd name="connsiteY38" fmla="*/ 43727 h 456039"/>
                <a:gd name="connsiteX39" fmla="*/ 265038 w 368079"/>
                <a:gd name="connsiteY39" fmla="*/ 4906 h 456039"/>
                <a:gd name="connsiteX40" fmla="*/ 208899 w 368079"/>
                <a:gd name="connsiteY40" fmla="*/ 8441 h 456039"/>
                <a:gd name="connsiteX41" fmla="*/ 177438 w 368079"/>
                <a:gd name="connsiteY41" fmla="*/ 26264 h 456039"/>
                <a:gd name="connsiteX42" fmla="*/ 170222 w 368079"/>
                <a:gd name="connsiteY42" fmla="*/ 32181 h 456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68079" h="456039">
                  <a:moveTo>
                    <a:pt x="167191" y="33769"/>
                  </a:moveTo>
                  <a:cubicBezTo>
                    <a:pt x="167906" y="32968"/>
                    <a:pt x="168678" y="32217"/>
                    <a:pt x="169500" y="31532"/>
                  </a:cubicBezTo>
                  <a:cubicBezTo>
                    <a:pt x="171160" y="30089"/>
                    <a:pt x="173397" y="27852"/>
                    <a:pt x="176716" y="25326"/>
                  </a:cubicBezTo>
                  <a:cubicBezTo>
                    <a:pt x="186219" y="17641"/>
                    <a:pt x="196791" y="11400"/>
                    <a:pt x="208105" y="6782"/>
                  </a:cubicBezTo>
                  <a:cubicBezTo>
                    <a:pt x="226267" y="-456"/>
                    <a:pt x="246219" y="-1942"/>
                    <a:pt x="265255" y="2524"/>
                  </a:cubicBezTo>
                  <a:cubicBezTo>
                    <a:pt x="290171" y="9105"/>
                    <a:pt x="312692" y="22649"/>
                    <a:pt x="330197" y="41562"/>
                  </a:cubicBezTo>
                  <a:cubicBezTo>
                    <a:pt x="340761" y="52241"/>
                    <a:pt x="349730" y="64393"/>
                    <a:pt x="356824" y="77641"/>
                  </a:cubicBezTo>
                  <a:cubicBezTo>
                    <a:pt x="363765" y="92426"/>
                    <a:pt x="367525" y="108503"/>
                    <a:pt x="367864" y="124833"/>
                  </a:cubicBezTo>
                  <a:cubicBezTo>
                    <a:pt x="369141" y="160421"/>
                    <a:pt x="364732" y="195988"/>
                    <a:pt x="354803" y="230184"/>
                  </a:cubicBezTo>
                  <a:cubicBezTo>
                    <a:pt x="349103" y="248592"/>
                    <a:pt x="342060" y="266559"/>
                    <a:pt x="333733" y="283942"/>
                  </a:cubicBezTo>
                  <a:cubicBezTo>
                    <a:pt x="325796" y="301910"/>
                    <a:pt x="317786" y="320021"/>
                    <a:pt x="309560" y="338927"/>
                  </a:cubicBezTo>
                  <a:cubicBezTo>
                    <a:pt x="293180" y="376233"/>
                    <a:pt x="276151" y="414838"/>
                    <a:pt x="258688" y="454380"/>
                  </a:cubicBezTo>
                  <a:lnTo>
                    <a:pt x="257966" y="456040"/>
                  </a:lnTo>
                  <a:lnTo>
                    <a:pt x="256307" y="455391"/>
                  </a:lnTo>
                  <a:lnTo>
                    <a:pt x="252627" y="453875"/>
                  </a:lnTo>
                  <a:lnTo>
                    <a:pt x="1660" y="353719"/>
                  </a:lnTo>
                  <a:lnTo>
                    <a:pt x="0" y="352998"/>
                  </a:lnTo>
                  <a:lnTo>
                    <a:pt x="794" y="351338"/>
                  </a:lnTo>
                  <a:cubicBezTo>
                    <a:pt x="24606" y="303641"/>
                    <a:pt x="45676" y="259264"/>
                    <a:pt x="63716" y="219432"/>
                  </a:cubicBezTo>
                  <a:cubicBezTo>
                    <a:pt x="81756" y="179601"/>
                    <a:pt x="95610" y="143883"/>
                    <a:pt x="110619" y="115885"/>
                  </a:cubicBezTo>
                  <a:cubicBezTo>
                    <a:pt x="121767" y="93913"/>
                    <a:pt x="134778" y="72929"/>
                    <a:pt x="149512" y="53179"/>
                  </a:cubicBezTo>
                  <a:cubicBezTo>
                    <a:pt x="153431" y="47984"/>
                    <a:pt x="157623" y="42998"/>
                    <a:pt x="162068" y="38243"/>
                  </a:cubicBezTo>
                  <a:cubicBezTo>
                    <a:pt x="163612" y="36605"/>
                    <a:pt x="165279" y="35089"/>
                    <a:pt x="167047" y="33697"/>
                  </a:cubicBezTo>
                  <a:lnTo>
                    <a:pt x="165892" y="34923"/>
                  </a:lnTo>
                  <a:lnTo>
                    <a:pt x="162501" y="38603"/>
                  </a:lnTo>
                  <a:cubicBezTo>
                    <a:pt x="159615" y="41923"/>
                    <a:pt x="155285" y="46974"/>
                    <a:pt x="150378" y="53829"/>
                  </a:cubicBezTo>
                  <a:cubicBezTo>
                    <a:pt x="136041" y="73766"/>
                    <a:pt x="123348" y="94829"/>
                    <a:pt x="112423" y="116823"/>
                  </a:cubicBezTo>
                  <a:cubicBezTo>
                    <a:pt x="97991" y="144748"/>
                    <a:pt x="84281" y="180683"/>
                    <a:pt x="66242" y="220587"/>
                  </a:cubicBezTo>
                  <a:cubicBezTo>
                    <a:pt x="48202" y="260491"/>
                    <a:pt x="27493" y="305085"/>
                    <a:pt x="3824" y="352853"/>
                  </a:cubicBezTo>
                  <a:lnTo>
                    <a:pt x="2959" y="350544"/>
                  </a:lnTo>
                  <a:lnTo>
                    <a:pt x="253781" y="450484"/>
                  </a:lnTo>
                  <a:lnTo>
                    <a:pt x="257461" y="451927"/>
                  </a:lnTo>
                  <a:lnTo>
                    <a:pt x="255080" y="452937"/>
                  </a:lnTo>
                  <a:cubicBezTo>
                    <a:pt x="272470" y="413394"/>
                    <a:pt x="289572" y="374717"/>
                    <a:pt x="306024" y="337484"/>
                  </a:cubicBezTo>
                  <a:lnTo>
                    <a:pt x="330197" y="282571"/>
                  </a:lnTo>
                  <a:cubicBezTo>
                    <a:pt x="338524" y="265361"/>
                    <a:pt x="345567" y="247567"/>
                    <a:pt x="351267" y="229318"/>
                  </a:cubicBezTo>
                  <a:cubicBezTo>
                    <a:pt x="361225" y="195418"/>
                    <a:pt x="365757" y="160154"/>
                    <a:pt x="364689" y="124833"/>
                  </a:cubicBezTo>
                  <a:cubicBezTo>
                    <a:pt x="364610" y="109088"/>
                    <a:pt x="361240" y="93530"/>
                    <a:pt x="354803" y="79156"/>
                  </a:cubicBezTo>
                  <a:cubicBezTo>
                    <a:pt x="347905" y="66168"/>
                    <a:pt x="339188" y="54233"/>
                    <a:pt x="328898" y="43727"/>
                  </a:cubicBezTo>
                  <a:cubicBezTo>
                    <a:pt x="311667" y="25059"/>
                    <a:pt x="289543" y="11609"/>
                    <a:pt x="265038" y="4906"/>
                  </a:cubicBezTo>
                  <a:cubicBezTo>
                    <a:pt x="246392" y="403"/>
                    <a:pt x="226830" y="1637"/>
                    <a:pt x="208899" y="8441"/>
                  </a:cubicBezTo>
                  <a:cubicBezTo>
                    <a:pt x="197642" y="12901"/>
                    <a:pt x="187056" y="18904"/>
                    <a:pt x="177438" y="26264"/>
                  </a:cubicBezTo>
                  <a:cubicBezTo>
                    <a:pt x="174118" y="28718"/>
                    <a:pt x="171737" y="30882"/>
                    <a:pt x="170222" y="32181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3504365E-F6A7-7803-E54B-4E1DA4FDE9D6}"/>
                </a:ext>
              </a:extLst>
            </p:cNvPr>
            <p:cNvSpPr/>
            <p:nvPr/>
          </p:nvSpPr>
          <p:spPr>
            <a:xfrm>
              <a:off x="4993805" y="9649429"/>
              <a:ext cx="70787" cy="37140"/>
            </a:xfrm>
            <a:custGeom>
              <a:avLst/>
              <a:gdLst>
                <a:gd name="connsiteX0" fmla="*/ 70787 w 70787"/>
                <a:gd name="connsiteY0" fmla="*/ 1350 h 37140"/>
                <a:gd name="connsiteX1" fmla="*/ 31389 w 70787"/>
                <a:gd name="connsiteY1" fmla="*/ 11380 h 37140"/>
                <a:gd name="connsiteX2" fmla="*/ 0 w 70787"/>
                <a:gd name="connsiteY2" fmla="*/ 37141 h 37140"/>
                <a:gd name="connsiteX3" fmla="*/ 6350 w 70787"/>
                <a:gd name="connsiteY3" fmla="*/ 26606 h 37140"/>
                <a:gd name="connsiteX4" fmla="*/ 29729 w 70787"/>
                <a:gd name="connsiteY4" fmla="*/ 7989 h 37140"/>
                <a:gd name="connsiteX5" fmla="*/ 58593 w 70787"/>
                <a:gd name="connsiteY5" fmla="*/ 196 h 37140"/>
                <a:gd name="connsiteX6" fmla="*/ 70787 w 70787"/>
                <a:gd name="connsiteY6" fmla="*/ 1350 h 3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787" h="37140">
                  <a:moveTo>
                    <a:pt x="70787" y="1350"/>
                  </a:moveTo>
                  <a:cubicBezTo>
                    <a:pt x="57164" y="2346"/>
                    <a:pt x="43829" y="5745"/>
                    <a:pt x="31389" y="11380"/>
                  </a:cubicBezTo>
                  <a:cubicBezTo>
                    <a:pt x="19512" y="18084"/>
                    <a:pt x="8890" y="26800"/>
                    <a:pt x="0" y="37141"/>
                  </a:cubicBezTo>
                  <a:cubicBezTo>
                    <a:pt x="1306" y="33201"/>
                    <a:pt x="3478" y="29600"/>
                    <a:pt x="6350" y="26606"/>
                  </a:cubicBezTo>
                  <a:cubicBezTo>
                    <a:pt x="12786" y="18863"/>
                    <a:pt x="20738" y="12528"/>
                    <a:pt x="29729" y="7989"/>
                  </a:cubicBezTo>
                  <a:cubicBezTo>
                    <a:pt x="38727" y="3464"/>
                    <a:pt x="48541" y="816"/>
                    <a:pt x="58593" y="196"/>
                  </a:cubicBezTo>
                  <a:cubicBezTo>
                    <a:pt x="62691" y="-281"/>
                    <a:pt x="66848" y="116"/>
                    <a:pt x="70787" y="1350"/>
                  </a:cubicBezTo>
                  <a:close/>
                </a:path>
              </a:pathLst>
            </a:custGeom>
            <a:solidFill>
              <a:srgbClr val="6F443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>
              <a:extLst>
                <a:ext uri="{FF2B5EF4-FFF2-40B4-BE49-F238E27FC236}">
                  <a16:creationId xmlns:a16="http://schemas.microsoft.com/office/drawing/2014/main" id="{807D2D25-0AEA-EEC8-B8E1-41E7BDD9E5CB}"/>
                </a:ext>
              </a:extLst>
            </p:cNvPr>
            <p:cNvSpPr/>
            <p:nvPr/>
          </p:nvSpPr>
          <p:spPr>
            <a:xfrm>
              <a:off x="5237267" y="9487773"/>
              <a:ext cx="426745" cy="137269"/>
            </a:xfrm>
            <a:custGeom>
              <a:avLst/>
              <a:gdLst>
                <a:gd name="connsiteX0" fmla="*/ 426745 w 426745"/>
                <a:gd name="connsiteY0" fmla="*/ 0 h 137269"/>
                <a:gd name="connsiteX1" fmla="*/ 425951 w 426745"/>
                <a:gd name="connsiteY1" fmla="*/ 2598 h 137269"/>
                <a:gd name="connsiteX2" fmla="*/ 423065 w 426745"/>
                <a:gd name="connsiteY2" fmla="*/ 9813 h 137269"/>
                <a:gd name="connsiteX3" fmla="*/ 411808 w 426745"/>
                <a:gd name="connsiteY3" fmla="*/ 37234 h 137269"/>
                <a:gd name="connsiteX4" fmla="*/ 370967 w 426745"/>
                <a:gd name="connsiteY4" fmla="*/ 133782 h 137269"/>
                <a:gd name="connsiteX5" fmla="*/ 370534 w 426745"/>
                <a:gd name="connsiteY5" fmla="*/ 134792 h 137269"/>
                <a:gd name="connsiteX6" fmla="*/ 369451 w 426745"/>
                <a:gd name="connsiteY6" fmla="*/ 134792 h 137269"/>
                <a:gd name="connsiteX7" fmla="*/ 257245 w 426745"/>
                <a:gd name="connsiteY7" fmla="*/ 136091 h 137269"/>
                <a:gd name="connsiteX8" fmla="*/ 75333 w 426745"/>
                <a:gd name="connsiteY8" fmla="*/ 137245 h 137269"/>
                <a:gd name="connsiteX9" fmla="*/ 20204 w 426745"/>
                <a:gd name="connsiteY9" fmla="*/ 137245 h 137269"/>
                <a:gd name="connsiteX10" fmla="*/ 5268 w 426745"/>
                <a:gd name="connsiteY10" fmla="*/ 137245 h 137269"/>
                <a:gd name="connsiteX11" fmla="*/ 0 w 426745"/>
                <a:gd name="connsiteY11" fmla="*/ 136885 h 137269"/>
                <a:gd name="connsiteX12" fmla="*/ 5268 w 426745"/>
                <a:gd name="connsiteY12" fmla="*/ 136452 h 137269"/>
                <a:gd name="connsiteX13" fmla="*/ 20204 w 426745"/>
                <a:gd name="connsiteY13" fmla="*/ 135946 h 137269"/>
                <a:gd name="connsiteX14" fmla="*/ 75333 w 426745"/>
                <a:gd name="connsiteY14" fmla="*/ 134864 h 137269"/>
                <a:gd name="connsiteX15" fmla="*/ 257245 w 426745"/>
                <a:gd name="connsiteY15" fmla="*/ 132483 h 137269"/>
                <a:gd name="connsiteX16" fmla="*/ 369451 w 426745"/>
                <a:gd name="connsiteY16" fmla="*/ 131617 h 137269"/>
                <a:gd name="connsiteX17" fmla="*/ 367864 w 426745"/>
                <a:gd name="connsiteY17" fmla="*/ 132627 h 137269"/>
                <a:gd name="connsiteX18" fmla="*/ 409932 w 426745"/>
                <a:gd name="connsiteY18" fmla="*/ 36656 h 137269"/>
                <a:gd name="connsiteX19" fmla="*/ 422055 w 426745"/>
                <a:gd name="connsiteY19" fmla="*/ 9597 h 137269"/>
                <a:gd name="connsiteX20" fmla="*/ 425446 w 426745"/>
                <a:gd name="connsiteY20" fmla="*/ 2381 h 137269"/>
                <a:gd name="connsiteX21" fmla="*/ 426745 w 426745"/>
                <a:gd name="connsiteY21" fmla="*/ 0 h 13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6745" h="137269">
                  <a:moveTo>
                    <a:pt x="426745" y="0"/>
                  </a:moveTo>
                  <a:cubicBezTo>
                    <a:pt x="426557" y="887"/>
                    <a:pt x="426291" y="1753"/>
                    <a:pt x="425951" y="2598"/>
                  </a:cubicBezTo>
                  <a:lnTo>
                    <a:pt x="423065" y="9813"/>
                  </a:lnTo>
                  <a:lnTo>
                    <a:pt x="411808" y="37234"/>
                  </a:lnTo>
                  <a:lnTo>
                    <a:pt x="370967" y="133782"/>
                  </a:lnTo>
                  <a:lnTo>
                    <a:pt x="370534" y="134792"/>
                  </a:lnTo>
                  <a:lnTo>
                    <a:pt x="369451" y="134792"/>
                  </a:lnTo>
                  <a:lnTo>
                    <a:pt x="257245" y="136091"/>
                  </a:lnTo>
                  <a:lnTo>
                    <a:pt x="75333" y="137245"/>
                  </a:lnTo>
                  <a:lnTo>
                    <a:pt x="20204" y="137245"/>
                  </a:lnTo>
                  <a:lnTo>
                    <a:pt x="5268" y="137245"/>
                  </a:lnTo>
                  <a:cubicBezTo>
                    <a:pt x="3507" y="137325"/>
                    <a:pt x="1739" y="137209"/>
                    <a:pt x="0" y="136885"/>
                  </a:cubicBezTo>
                  <a:cubicBezTo>
                    <a:pt x="1739" y="136552"/>
                    <a:pt x="3500" y="136408"/>
                    <a:pt x="5268" y="136452"/>
                  </a:cubicBezTo>
                  <a:lnTo>
                    <a:pt x="20204" y="135946"/>
                  </a:lnTo>
                  <a:lnTo>
                    <a:pt x="75333" y="134864"/>
                  </a:lnTo>
                  <a:lnTo>
                    <a:pt x="257245" y="132483"/>
                  </a:lnTo>
                  <a:lnTo>
                    <a:pt x="369451" y="131617"/>
                  </a:lnTo>
                  <a:lnTo>
                    <a:pt x="367864" y="132627"/>
                  </a:lnTo>
                  <a:lnTo>
                    <a:pt x="409932" y="36656"/>
                  </a:lnTo>
                  <a:cubicBezTo>
                    <a:pt x="415055" y="25328"/>
                    <a:pt x="419096" y="16236"/>
                    <a:pt x="422055" y="9597"/>
                  </a:cubicBezTo>
                  <a:cubicBezTo>
                    <a:pt x="423426" y="6711"/>
                    <a:pt x="424508" y="4402"/>
                    <a:pt x="425446" y="2381"/>
                  </a:cubicBezTo>
                  <a:cubicBezTo>
                    <a:pt x="425757" y="1530"/>
                    <a:pt x="426197" y="729"/>
                    <a:pt x="426745" y="0"/>
                  </a:cubicBezTo>
                  <a:close/>
                </a:path>
              </a:pathLst>
            </a:custGeom>
            <a:solidFill>
              <a:srgbClr val="6F4439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>
              <a:extLst>
                <a:ext uri="{FF2B5EF4-FFF2-40B4-BE49-F238E27FC236}">
                  <a16:creationId xmlns:a16="http://schemas.microsoft.com/office/drawing/2014/main" id="{EAAEC4B5-18F1-B60A-0B4B-C2C2A378584B}"/>
                </a:ext>
              </a:extLst>
            </p:cNvPr>
            <p:cNvSpPr/>
            <p:nvPr/>
          </p:nvSpPr>
          <p:spPr>
            <a:xfrm rot="10800000">
              <a:off x="4663824" y="9785715"/>
              <a:ext cx="474874" cy="22441"/>
            </a:xfrm>
            <a:custGeom>
              <a:avLst/>
              <a:gdLst>
                <a:gd name="connsiteX0" fmla="*/ 0 w 474874"/>
                <a:gd name="connsiteY0" fmla="*/ 0 h 22441"/>
                <a:gd name="connsiteX1" fmla="*/ 474875 w 474874"/>
                <a:gd name="connsiteY1" fmla="*/ 0 h 22441"/>
                <a:gd name="connsiteX2" fmla="*/ 474875 w 474874"/>
                <a:gd name="connsiteY2" fmla="*/ 22441 h 22441"/>
                <a:gd name="connsiteX3" fmla="*/ 0 w 474874"/>
                <a:gd name="connsiteY3" fmla="*/ 22441 h 22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874" h="22441">
                  <a:moveTo>
                    <a:pt x="0" y="0"/>
                  </a:moveTo>
                  <a:lnTo>
                    <a:pt x="474875" y="0"/>
                  </a:lnTo>
                  <a:lnTo>
                    <a:pt x="474875" y="22441"/>
                  </a:lnTo>
                  <a:lnTo>
                    <a:pt x="0" y="22441"/>
                  </a:ln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>
              <a:extLst>
                <a:ext uri="{FF2B5EF4-FFF2-40B4-BE49-F238E27FC236}">
                  <a16:creationId xmlns:a16="http://schemas.microsoft.com/office/drawing/2014/main" id="{9E39A19F-44D2-C339-6D58-B48ACE3F6C1D}"/>
                </a:ext>
              </a:extLst>
            </p:cNvPr>
            <p:cNvSpPr/>
            <p:nvPr/>
          </p:nvSpPr>
          <p:spPr>
            <a:xfrm>
              <a:off x="3876215" y="9821794"/>
              <a:ext cx="71076" cy="1391358"/>
            </a:xfrm>
            <a:custGeom>
              <a:avLst/>
              <a:gdLst>
                <a:gd name="connsiteX0" fmla="*/ 0 w 71076"/>
                <a:gd name="connsiteY0" fmla="*/ 0 h 1391358"/>
                <a:gd name="connsiteX1" fmla="*/ 71076 w 71076"/>
                <a:gd name="connsiteY1" fmla="*/ 0 h 1391358"/>
                <a:gd name="connsiteX2" fmla="*/ 71076 w 71076"/>
                <a:gd name="connsiteY2" fmla="*/ 1391359 h 1391358"/>
                <a:gd name="connsiteX3" fmla="*/ 0 w 71076"/>
                <a:gd name="connsiteY3" fmla="*/ 1391359 h 139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76" h="1391358">
                  <a:moveTo>
                    <a:pt x="0" y="0"/>
                  </a:moveTo>
                  <a:lnTo>
                    <a:pt x="71076" y="0"/>
                  </a:lnTo>
                  <a:lnTo>
                    <a:pt x="71076" y="1391359"/>
                  </a:lnTo>
                  <a:lnTo>
                    <a:pt x="0" y="1391359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>
              <a:extLst>
                <a:ext uri="{FF2B5EF4-FFF2-40B4-BE49-F238E27FC236}">
                  <a16:creationId xmlns:a16="http://schemas.microsoft.com/office/drawing/2014/main" id="{6301645A-9F08-7DCB-B3FC-27343B863F5B}"/>
                </a:ext>
              </a:extLst>
            </p:cNvPr>
            <p:cNvSpPr/>
            <p:nvPr/>
          </p:nvSpPr>
          <p:spPr>
            <a:xfrm>
              <a:off x="5358060" y="9831608"/>
              <a:ext cx="71076" cy="1381689"/>
            </a:xfrm>
            <a:custGeom>
              <a:avLst/>
              <a:gdLst>
                <a:gd name="connsiteX0" fmla="*/ 0 w 71076"/>
                <a:gd name="connsiteY0" fmla="*/ 0 h 1381689"/>
                <a:gd name="connsiteX1" fmla="*/ 71076 w 71076"/>
                <a:gd name="connsiteY1" fmla="*/ 0 h 1381689"/>
                <a:gd name="connsiteX2" fmla="*/ 71076 w 71076"/>
                <a:gd name="connsiteY2" fmla="*/ 1381690 h 1381689"/>
                <a:gd name="connsiteX3" fmla="*/ 0 w 71076"/>
                <a:gd name="connsiteY3" fmla="*/ 1381690 h 138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76" h="1381689">
                  <a:moveTo>
                    <a:pt x="0" y="0"/>
                  </a:moveTo>
                  <a:lnTo>
                    <a:pt x="71076" y="0"/>
                  </a:lnTo>
                  <a:lnTo>
                    <a:pt x="71076" y="1381690"/>
                  </a:lnTo>
                  <a:lnTo>
                    <a:pt x="0" y="1381690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>
              <a:extLst>
                <a:ext uri="{FF2B5EF4-FFF2-40B4-BE49-F238E27FC236}">
                  <a16:creationId xmlns:a16="http://schemas.microsoft.com/office/drawing/2014/main" id="{1E16D96D-32B5-5832-8B77-CF17669EEC3F}"/>
                </a:ext>
              </a:extLst>
            </p:cNvPr>
            <p:cNvSpPr/>
            <p:nvPr/>
          </p:nvSpPr>
          <p:spPr>
            <a:xfrm>
              <a:off x="3778945" y="9808084"/>
              <a:ext cx="1720690" cy="83992"/>
            </a:xfrm>
            <a:custGeom>
              <a:avLst/>
              <a:gdLst>
                <a:gd name="connsiteX0" fmla="*/ 0 w 1720690"/>
                <a:gd name="connsiteY0" fmla="*/ 0 h 83992"/>
                <a:gd name="connsiteX1" fmla="*/ 1720690 w 1720690"/>
                <a:gd name="connsiteY1" fmla="*/ 0 h 83992"/>
                <a:gd name="connsiteX2" fmla="*/ 1720690 w 1720690"/>
                <a:gd name="connsiteY2" fmla="*/ 83992 h 83992"/>
                <a:gd name="connsiteX3" fmla="*/ 0 w 1720690"/>
                <a:gd name="connsiteY3" fmla="*/ 83992 h 8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0690" h="83992">
                  <a:moveTo>
                    <a:pt x="0" y="0"/>
                  </a:moveTo>
                  <a:lnTo>
                    <a:pt x="1720690" y="0"/>
                  </a:lnTo>
                  <a:lnTo>
                    <a:pt x="1720690" y="83992"/>
                  </a:lnTo>
                  <a:lnTo>
                    <a:pt x="0" y="83992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>
              <a:extLst>
                <a:ext uri="{FF2B5EF4-FFF2-40B4-BE49-F238E27FC236}">
                  <a16:creationId xmlns:a16="http://schemas.microsoft.com/office/drawing/2014/main" id="{44F80635-7F90-D517-34B8-CFB63DA95BEE}"/>
                </a:ext>
              </a:extLst>
            </p:cNvPr>
            <p:cNvSpPr/>
            <p:nvPr/>
          </p:nvSpPr>
          <p:spPr>
            <a:xfrm>
              <a:off x="4450309" y="8627428"/>
              <a:ext cx="190496" cy="917999"/>
            </a:xfrm>
            <a:custGeom>
              <a:avLst/>
              <a:gdLst>
                <a:gd name="connsiteX0" fmla="*/ 84568 w 190496"/>
                <a:gd name="connsiteY0" fmla="*/ 0 h 917999"/>
                <a:gd name="connsiteX1" fmla="*/ 31242 w 190496"/>
                <a:gd name="connsiteY1" fmla="*/ 8803 h 917999"/>
                <a:gd name="connsiteX2" fmla="*/ 15945 w 190496"/>
                <a:gd name="connsiteY2" fmla="*/ 525385 h 917999"/>
                <a:gd name="connsiteX3" fmla="*/ 134285 w 190496"/>
                <a:gd name="connsiteY3" fmla="*/ 917999 h 917999"/>
                <a:gd name="connsiteX4" fmla="*/ 190496 w 190496"/>
                <a:gd name="connsiteY4" fmla="*/ 904434 h 91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96" h="917999">
                  <a:moveTo>
                    <a:pt x="84568" y="0"/>
                  </a:moveTo>
                  <a:lnTo>
                    <a:pt x="31242" y="8803"/>
                  </a:lnTo>
                  <a:cubicBezTo>
                    <a:pt x="31242" y="8803"/>
                    <a:pt x="-27350" y="222464"/>
                    <a:pt x="15945" y="525385"/>
                  </a:cubicBezTo>
                  <a:cubicBezTo>
                    <a:pt x="56642" y="810339"/>
                    <a:pt x="134285" y="917999"/>
                    <a:pt x="134285" y="917999"/>
                  </a:cubicBezTo>
                  <a:lnTo>
                    <a:pt x="190496" y="904434"/>
                  </a:ln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>
              <a:extLst>
                <a:ext uri="{FF2B5EF4-FFF2-40B4-BE49-F238E27FC236}">
                  <a16:creationId xmlns:a16="http://schemas.microsoft.com/office/drawing/2014/main" id="{B212839C-7AE8-D458-8EB5-EE99504F9DF3}"/>
                </a:ext>
              </a:extLst>
            </p:cNvPr>
            <p:cNvSpPr/>
            <p:nvPr/>
          </p:nvSpPr>
          <p:spPr>
            <a:xfrm>
              <a:off x="4371222" y="9108869"/>
              <a:ext cx="122957" cy="699215"/>
            </a:xfrm>
            <a:custGeom>
              <a:avLst/>
              <a:gdLst>
                <a:gd name="connsiteX0" fmla="*/ 122958 w 122957"/>
                <a:gd name="connsiteY0" fmla="*/ 59098 h 699215"/>
                <a:gd name="connsiteX1" fmla="*/ 107011 w 122957"/>
                <a:gd name="connsiteY1" fmla="*/ 0 h 699215"/>
                <a:gd name="connsiteX2" fmla="*/ 7793 w 122957"/>
                <a:gd name="connsiteY2" fmla="*/ 67973 h 699215"/>
                <a:gd name="connsiteX3" fmla="*/ 7793 w 122957"/>
                <a:gd name="connsiteY3" fmla="*/ 647405 h 699215"/>
                <a:gd name="connsiteX4" fmla="*/ 9741 w 122957"/>
                <a:gd name="connsiteY4" fmla="*/ 699215 h 699215"/>
                <a:gd name="connsiteX5" fmla="*/ 63860 w 122957"/>
                <a:gd name="connsiteY5" fmla="*/ 699215 h 699215"/>
                <a:gd name="connsiteX6" fmla="*/ 57871 w 122957"/>
                <a:gd name="connsiteY6" fmla="*/ 98713 h 699215"/>
                <a:gd name="connsiteX7" fmla="*/ 122958 w 122957"/>
                <a:gd name="connsiteY7" fmla="*/ 59098 h 69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957" h="699215">
                  <a:moveTo>
                    <a:pt x="122958" y="59098"/>
                  </a:moveTo>
                  <a:lnTo>
                    <a:pt x="107011" y="0"/>
                  </a:lnTo>
                  <a:cubicBezTo>
                    <a:pt x="103331" y="1587"/>
                    <a:pt x="25328" y="21070"/>
                    <a:pt x="7793" y="67973"/>
                  </a:cubicBezTo>
                  <a:cubicBezTo>
                    <a:pt x="-9741" y="114876"/>
                    <a:pt x="7793" y="647405"/>
                    <a:pt x="7793" y="647405"/>
                  </a:cubicBezTo>
                  <a:lnTo>
                    <a:pt x="9741" y="699215"/>
                  </a:lnTo>
                  <a:lnTo>
                    <a:pt x="63860" y="699215"/>
                  </a:lnTo>
                  <a:cubicBezTo>
                    <a:pt x="63860" y="699215"/>
                    <a:pt x="45388" y="124040"/>
                    <a:pt x="57871" y="98713"/>
                  </a:cubicBezTo>
                  <a:cubicBezTo>
                    <a:pt x="74251" y="65376"/>
                    <a:pt x="87889" y="61190"/>
                    <a:pt x="122958" y="59098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>
              <a:extLst>
                <a:ext uri="{FF2B5EF4-FFF2-40B4-BE49-F238E27FC236}">
                  <a16:creationId xmlns:a16="http://schemas.microsoft.com/office/drawing/2014/main" id="{A458D078-ED52-AEBA-74E8-37653A2D9B44}"/>
                </a:ext>
              </a:extLst>
            </p:cNvPr>
            <p:cNvSpPr/>
            <p:nvPr/>
          </p:nvSpPr>
          <p:spPr>
            <a:xfrm>
              <a:off x="4380602" y="9776551"/>
              <a:ext cx="254142" cy="31533"/>
            </a:xfrm>
            <a:custGeom>
              <a:avLst/>
              <a:gdLst>
                <a:gd name="connsiteX0" fmla="*/ 0 w 254142"/>
                <a:gd name="connsiteY0" fmla="*/ 0 h 31533"/>
                <a:gd name="connsiteX1" fmla="*/ 254142 w 254142"/>
                <a:gd name="connsiteY1" fmla="*/ 0 h 31533"/>
                <a:gd name="connsiteX2" fmla="*/ 254142 w 254142"/>
                <a:gd name="connsiteY2" fmla="*/ 31533 h 31533"/>
                <a:gd name="connsiteX3" fmla="*/ 0 w 254142"/>
                <a:gd name="connsiteY3" fmla="*/ 31533 h 3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142" h="31533">
                  <a:moveTo>
                    <a:pt x="0" y="0"/>
                  </a:moveTo>
                  <a:lnTo>
                    <a:pt x="254142" y="0"/>
                  </a:lnTo>
                  <a:lnTo>
                    <a:pt x="254142" y="31533"/>
                  </a:lnTo>
                  <a:lnTo>
                    <a:pt x="0" y="31533"/>
                  </a:ln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>
              <a:extLst>
                <a:ext uri="{FF2B5EF4-FFF2-40B4-BE49-F238E27FC236}">
                  <a16:creationId xmlns:a16="http://schemas.microsoft.com/office/drawing/2014/main" id="{36DD8B94-A3DD-8777-4027-C21B042067DE}"/>
                </a:ext>
              </a:extLst>
            </p:cNvPr>
            <p:cNvSpPr/>
            <p:nvPr/>
          </p:nvSpPr>
          <p:spPr>
            <a:xfrm>
              <a:off x="4481166" y="8636231"/>
              <a:ext cx="103100" cy="909196"/>
            </a:xfrm>
            <a:custGeom>
              <a:avLst/>
              <a:gdLst>
                <a:gd name="connsiteX0" fmla="*/ 103067 w 103100"/>
                <a:gd name="connsiteY0" fmla="*/ 909196 h 909196"/>
                <a:gd name="connsiteX1" fmla="*/ 49670 w 103100"/>
                <a:gd name="connsiteY1" fmla="*/ 454598 h 909196"/>
                <a:gd name="connsiteX2" fmla="*/ 25 w 103100"/>
                <a:gd name="connsiteY2" fmla="*/ 0 h 909196"/>
                <a:gd name="connsiteX3" fmla="*/ 53422 w 103100"/>
                <a:gd name="connsiteY3" fmla="*/ 454598 h 909196"/>
                <a:gd name="connsiteX4" fmla="*/ 103067 w 103100"/>
                <a:gd name="connsiteY4" fmla="*/ 909196 h 909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00" h="909196">
                  <a:moveTo>
                    <a:pt x="103067" y="909196"/>
                  </a:moveTo>
                  <a:cubicBezTo>
                    <a:pt x="102057" y="909196"/>
                    <a:pt x="78100" y="705854"/>
                    <a:pt x="49670" y="454598"/>
                  </a:cubicBezTo>
                  <a:cubicBezTo>
                    <a:pt x="21239" y="203342"/>
                    <a:pt x="-841" y="0"/>
                    <a:pt x="25" y="0"/>
                  </a:cubicBezTo>
                  <a:cubicBezTo>
                    <a:pt x="891" y="0"/>
                    <a:pt x="24919" y="203270"/>
                    <a:pt x="53422" y="454598"/>
                  </a:cubicBezTo>
                  <a:cubicBezTo>
                    <a:pt x="81924" y="705926"/>
                    <a:pt x="104077" y="909052"/>
                    <a:pt x="103067" y="909196"/>
                  </a:cubicBez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>
              <a:extLst>
                <a:ext uri="{FF2B5EF4-FFF2-40B4-BE49-F238E27FC236}">
                  <a16:creationId xmlns:a16="http://schemas.microsoft.com/office/drawing/2014/main" id="{34EF4773-1654-4E3F-DC64-CCBD8B3C16EA}"/>
                </a:ext>
              </a:extLst>
            </p:cNvPr>
            <p:cNvSpPr/>
            <p:nvPr/>
          </p:nvSpPr>
          <p:spPr>
            <a:xfrm>
              <a:off x="3859113" y="9750285"/>
              <a:ext cx="459432" cy="63715"/>
            </a:xfrm>
            <a:custGeom>
              <a:avLst/>
              <a:gdLst>
                <a:gd name="connsiteX0" fmla="*/ 0 w 459432"/>
                <a:gd name="connsiteY0" fmla="*/ 0 h 63715"/>
                <a:gd name="connsiteX1" fmla="*/ 459433 w 459432"/>
                <a:gd name="connsiteY1" fmla="*/ 0 h 63715"/>
                <a:gd name="connsiteX2" fmla="*/ 459433 w 459432"/>
                <a:gd name="connsiteY2" fmla="*/ 63716 h 63715"/>
                <a:gd name="connsiteX3" fmla="*/ 0 w 459432"/>
                <a:gd name="connsiteY3" fmla="*/ 63716 h 6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9432" h="63715">
                  <a:moveTo>
                    <a:pt x="0" y="0"/>
                  </a:moveTo>
                  <a:lnTo>
                    <a:pt x="459433" y="0"/>
                  </a:lnTo>
                  <a:lnTo>
                    <a:pt x="459433" y="63716"/>
                  </a:lnTo>
                  <a:lnTo>
                    <a:pt x="0" y="63716"/>
                  </a:lnTo>
                  <a:close/>
                </a:path>
              </a:pathLst>
            </a:custGeom>
            <a:solidFill>
              <a:schemeClr val="accent2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>
              <a:extLst>
                <a:ext uri="{FF2B5EF4-FFF2-40B4-BE49-F238E27FC236}">
                  <a16:creationId xmlns:a16="http://schemas.microsoft.com/office/drawing/2014/main" id="{9E2102CD-D488-E400-15AA-6E37632EAC60}"/>
                </a:ext>
              </a:extLst>
            </p:cNvPr>
            <p:cNvSpPr/>
            <p:nvPr/>
          </p:nvSpPr>
          <p:spPr>
            <a:xfrm>
              <a:off x="3859113" y="9758008"/>
              <a:ext cx="451928" cy="47552"/>
            </a:xfrm>
            <a:custGeom>
              <a:avLst/>
              <a:gdLst>
                <a:gd name="connsiteX0" fmla="*/ 0 w 451928"/>
                <a:gd name="connsiteY0" fmla="*/ 0 h 47552"/>
                <a:gd name="connsiteX1" fmla="*/ 451928 w 451928"/>
                <a:gd name="connsiteY1" fmla="*/ 0 h 47552"/>
                <a:gd name="connsiteX2" fmla="*/ 451928 w 451928"/>
                <a:gd name="connsiteY2" fmla="*/ 47552 h 47552"/>
                <a:gd name="connsiteX3" fmla="*/ 0 w 451928"/>
                <a:gd name="connsiteY3" fmla="*/ 47552 h 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928" h="47552">
                  <a:moveTo>
                    <a:pt x="0" y="0"/>
                  </a:moveTo>
                  <a:lnTo>
                    <a:pt x="451928" y="0"/>
                  </a:lnTo>
                  <a:lnTo>
                    <a:pt x="451928" y="47552"/>
                  </a:lnTo>
                  <a:lnTo>
                    <a:pt x="0" y="47552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>
              <a:extLst>
                <a:ext uri="{FF2B5EF4-FFF2-40B4-BE49-F238E27FC236}">
                  <a16:creationId xmlns:a16="http://schemas.microsoft.com/office/drawing/2014/main" id="{9F39A961-B36A-9680-9D03-AED792C78795}"/>
                </a:ext>
              </a:extLst>
            </p:cNvPr>
            <p:cNvSpPr/>
            <p:nvPr/>
          </p:nvSpPr>
          <p:spPr>
            <a:xfrm>
              <a:off x="4229286" y="9750285"/>
              <a:ext cx="89259" cy="63715"/>
            </a:xfrm>
            <a:custGeom>
              <a:avLst/>
              <a:gdLst>
                <a:gd name="connsiteX0" fmla="*/ 0 w 89259"/>
                <a:gd name="connsiteY0" fmla="*/ 0 h 63715"/>
                <a:gd name="connsiteX1" fmla="*/ 89260 w 89259"/>
                <a:gd name="connsiteY1" fmla="*/ 0 h 63715"/>
                <a:gd name="connsiteX2" fmla="*/ 89260 w 89259"/>
                <a:gd name="connsiteY2" fmla="*/ 63716 h 63715"/>
                <a:gd name="connsiteX3" fmla="*/ 0 w 89259"/>
                <a:gd name="connsiteY3" fmla="*/ 63716 h 6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59" h="63715">
                  <a:moveTo>
                    <a:pt x="0" y="0"/>
                  </a:moveTo>
                  <a:lnTo>
                    <a:pt x="89260" y="0"/>
                  </a:lnTo>
                  <a:lnTo>
                    <a:pt x="89260" y="63716"/>
                  </a:lnTo>
                  <a:lnTo>
                    <a:pt x="0" y="63716"/>
                  </a:lnTo>
                  <a:close/>
                </a:path>
              </a:pathLst>
            </a:custGeom>
            <a:solidFill>
              <a:srgbClr val="00000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>
              <a:extLst>
                <a:ext uri="{FF2B5EF4-FFF2-40B4-BE49-F238E27FC236}">
                  <a16:creationId xmlns:a16="http://schemas.microsoft.com/office/drawing/2014/main" id="{5086D159-CB1F-81CF-2DDE-622F4709E373}"/>
                </a:ext>
              </a:extLst>
            </p:cNvPr>
            <p:cNvSpPr/>
            <p:nvPr/>
          </p:nvSpPr>
          <p:spPr>
            <a:xfrm>
              <a:off x="3876431" y="9768686"/>
              <a:ext cx="434610" cy="7215"/>
            </a:xfrm>
            <a:custGeom>
              <a:avLst/>
              <a:gdLst>
                <a:gd name="connsiteX0" fmla="*/ 434610 w 434610"/>
                <a:gd name="connsiteY0" fmla="*/ 0 h 7215"/>
                <a:gd name="connsiteX1" fmla="*/ 416859 w 434610"/>
                <a:gd name="connsiteY1" fmla="*/ 0 h 7215"/>
                <a:gd name="connsiteX2" fmla="*/ 368369 w 434610"/>
                <a:gd name="connsiteY2" fmla="*/ 0 h 7215"/>
                <a:gd name="connsiteX3" fmla="*/ 48490 w 434610"/>
                <a:gd name="connsiteY3" fmla="*/ 0 h 7215"/>
                <a:gd name="connsiteX4" fmla="*/ 0 w 434610"/>
                <a:gd name="connsiteY4" fmla="*/ 0 h 7215"/>
                <a:gd name="connsiteX5" fmla="*/ 0 w 434610"/>
                <a:gd name="connsiteY5" fmla="*/ 0 h 7215"/>
                <a:gd name="connsiteX6" fmla="*/ 48490 w 434610"/>
                <a:gd name="connsiteY6" fmla="*/ 0 h 7215"/>
                <a:gd name="connsiteX7" fmla="*/ 368369 w 434610"/>
                <a:gd name="connsiteY7" fmla="*/ 0 h 7215"/>
                <a:gd name="connsiteX8" fmla="*/ 416859 w 434610"/>
                <a:gd name="connsiteY8" fmla="*/ 0 h 7215"/>
                <a:gd name="connsiteX9" fmla="*/ 434610 w 434610"/>
                <a:gd name="connsiteY9" fmla="*/ 0 h 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10" h="7215">
                  <a:moveTo>
                    <a:pt x="434610" y="0"/>
                  </a:moveTo>
                  <a:lnTo>
                    <a:pt x="416859" y="0"/>
                  </a:lnTo>
                  <a:lnTo>
                    <a:pt x="368369" y="0"/>
                  </a:lnTo>
                  <a:lnTo>
                    <a:pt x="4849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490" y="0"/>
                  </a:lnTo>
                  <a:lnTo>
                    <a:pt x="368369" y="0"/>
                  </a:lnTo>
                  <a:lnTo>
                    <a:pt x="416859" y="0"/>
                  </a:lnTo>
                  <a:lnTo>
                    <a:pt x="434610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>
              <a:extLst>
                <a:ext uri="{FF2B5EF4-FFF2-40B4-BE49-F238E27FC236}">
                  <a16:creationId xmlns:a16="http://schemas.microsoft.com/office/drawing/2014/main" id="{237D7E18-7C9A-1D0A-BCC2-5A8E3CDD9898}"/>
                </a:ext>
              </a:extLst>
            </p:cNvPr>
            <p:cNvSpPr/>
            <p:nvPr/>
          </p:nvSpPr>
          <p:spPr>
            <a:xfrm>
              <a:off x="3924922" y="9781313"/>
              <a:ext cx="386119" cy="7215"/>
            </a:xfrm>
            <a:custGeom>
              <a:avLst/>
              <a:gdLst>
                <a:gd name="connsiteX0" fmla="*/ 386120 w 386119"/>
                <a:gd name="connsiteY0" fmla="*/ 0 h 7215"/>
                <a:gd name="connsiteX1" fmla="*/ 0 w 386119"/>
                <a:gd name="connsiteY1" fmla="*/ 0 h 7215"/>
                <a:gd name="connsiteX2" fmla="*/ 159759 w 386119"/>
                <a:gd name="connsiteY2" fmla="*/ 0 h 7215"/>
                <a:gd name="connsiteX3" fmla="*/ 319734 w 386119"/>
                <a:gd name="connsiteY3" fmla="*/ 0 h 7215"/>
                <a:gd name="connsiteX4" fmla="*/ 385975 w 386119"/>
                <a:gd name="connsiteY4" fmla="*/ 0 h 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119" h="7215">
                  <a:moveTo>
                    <a:pt x="386120" y="0"/>
                  </a:moveTo>
                  <a:lnTo>
                    <a:pt x="0" y="0"/>
                  </a:lnTo>
                  <a:lnTo>
                    <a:pt x="159759" y="0"/>
                  </a:lnTo>
                  <a:lnTo>
                    <a:pt x="319734" y="0"/>
                  </a:lnTo>
                  <a:lnTo>
                    <a:pt x="385975" y="0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>
              <a:extLst>
                <a:ext uri="{FF2B5EF4-FFF2-40B4-BE49-F238E27FC236}">
                  <a16:creationId xmlns:a16="http://schemas.microsoft.com/office/drawing/2014/main" id="{7CDC6271-3516-FD5B-5CBE-47C16AF4046B}"/>
                </a:ext>
              </a:extLst>
            </p:cNvPr>
            <p:cNvSpPr/>
            <p:nvPr/>
          </p:nvSpPr>
          <p:spPr>
            <a:xfrm>
              <a:off x="4229502" y="9751007"/>
              <a:ext cx="96" cy="61984"/>
            </a:xfrm>
            <a:custGeom>
              <a:avLst/>
              <a:gdLst>
                <a:gd name="connsiteX0" fmla="*/ 0 w 96"/>
                <a:gd name="connsiteY0" fmla="*/ 61984 h 61984"/>
                <a:gd name="connsiteX1" fmla="*/ 0 w 96"/>
                <a:gd name="connsiteY1" fmla="*/ 30956 h 61984"/>
                <a:gd name="connsiteX2" fmla="*/ 0 w 96"/>
                <a:gd name="connsiteY2" fmla="*/ 0 h 61984"/>
                <a:gd name="connsiteX3" fmla="*/ 0 w 96"/>
                <a:gd name="connsiteY3" fmla="*/ 30956 h 61984"/>
                <a:gd name="connsiteX4" fmla="*/ 0 w 96"/>
                <a:gd name="connsiteY4" fmla="*/ 61984 h 61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" h="61984">
                  <a:moveTo>
                    <a:pt x="0" y="61984"/>
                  </a:moveTo>
                  <a:cubicBezTo>
                    <a:pt x="0" y="61984"/>
                    <a:pt x="0" y="48058"/>
                    <a:pt x="0" y="30956"/>
                  </a:cubicBezTo>
                  <a:cubicBezTo>
                    <a:pt x="0" y="13855"/>
                    <a:pt x="0" y="0"/>
                    <a:pt x="0" y="0"/>
                  </a:cubicBezTo>
                  <a:cubicBezTo>
                    <a:pt x="0" y="0"/>
                    <a:pt x="0" y="13855"/>
                    <a:pt x="0" y="30956"/>
                  </a:cubicBezTo>
                  <a:cubicBezTo>
                    <a:pt x="0" y="48058"/>
                    <a:pt x="216" y="61984"/>
                    <a:pt x="0" y="61984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>
              <a:extLst>
                <a:ext uri="{FF2B5EF4-FFF2-40B4-BE49-F238E27FC236}">
                  <a16:creationId xmlns:a16="http://schemas.microsoft.com/office/drawing/2014/main" id="{323341BB-E685-0D2B-8818-9FF688991C4D}"/>
                </a:ext>
              </a:extLst>
            </p:cNvPr>
            <p:cNvSpPr/>
            <p:nvPr/>
          </p:nvSpPr>
          <p:spPr>
            <a:xfrm>
              <a:off x="3935096" y="9691332"/>
              <a:ext cx="317713" cy="58953"/>
            </a:xfrm>
            <a:custGeom>
              <a:avLst/>
              <a:gdLst>
                <a:gd name="connsiteX0" fmla="*/ 0 w 317713"/>
                <a:gd name="connsiteY0" fmla="*/ 0 h 58953"/>
                <a:gd name="connsiteX1" fmla="*/ 317714 w 317713"/>
                <a:gd name="connsiteY1" fmla="*/ 0 h 58953"/>
                <a:gd name="connsiteX2" fmla="*/ 317714 w 317713"/>
                <a:gd name="connsiteY2" fmla="*/ 58954 h 58953"/>
                <a:gd name="connsiteX3" fmla="*/ 0 w 317713"/>
                <a:gd name="connsiteY3" fmla="*/ 58954 h 5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713" h="58953">
                  <a:moveTo>
                    <a:pt x="0" y="0"/>
                  </a:moveTo>
                  <a:lnTo>
                    <a:pt x="317714" y="0"/>
                  </a:lnTo>
                  <a:lnTo>
                    <a:pt x="317714" y="58954"/>
                  </a:lnTo>
                  <a:lnTo>
                    <a:pt x="0" y="58954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>
              <a:extLst>
                <a:ext uri="{FF2B5EF4-FFF2-40B4-BE49-F238E27FC236}">
                  <a16:creationId xmlns:a16="http://schemas.microsoft.com/office/drawing/2014/main" id="{9A2FD326-6BCE-79B5-A36F-DFF66216AF15}"/>
                </a:ext>
              </a:extLst>
            </p:cNvPr>
            <p:cNvSpPr/>
            <p:nvPr/>
          </p:nvSpPr>
          <p:spPr>
            <a:xfrm>
              <a:off x="4194000" y="9691693"/>
              <a:ext cx="86445" cy="58304"/>
            </a:xfrm>
            <a:custGeom>
              <a:avLst/>
              <a:gdLst>
                <a:gd name="connsiteX0" fmla="*/ 0 w 86445"/>
                <a:gd name="connsiteY0" fmla="*/ 0 h 58304"/>
                <a:gd name="connsiteX1" fmla="*/ 86446 w 86445"/>
                <a:gd name="connsiteY1" fmla="*/ 0 h 58304"/>
                <a:gd name="connsiteX2" fmla="*/ 86446 w 86445"/>
                <a:gd name="connsiteY2" fmla="*/ 58304 h 58304"/>
                <a:gd name="connsiteX3" fmla="*/ 0 w 86445"/>
                <a:gd name="connsiteY3" fmla="*/ 58304 h 5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45" h="58304">
                  <a:moveTo>
                    <a:pt x="0" y="0"/>
                  </a:moveTo>
                  <a:lnTo>
                    <a:pt x="86446" y="0"/>
                  </a:lnTo>
                  <a:lnTo>
                    <a:pt x="86446" y="58304"/>
                  </a:lnTo>
                  <a:lnTo>
                    <a:pt x="0" y="58304"/>
                  </a:lnTo>
                  <a:close/>
                </a:path>
              </a:pathLst>
            </a:custGeom>
            <a:solidFill>
              <a:srgbClr val="455A64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>
              <a:extLst>
                <a:ext uri="{FF2B5EF4-FFF2-40B4-BE49-F238E27FC236}">
                  <a16:creationId xmlns:a16="http://schemas.microsoft.com/office/drawing/2014/main" id="{63DFA45F-4BE6-1E0A-D3AC-505175863AFC}"/>
                </a:ext>
              </a:extLst>
            </p:cNvPr>
            <p:cNvSpPr/>
            <p:nvPr/>
          </p:nvSpPr>
          <p:spPr>
            <a:xfrm>
              <a:off x="4202154" y="9699630"/>
              <a:ext cx="78364" cy="41851"/>
            </a:xfrm>
            <a:custGeom>
              <a:avLst/>
              <a:gdLst>
                <a:gd name="connsiteX0" fmla="*/ 0 w 78364"/>
                <a:gd name="connsiteY0" fmla="*/ 0 h 41851"/>
                <a:gd name="connsiteX1" fmla="*/ 78364 w 78364"/>
                <a:gd name="connsiteY1" fmla="*/ 0 h 41851"/>
                <a:gd name="connsiteX2" fmla="*/ 78364 w 78364"/>
                <a:gd name="connsiteY2" fmla="*/ 41852 h 41851"/>
                <a:gd name="connsiteX3" fmla="*/ 0 w 78364"/>
                <a:gd name="connsiteY3" fmla="*/ 41852 h 4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64" h="41851">
                  <a:moveTo>
                    <a:pt x="0" y="0"/>
                  </a:moveTo>
                  <a:lnTo>
                    <a:pt x="78364" y="0"/>
                  </a:lnTo>
                  <a:lnTo>
                    <a:pt x="78364" y="41852"/>
                  </a:lnTo>
                  <a:lnTo>
                    <a:pt x="0" y="41852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>
              <a:extLst>
                <a:ext uri="{FF2B5EF4-FFF2-40B4-BE49-F238E27FC236}">
                  <a16:creationId xmlns:a16="http://schemas.microsoft.com/office/drawing/2014/main" id="{F4868B7D-0EBB-3E8F-F6FD-13C5ADFDBF94}"/>
                </a:ext>
              </a:extLst>
            </p:cNvPr>
            <p:cNvSpPr/>
            <p:nvPr/>
          </p:nvSpPr>
          <p:spPr>
            <a:xfrm>
              <a:off x="4194000" y="9691693"/>
              <a:ext cx="86445" cy="58304"/>
            </a:xfrm>
            <a:custGeom>
              <a:avLst/>
              <a:gdLst>
                <a:gd name="connsiteX0" fmla="*/ 0 w 86445"/>
                <a:gd name="connsiteY0" fmla="*/ 0 h 58304"/>
                <a:gd name="connsiteX1" fmla="*/ 86446 w 86445"/>
                <a:gd name="connsiteY1" fmla="*/ 0 h 58304"/>
                <a:gd name="connsiteX2" fmla="*/ 86446 w 86445"/>
                <a:gd name="connsiteY2" fmla="*/ 58304 h 58304"/>
                <a:gd name="connsiteX3" fmla="*/ 0 w 86445"/>
                <a:gd name="connsiteY3" fmla="*/ 58304 h 5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45" h="58304">
                  <a:moveTo>
                    <a:pt x="0" y="0"/>
                  </a:moveTo>
                  <a:lnTo>
                    <a:pt x="86446" y="0"/>
                  </a:lnTo>
                  <a:lnTo>
                    <a:pt x="86446" y="58304"/>
                  </a:lnTo>
                  <a:lnTo>
                    <a:pt x="0" y="58304"/>
                  </a:lnTo>
                  <a:close/>
                </a:path>
              </a:pathLst>
            </a:custGeom>
            <a:solidFill>
              <a:srgbClr val="00000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>
              <a:extLst>
                <a:ext uri="{FF2B5EF4-FFF2-40B4-BE49-F238E27FC236}">
                  <a16:creationId xmlns:a16="http://schemas.microsoft.com/office/drawing/2014/main" id="{A5709C86-F6D4-0C30-D981-72814068E444}"/>
                </a:ext>
              </a:extLst>
            </p:cNvPr>
            <p:cNvSpPr/>
            <p:nvPr/>
          </p:nvSpPr>
          <p:spPr>
            <a:xfrm>
              <a:off x="3954290" y="9712114"/>
              <a:ext cx="216980" cy="25904"/>
            </a:xfrm>
            <a:custGeom>
              <a:avLst/>
              <a:gdLst>
                <a:gd name="connsiteX0" fmla="*/ 216475 w 216980"/>
                <a:gd name="connsiteY0" fmla="*/ 25255 h 25904"/>
                <a:gd name="connsiteX1" fmla="*/ 216475 w 216980"/>
                <a:gd name="connsiteY1" fmla="*/ 23596 h 25904"/>
                <a:gd name="connsiteX2" fmla="*/ 216475 w 216980"/>
                <a:gd name="connsiteY2" fmla="*/ 18689 h 25904"/>
                <a:gd name="connsiteX3" fmla="*/ 216475 w 216980"/>
                <a:gd name="connsiteY3" fmla="*/ 361 h 25904"/>
                <a:gd name="connsiteX4" fmla="*/ 216475 w 216980"/>
                <a:gd name="connsiteY4" fmla="*/ 361 h 25904"/>
                <a:gd name="connsiteX5" fmla="*/ 0 w 216980"/>
                <a:gd name="connsiteY5" fmla="*/ 361 h 25904"/>
                <a:gd name="connsiteX6" fmla="*/ 0 w 216980"/>
                <a:gd name="connsiteY6" fmla="*/ 361 h 25904"/>
                <a:gd name="connsiteX7" fmla="*/ 0 w 216980"/>
                <a:gd name="connsiteY7" fmla="*/ 0 h 25904"/>
                <a:gd name="connsiteX8" fmla="*/ 0 w 216980"/>
                <a:gd name="connsiteY8" fmla="*/ 24678 h 25904"/>
                <a:gd name="connsiteX9" fmla="*/ 0 w 216980"/>
                <a:gd name="connsiteY9" fmla="*/ 24317 h 25904"/>
                <a:gd name="connsiteX10" fmla="*/ 153481 w 216980"/>
                <a:gd name="connsiteY10" fmla="*/ 24317 h 25904"/>
                <a:gd name="connsiteX11" fmla="*/ 199374 w 216980"/>
                <a:gd name="connsiteY11" fmla="*/ 24317 h 25904"/>
                <a:gd name="connsiteX12" fmla="*/ 199374 w 216980"/>
                <a:gd name="connsiteY12" fmla="*/ 24317 h 25904"/>
                <a:gd name="connsiteX13" fmla="*/ 153553 w 216980"/>
                <a:gd name="connsiteY13" fmla="*/ 24317 h 25904"/>
                <a:gd name="connsiteX14" fmla="*/ 505 w 216980"/>
                <a:gd name="connsiteY14" fmla="*/ 25905 h 25904"/>
                <a:gd name="connsiteX15" fmla="*/ 505 w 216980"/>
                <a:gd name="connsiteY15" fmla="*/ 25905 h 25904"/>
                <a:gd name="connsiteX16" fmla="*/ 505 w 216980"/>
                <a:gd name="connsiteY16" fmla="*/ 577 h 25904"/>
                <a:gd name="connsiteX17" fmla="*/ 505 w 216980"/>
                <a:gd name="connsiteY17" fmla="*/ 577 h 25904"/>
                <a:gd name="connsiteX18" fmla="*/ 216980 w 216980"/>
                <a:gd name="connsiteY18" fmla="*/ 577 h 25904"/>
                <a:gd name="connsiteX19" fmla="*/ 216980 w 216980"/>
                <a:gd name="connsiteY19" fmla="*/ 577 h 25904"/>
                <a:gd name="connsiteX20" fmla="*/ 216980 w 216980"/>
                <a:gd name="connsiteY20" fmla="*/ 577 h 25904"/>
                <a:gd name="connsiteX21" fmla="*/ 216980 w 216980"/>
                <a:gd name="connsiteY21" fmla="*/ 18978 h 25904"/>
                <a:gd name="connsiteX22" fmla="*/ 216980 w 216980"/>
                <a:gd name="connsiteY22" fmla="*/ 25255 h 2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6980" h="25904">
                  <a:moveTo>
                    <a:pt x="216475" y="25255"/>
                  </a:moveTo>
                  <a:cubicBezTo>
                    <a:pt x="216475" y="25255"/>
                    <a:pt x="216475" y="24678"/>
                    <a:pt x="216475" y="23596"/>
                  </a:cubicBezTo>
                  <a:lnTo>
                    <a:pt x="216475" y="18689"/>
                  </a:lnTo>
                  <a:cubicBezTo>
                    <a:pt x="216475" y="14504"/>
                    <a:pt x="216475" y="8370"/>
                    <a:pt x="216475" y="361"/>
                  </a:cubicBezTo>
                  <a:lnTo>
                    <a:pt x="216475" y="361"/>
                  </a:lnTo>
                  <a:lnTo>
                    <a:pt x="0" y="361"/>
                  </a:lnTo>
                  <a:lnTo>
                    <a:pt x="0" y="361"/>
                  </a:lnTo>
                  <a:lnTo>
                    <a:pt x="0" y="0"/>
                  </a:lnTo>
                  <a:lnTo>
                    <a:pt x="0" y="24678"/>
                  </a:lnTo>
                  <a:lnTo>
                    <a:pt x="0" y="24317"/>
                  </a:lnTo>
                  <a:lnTo>
                    <a:pt x="153481" y="24317"/>
                  </a:lnTo>
                  <a:lnTo>
                    <a:pt x="199374" y="24317"/>
                  </a:lnTo>
                  <a:lnTo>
                    <a:pt x="199374" y="24317"/>
                  </a:lnTo>
                  <a:lnTo>
                    <a:pt x="153553" y="24317"/>
                  </a:lnTo>
                  <a:lnTo>
                    <a:pt x="505" y="25905"/>
                  </a:lnTo>
                  <a:lnTo>
                    <a:pt x="505" y="25905"/>
                  </a:lnTo>
                  <a:lnTo>
                    <a:pt x="505" y="577"/>
                  </a:lnTo>
                  <a:lnTo>
                    <a:pt x="505" y="577"/>
                  </a:lnTo>
                  <a:lnTo>
                    <a:pt x="216980" y="577"/>
                  </a:lnTo>
                  <a:lnTo>
                    <a:pt x="216980" y="577"/>
                  </a:lnTo>
                  <a:lnTo>
                    <a:pt x="216980" y="577"/>
                  </a:lnTo>
                  <a:cubicBezTo>
                    <a:pt x="216980" y="8587"/>
                    <a:pt x="216980" y="15009"/>
                    <a:pt x="216980" y="18978"/>
                  </a:cubicBezTo>
                  <a:lnTo>
                    <a:pt x="216980" y="25255"/>
                  </a:ln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>
              <a:extLst>
                <a:ext uri="{FF2B5EF4-FFF2-40B4-BE49-F238E27FC236}">
                  <a16:creationId xmlns:a16="http://schemas.microsoft.com/office/drawing/2014/main" id="{71DF2FB2-672A-3A1F-6736-3DEA2DBAA388}"/>
                </a:ext>
              </a:extLst>
            </p:cNvPr>
            <p:cNvSpPr/>
            <p:nvPr/>
          </p:nvSpPr>
          <p:spPr>
            <a:xfrm>
              <a:off x="4194073" y="9690899"/>
              <a:ext cx="96" cy="59025"/>
            </a:xfrm>
            <a:custGeom>
              <a:avLst/>
              <a:gdLst>
                <a:gd name="connsiteX0" fmla="*/ 0 w 96"/>
                <a:gd name="connsiteY0" fmla="*/ 59026 h 59025"/>
                <a:gd name="connsiteX1" fmla="*/ 0 w 96"/>
                <a:gd name="connsiteY1" fmla="*/ 29513 h 59025"/>
                <a:gd name="connsiteX2" fmla="*/ 0 w 96"/>
                <a:gd name="connsiteY2" fmla="*/ 0 h 59025"/>
                <a:gd name="connsiteX3" fmla="*/ 0 w 96"/>
                <a:gd name="connsiteY3" fmla="*/ 29513 h 59025"/>
                <a:gd name="connsiteX4" fmla="*/ 0 w 96"/>
                <a:gd name="connsiteY4" fmla="*/ 59026 h 5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" h="59025">
                  <a:moveTo>
                    <a:pt x="0" y="59026"/>
                  </a:moveTo>
                  <a:cubicBezTo>
                    <a:pt x="0" y="59026"/>
                    <a:pt x="0" y="45821"/>
                    <a:pt x="0" y="29513"/>
                  </a:cubicBezTo>
                  <a:cubicBezTo>
                    <a:pt x="0" y="13205"/>
                    <a:pt x="0" y="0"/>
                    <a:pt x="0" y="0"/>
                  </a:cubicBezTo>
                  <a:cubicBezTo>
                    <a:pt x="0" y="0"/>
                    <a:pt x="0" y="13205"/>
                    <a:pt x="0" y="29513"/>
                  </a:cubicBezTo>
                  <a:cubicBezTo>
                    <a:pt x="0" y="45821"/>
                    <a:pt x="216" y="59026"/>
                    <a:pt x="0" y="5902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>
              <a:extLst>
                <a:ext uri="{FF2B5EF4-FFF2-40B4-BE49-F238E27FC236}">
                  <a16:creationId xmlns:a16="http://schemas.microsoft.com/office/drawing/2014/main" id="{A1D7364C-B834-00F7-E272-797F6A3F3F03}"/>
                </a:ext>
              </a:extLst>
            </p:cNvPr>
            <p:cNvSpPr/>
            <p:nvPr/>
          </p:nvSpPr>
          <p:spPr>
            <a:xfrm>
              <a:off x="3780677" y="9890200"/>
              <a:ext cx="1687785" cy="3752"/>
            </a:xfrm>
            <a:custGeom>
              <a:avLst/>
              <a:gdLst>
                <a:gd name="connsiteX0" fmla="*/ 1687786 w 1687785"/>
                <a:gd name="connsiteY0" fmla="*/ 1876 h 3752"/>
                <a:gd name="connsiteX1" fmla="*/ 843893 w 1687785"/>
                <a:gd name="connsiteY1" fmla="*/ 3752 h 3752"/>
                <a:gd name="connsiteX2" fmla="*/ 0 w 1687785"/>
                <a:gd name="connsiteY2" fmla="*/ 1876 h 3752"/>
                <a:gd name="connsiteX3" fmla="*/ 844254 w 1687785"/>
                <a:gd name="connsiteY3" fmla="*/ 0 h 3752"/>
                <a:gd name="connsiteX4" fmla="*/ 1687786 w 1687785"/>
                <a:gd name="connsiteY4" fmla="*/ 1876 h 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785" h="3752">
                  <a:moveTo>
                    <a:pt x="1687786" y="1876"/>
                  </a:moveTo>
                  <a:cubicBezTo>
                    <a:pt x="1687786" y="2886"/>
                    <a:pt x="1309892" y="3752"/>
                    <a:pt x="843893" y="3752"/>
                  </a:cubicBezTo>
                  <a:cubicBezTo>
                    <a:pt x="377894" y="3752"/>
                    <a:pt x="0" y="2886"/>
                    <a:pt x="0" y="1876"/>
                  </a:cubicBezTo>
                  <a:cubicBezTo>
                    <a:pt x="0" y="866"/>
                    <a:pt x="377749" y="0"/>
                    <a:pt x="844254" y="0"/>
                  </a:cubicBezTo>
                  <a:cubicBezTo>
                    <a:pt x="1310758" y="0"/>
                    <a:pt x="1687786" y="866"/>
                    <a:pt x="1687786" y="1876"/>
                  </a:cubicBezTo>
                  <a:close/>
                </a:path>
              </a:pathLst>
            </a:custGeom>
            <a:solidFill>
              <a:srgbClr val="263238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D70A1F-4331-1464-4C4C-45D0789A1978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F257D8F-7998-4908-5652-4A9797C1517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A12CDD-8B8F-91E6-3729-137DC5EB7BC2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D2B6B66-028D-6F97-68C2-816E9C689A01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5ECF6B4-FD03-E4F5-6AE6-BAFE0DD35404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9872028-348B-A035-EC8E-656C7340FEF1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3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Product Planning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61141C-4CBB-45A7-5BD7-B5BC9EB54185}"/>
                </a:ext>
              </a:extLst>
            </p:cNvPr>
            <p:cNvSpPr/>
            <p:nvPr/>
          </p:nvSpPr>
          <p:spPr>
            <a:xfrm>
              <a:off x="33193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1C94F12-9DC3-0EFC-6483-7F5C6FBF5059}"/>
                </a:ext>
              </a:extLst>
            </p:cNvPr>
            <p:cNvSpPr/>
            <p:nvPr/>
          </p:nvSpPr>
          <p:spPr>
            <a:xfrm>
              <a:off x="5997016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42DFA50-27CE-31A2-90F0-B368D3C8E320}"/>
                </a:ext>
              </a:extLst>
            </p:cNvPr>
            <p:cNvSpPr/>
            <p:nvPr/>
          </p:nvSpPr>
          <p:spPr>
            <a:xfrm>
              <a:off x="86746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0EE5A94-508C-8D1E-0774-81EFE64D4A27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产品规划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7D24CC-905D-BBF6-D213-0835C139F209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Product Planning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7A4F52-C976-D107-627E-394C9CCE2030}"/>
              </a:ext>
            </a:extLst>
          </p:cNvPr>
          <p:cNvSpPr txBox="1"/>
          <p:nvPr/>
        </p:nvSpPr>
        <p:spPr>
          <a:xfrm>
            <a:off x="1459825" y="3191984"/>
            <a:ext cx="1903390" cy="591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56CE49-9DB6-42A1-3824-B4341A8BE237}"/>
              </a:ext>
            </a:extLst>
          </p:cNvPr>
          <p:cNvSpPr txBox="1"/>
          <p:nvPr/>
        </p:nvSpPr>
        <p:spPr>
          <a:xfrm>
            <a:off x="1459825" y="2848522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输入标题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7726CA-389D-B4B1-B573-679B4514AA16}"/>
              </a:ext>
            </a:extLst>
          </p:cNvPr>
          <p:cNvSpPr txBox="1"/>
          <p:nvPr/>
        </p:nvSpPr>
        <p:spPr>
          <a:xfrm>
            <a:off x="3615034" y="3191984"/>
            <a:ext cx="1903390" cy="591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ADC5E59-30E9-C4ED-F47F-C9A02CD3EE0D}"/>
              </a:ext>
            </a:extLst>
          </p:cNvPr>
          <p:cNvSpPr txBox="1"/>
          <p:nvPr/>
        </p:nvSpPr>
        <p:spPr>
          <a:xfrm>
            <a:off x="3615034" y="2848522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输入标题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3AE890-772A-03F2-568B-36B502646CF6}"/>
              </a:ext>
            </a:extLst>
          </p:cNvPr>
          <p:cNvSpPr txBox="1"/>
          <p:nvPr/>
        </p:nvSpPr>
        <p:spPr>
          <a:xfrm>
            <a:off x="5770244" y="3191984"/>
            <a:ext cx="1903390" cy="591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1BB3EA-0504-9959-A983-DBF85EB344EE}"/>
              </a:ext>
            </a:extLst>
          </p:cNvPr>
          <p:cNvSpPr txBox="1"/>
          <p:nvPr/>
        </p:nvSpPr>
        <p:spPr>
          <a:xfrm>
            <a:off x="5770244" y="2848522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输入标题</a:t>
            </a:r>
          </a:p>
        </p:txBody>
      </p: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E6CE68EE-ED34-B0E0-5A2B-4A4CB3E6B266}"/>
              </a:ext>
            </a:extLst>
          </p:cNvPr>
          <p:cNvGrpSpPr/>
          <p:nvPr/>
        </p:nvGrpSpPr>
        <p:grpSpPr>
          <a:xfrm>
            <a:off x="10922561" y="2518778"/>
            <a:ext cx="1028546" cy="850098"/>
            <a:chOff x="1814366" y="8251844"/>
            <a:chExt cx="1028546" cy="850098"/>
          </a:xfrm>
        </p:grpSpPr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1027651D-DCDC-DD8A-FC2B-6A1E4B7970EC}"/>
                </a:ext>
              </a:extLst>
            </p:cNvPr>
            <p:cNvSpPr/>
            <p:nvPr/>
          </p:nvSpPr>
          <p:spPr>
            <a:xfrm>
              <a:off x="2139945" y="8251844"/>
              <a:ext cx="453154" cy="102970"/>
            </a:xfrm>
            <a:custGeom>
              <a:avLst/>
              <a:gdLst>
                <a:gd name="connsiteX0" fmla="*/ 453155 w 453154"/>
                <a:gd name="connsiteY0" fmla="*/ 102970 h 102970"/>
                <a:gd name="connsiteX1" fmla="*/ 451928 w 453154"/>
                <a:gd name="connsiteY1" fmla="*/ 102970 h 102970"/>
                <a:gd name="connsiteX2" fmla="*/ 448465 w 453154"/>
                <a:gd name="connsiteY2" fmla="*/ 101599 h 102970"/>
                <a:gd name="connsiteX3" fmla="*/ 435115 w 453154"/>
                <a:gd name="connsiteY3" fmla="*/ 96043 h 102970"/>
                <a:gd name="connsiteX4" fmla="*/ 386481 w 453154"/>
                <a:gd name="connsiteY4" fmla="*/ 75189 h 102970"/>
                <a:gd name="connsiteX5" fmla="*/ 226289 w 453154"/>
                <a:gd name="connsiteY5" fmla="*/ 5484 h 102970"/>
                <a:gd name="connsiteX6" fmla="*/ 220805 w 453154"/>
                <a:gd name="connsiteY6" fmla="*/ 3031 h 102970"/>
                <a:gd name="connsiteX7" fmla="*/ 221959 w 453154"/>
                <a:gd name="connsiteY7" fmla="*/ 3031 h 102970"/>
                <a:gd name="connsiteX8" fmla="*/ 65015 w 453154"/>
                <a:gd name="connsiteY8" fmla="*/ 69633 h 102970"/>
                <a:gd name="connsiteX9" fmla="*/ 17534 w 453154"/>
                <a:gd name="connsiteY9" fmla="*/ 89549 h 102970"/>
                <a:gd name="connsiteX10" fmla="*/ 4618 w 453154"/>
                <a:gd name="connsiteY10" fmla="*/ 94816 h 102970"/>
                <a:gd name="connsiteX11" fmla="*/ 0 w 453154"/>
                <a:gd name="connsiteY11" fmla="*/ 96476 h 102970"/>
                <a:gd name="connsiteX12" fmla="*/ 4330 w 453154"/>
                <a:gd name="connsiteY12" fmla="*/ 94311 h 102970"/>
                <a:gd name="connsiteX13" fmla="*/ 17102 w 453154"/>
                <a:gd name="connsiteY13" fmla="*/ 88538 h 102970"/>
                <a:gd name="connsiteX14" fmla="*/ 64582 w 453154"/>
                <a:gd name="connsiteY14" fmla="*/ 67901 h 102970"/>
                <a:gd name="connsiteX15" fmla="*/ 221166 w 453154"/>
                <a:gd name="connsiteY15" fmla="*/ 0 h 102970"/>
                <a:gd name="connsiteX16" fmla="*/ 221743 w 453154"/>
                <a:gd name="connsiteY16" fmla="*/ 0 h 102970"/>
                <a:gd name="connsiteX17" fmla="*/ 222320 w 453154"/>
                <a:gd name="connsiteY17" fmla="*/ 0 h 102970"/>
                <a:gd name="connsiteX18" fmla="*/ 227876 w 453154"/>
                <a:gd name="connsiteY18" fmla="*/ 2453 h 102970"/>
                <a:gd name="connsiteX19" fmla="*/ 387635 w 453154"/>
                <a:gd name="connsiteY19" fmla="*/ 72952 h 102970"/>
                <a:gd name="connsiteX20" fmla="*/ 435981 w 453154"/>
                <a:gd name="connsiteY20" fmla="*/ 94600 h 102970"/>
                <a:gd name="connsiteX21" fmla="*/ 449042 w 453154"/>
                <a:gd name="connsiteY21" fmla="*/ 100661 h 102970"/>
                <a:gd name="connsiteX22" fmla="*/ 452434 w 453154"/>
                <a:gd name="connsiteY22" fmla="*/ 102248 h 10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3154" h="102970">
                  <a:moveTo>
                    <a:pt x="453155" y="102970"/>
                  </a:moveTo>
                  <a:cubicBezTo>
                    <a:pt x="453155" y="102970"/>
                    <a:pt x="452722" y="102970"/>
                    <a:pt x="451928" y="102970"/>
                  </a:cubicBezTo>
                  <a:lnTo>
                    <a:pt x="448465" y="101599"/>
                  </a:lnTo>
                  <a:lnTo>
                    <a:pt x="435115" y="96043"/>
                  </a:lnTo>
                  <a:lnTo>
                    <a:pt x="386481" y="75189"/>
                  </a:lnTo>
                  <a:lnTo>
                    <a:pt x="226289" y="5484"/>
                  </a:lnTo>
                  <a:lnTo>
                    <a:pt x="220805" y="3031"/>
                  </a:lnTo>
                  <a:lnTo>
                    <a:pt x="221959" y="3031"/>
                  </a:lnTo>
                  <a:lnTo>
                    <a:pt x="65015" y="69633"/>
                  </a:lnTo>
                  <a:lnTo>
                    <a:pt x="17534" y="89549"/>
                  </a:lnTo>
                  <a:lnTo>
                    <a:pt x="4618" y="94816"/>
                  </a:lnTo>
                  <a:cubicBezTo>
                    <a:pt x="3146" y="95536"/>
                    <a:pt x="1595" y="96092"/>
                    <a:pt x="0" y="96476"/>
                  </a:cubicBezTo>
                  <a:cubicBezTo>
                    <a:pt x="1393" y="95658"/>
                    <a:pt x="2836" y="94935"/>
                    <a:pt x="4330" y="94311"/>
                  </a:cubicBezTo>
                  <a:lnTo>
                    <a:pt x="17102" y="88538"/>
                  </a:lnTo>
                  <a:lnTo>
                    <a:pt x="64582" y="67901"/>
                  </a:lnTo>
                  <a:lnTo>
                    <a:pt x="221166" y="0"/>
                  </a:lnTo>
                  <a:lnTo>
                    <a:pt x="221743" y="0"/>
                  </a:lnTo>
                  <a:lnTo>
                    <a:pt x="222320" y="0"/>
                  </a:lnTo>
                  <a:lnTo>
                    <a:pt x="227876" y="2453"/>
                  </a:lnTo>
                  <a:lnTo>
                    <a:pt x="387635" y="72952"/>
                  </a:lnTo>
                  <a:lnTo>
                    <a:pt x="435981" y="94600"/>
                  </a:lnTo>
                  <a:lnTo>
                    <a:pt x="449042" y="100661"/>
                  </a:lnTo>
                  <a:lnTo>
                    <a:pt x="452434" y="102248"/>
                  </a:ln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53" name="组合 352">
              <a:extLst>
                <a:ext uri="{FF2B5EF4-FFF2-40B4-BE49-F238E27FC236}">
                  <a16:creationId xmlns:a16="http://schemas.microsoft.com/office/drawing/2014/main" id="{C74A5CFE-39D4-6733-00FE-A28A5F3A0ADF}"/>
                </a:ext>
              </a:extLst>
            </p:cNvPr>
            <p:cNvGrpSpPr/>
            <p:nvPr/>
          </p:nvGrpSpPr>
          <p:grpSpPr>
            <a:xfrm>
              <a:off x="1814366" y="8331796"/>
              <a:ext cx="1028546" cy="770146"/>
              <a:chOff x="1814366" y="8331796"/>
              <a:chExt cx="1028546" cy="770146"/>
            </a:xfrm>
          </p:grpSpPr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90AB2792-B9EC-BF3E-4F46-278D41860E92}"/>
                  </a:ext>
                </a:extLst>
              </p:cNvPr>
              <p:cNvSpPr/>
              <p:nvPr/>
            </p:nvSpPr>
            <p:spPr>
              <a:xfrm>
                <a:off x="1814366" y="8331796"/>
                <a:ext cx="1028546" cy="770146"/>
              </a:xfrm>
              <a:custGeom>
                <a:avLst/>
                <a:gdLst>
                  <a:gd name="connsiteX0" fmla="*/ 0 w 1028546"/>
                  <a:gd name="connsiteY0" fmla="*/ 0 h 770146"/>
                  <a:gd name="connsiteX1" fmla="*/ 1028546 w 1028546"/>
                  <a:gd name="connsiteY1" fmla="*/ 0 h 770146"/>
                  <a:gd name="connsiteX2" fmla="*/ 1028546 w 1028546"/>
                  <a:gd name="connsiteY2" fmla="*/ 770147 h 770146"/>
                  <a:gd name="connsiteX3" fmla="*/ 0 w 1028546"/>
                  <a:gd name="connsiteY3" fmla="*/ 770147 h 77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546" h="770146">
                    <a:moveTo>
                      <a:pt x="0" y="0"/>
                    </a:moveTo>
                    <a:lnTo>
                      <a:pt x="1028546" y="0"/>
                    </a:lnTo>
                    <a:lnTo>
                      <a:pt x="1028546" y="770147"/>
                    </a:lnTo>
                    <a:lnTo>
                      <a:pt x="0" y="770147"/>
                    </a:lnTo>
                    <a:close/>
                  </a:path>
                </a:pathLst>
              </a:custGeom>
              <a:solidFill>
                <a:schemeClr val="accent1"/>
              </a:solidFill>
              <a:ln w="7214" cap="flat">
                <a:noFill/>
                <a:prstDash val="solid"/>
                <a:miter/>
              </a:ln>
              <a:effectLst>
                <a:outerShdw blurRad="76200" dist="38100" dir="2700004" rotWithShape="0">
                  <a:schemeClr val="accent1">
                    <a:lumMod val="80000"/>
                    <a:alpha val="8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B1128B76-E762-566D-D283-221E3631AD08}"/>
                  </a:ext>
                </a:extLst>
              </p:cNvPr>
              <p:cNvSpPr/>
              <p:nvPr/>
            </p:nvSpPr>
            <p:spPr>
              <a:xfrm>
                <a:off x="1814366" y="8331796"/>
                <a:ext cx="1028546" cy="770146"/>
              </a:xfrm>
              <a:custGeom>
                <a:avLst/>
                <a:gdLst>
                  <a:gd name="connsiteX0" fmla="*/ 0 w 1028546"/>
                  <a:gd name="connsiteY0" fmla="*/ 0 h 770146"/>
                  <a:gd name="connsiteX1" fmla="*/ 1028546 w 1028546"/>
                  <a:gd name="connsiteY1" fmla="*/ 0 h 770146"/>
                  <a:gd name="connsiteX2" fmla="*/ 1028546 w 1028546"/>
                  <a:gd name="connsiteY2" fmla="*/ 770147 h 770146"/>
                  <a:gd name="connsiteX3" fmla="*/ 0 w 1028546"/>
                  <a:gd name="connsiteY3" fmla="*/ 770147 h 77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546" h="770146">
                    <a:moveTo>
                      <a:pt x="0" y="0"/>
                    </a:moveTo>
                    <a:lnTo>
                      <a:pt x="1028546" y="0"/>
                    </a:lnTo>
                    <a:lnTo>
                      <a:pt x="1028546" y="770147"/>
                    </a:lnTo>
                    <a:lnTo>
                      <a:pt x="0" y="770147"/>
                    </a:lnTo>
                    <a:close/>
                  </a:path>
                </a:pathLst>
              </a:custGeom>
              <a:solidFill>
                <a:schemeClr val="accent1"/>
              </a:solidFill>
              <a:ln w="7214" cap="flat">
                <a:noFill/>
                <a:prstDash val="solid"/>
                <a:miter/>
              </a:ln>
              <a:effectLst>
                <a:outerShdw blurRad="76200" dist="50800" dir="13500008" rotWithShape="0">
                  <a:schemeClr val="accent1">
                    <a:lumMod val="6107"/>
                    <a:lumOff val="93893"/>
                  </a:schemeClr>
                </a:outerShdw>
              </a:effectLst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41517F07-FF92-AD7E-8E6A-60FD25B02AA4}"/>
                </a:ext>
              </a:extLst>
            </p:cNvPr>
            <p:cNvSpPr/>
            <p:nvPr/>
          </p:nvSpPr>
          <p:spPr>
            <a:xfrm>
              <a:off x="1850301" y="8367659"/>
              <a:ext cx="960500" cy="702678"/>
            </a:xfrm>
            <a:custGeom>
              <a:avLst/>
              <a:gdLst>
                <a:gd name="connsiteX0" fmla="*/ 0 w 960500"/>
                <a:gd name="connsiteY0" fmla="*/ 0 h 702678"/>
                <a:gd name="connsiteX1" fmla="*/ 960501 w 960500"/>
                <a:gd name="connsiteY1" fmla="*/ 0 h 702678"/>
                <a:gd name="connsiteX2" fmla="*/ 960501 w 960500"/>
                <a:gd name="connsiteY2" fmla="*/ 702679 h 702678"/>
                <a:gd name="connsiteX3" fmla="*/ 0 w 960500"/>
                <a:gd name="connsiteY3" fmla="*/ 702679 h 70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0500" h="702678">
                  <a:moveTo>
                    <a:pt x="0" y="0"/>
                  </a:moveTo>
                  <a:lnTo>
                    <a:pt x="960501" y="0"/>
                  </a:lnTo>
                  <a:lnTo>
                    <a:pt x="960501" y="702679"/>
                  </a:lnTo>
                  <a:lnTo>
                    <a:pt x="0" y="702679"/>
                  </a:lnTo>
                  <a:close/>
                </a:path>
              </a:pathLst>
            </a:custGeom>
            <a:solidFill>
              <a:srgbClr val="FAFAFA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FC72CBE7-0B80-9406-2B22-582345EA9D78}"/>
                </a:ext>
              </a:extLst>
            </p:cNvPr>
            <p:cNvSpPr/>
            <p:nvPr/>
          </p:nvSpPr>
          <p:spPr>
            <a:xfrm>
              <a:off x="2062447" y="8674404"/>
              <a:ext cx="155212" cy="154202"/>
            </a:xfrm>
            <a:custGeom>
              <a:avLst/>
              <a:gdLst>
                <a:gd name="connsiteX0" fmla="*/ 0 w 155212"/>
                <a:gd name="connsiteY0" fmla="*/ 216 h 154202"/>
                <a:gd name="connsiteX1" fmla="*/ 7216 w 155212"/>
                <a:gd name="connsiteY1" fmla="*/ 154203 h 154202"/>
                <a:gd name="connsiteX2" fmla="*/ 155213 w 155212"/>
                <a:gd name="connsiteY2" fmla="*/ 146987 h 154202"/>
                <a:gd name="connsiteX3" fmla="*/ 147203 w 155212"/>
                <a:gd name="connsiteY3" fmla="*/ 0 h 15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12" h="154202">
                  <a:moveTo>
                    <a:pt x="0" y="216"/>
                  </a:moveTo>
                  <a:cubicBezTo>
                    <a:pt x="0" y="216"/>
                    <a:pt x="1010" y="118195"/>
                    <a:pt x="7216" y="154203"/>
                  </a:cubicBezTo>
                  <a:lnTo>
                    <a:pt x="155213" y="146987"/>
                  </a:lnTo>
                  <a:cubicBezTo>
                    <a:pt x="155213" y="146987"/>
                    <a:pt x="142224" y="31028"/>
                    <a:pt x="147203" y="0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DE7D5DF7-7424-DD5B-D3B6-2E212B632BF9}"/>
                </a:ext>
              </a:extLst>
            </p:cNvPr>
            <p:cNvSpPr/>
            <p:nvPr/>
          </p:nvSpPr>
          <p:spPr>
            <a:xfrm>
              <a:off x="2102493" y="8691145"/>
              <a:ext cx="68559" cy="83631"/>
            </a:xfrm>
            <a:custGeom>
              <a:avLst/>
              <a:gdLst>
                <a:gd name="connsiteX0" fmla="*/ 32834 w 68559"/>
                <a:gd name="connsiteY0" fmla="*/ 216 h 83631"/>
                <a:gd name="connsiteX1" fmla="*/ 33411 w 68559"/>
                <a:gd name="connsiteY1" fmla="*/ 216 h 83631"/>
                <a:gd name="connsiteX2" fmla="*/ 34999 w 68559"/>
                <a:gd name="connsiteY2" fmla="*/ 216 h 83631"/>
                <a:gd name="connsiteX3" fmla="*/ 41132 w 68559"/>
                <a:gd name="connsiteY3" fmla="*/ 216 h 83631"/>
                <a:gd name="connsiteX4" fmla="*/ 50513 w 68559"/>
                <a:gd name="connsiteY4" fmla="*/ 3031 h 83631"/>
                <a:gd name="connsiteX5" fmla="*/ 60760 w 68559"/>
                <a:gd name="connsiteY5" fmla="*/ 11112 h 83631"/>
                <a:gd name="connsiteX6" fmla="*/ 67976 w 68559"/>
                <a:gd name="connsiteY6" fmla="*/ 25544 h 83631"/>
                <a:gd name="connsiteX7" fmla="*/ 66388 w 68559"/>
                <a:gd name="connsiteY7" fmla="*/ 43800 h 83631"/>
                <a:gd name="connsiteX8" fmla="*/ 62275 w 68559"/>
                <a:gd name="connsiteY8" fmla="*/ 52892 h 83631"/>
                <a:gd name="connsiteX9" fmla="*/ 57512 w 68559"/>
                <a:gd name="connsiteY9" fmla="*/ 62128 h 83631"/>
                <a:gd name="connsiteX10" fmla="*/ 51523 w 68559"/>
                <a:gd name="connsiteY10" fmla="*/ 83126 h 83631"/>
                <a:gd name="connsiteX11" fmla="*/ 51523 w 68559"/>
                <a:gd name="connsiteY11" fmla="*/ 83632 h 83631"/>
                <a:gd name="connsiteX12" fmla="*/ 51090 w 68559"/>
                <a:gd name="connsiteY12" fmla="*/ 83632 h 83631"/>
                <a:gd name="connsiteX13" fmla="*/ 36659 w 68559"/>
                <a:gd name="connsiteY13" fmla="*/ 83632 h 83631"/>
                <a:gd name="connsiteX14" fmla="*/ 21361 w 68559"/>
                <a:gd name="connsiteY14" fmla="*/ 83632 h 83631"/>
                <a:gd name="connsiteX15" fmla="*/ 20784 w 68559"/>
                <a:gd name="connsiteY15" fmla="*/ 83632 h 83631"/>
                <a:gd name="connsiteX16" fmla="*/ 20784 w 68559"/>
                <a:gd name="connsiteY16" fmla="*/ 83054 h 83631"/>
                <a:gd name="connsiteX17" fmla="*/ 13568 w 68559"/>
                <a:gd name="connsiteY17" fmla="*/ 62850 h 83631"/>
                <a:gd name="connsiteX18" fmla="*/ 8084 w 68559"/>
                <a:gd name="connsiteY18" fmla="*/ 54119 h 83631"/>
                <a:gd name="connsiteX19" fmla="*/ 2888 w 68559"/>
                <a:gd name="connsiteY19" fmla="*/ 45604 h 83631"/>
                <a:gd name="connsiteX20" fmla="*/ 579 w 68559"/>
                <a:gd name="connsiteY20" fmla="*/ 27637 h 83631"/>
                <a:gd name="connsiteX21" fmla="*/ 6280 w 68559"/>
                <a:gd name="connsiteY21" fmla="*/ 13205 h 83631"/>
                <a:gd name="connsiteX22" fmla="*/ 15877 w 68559"/>
                <a:gd name="connsiteY22" fmla="*/ 4546 h 83631"/>
                <a:gd name="connsiteX23" fmla="*/ 24969 w 68559"/>
                <a:gd name="connsiteY23" fmla="*/ 1010 h 83631"/>
                <a:gd name="connsiteX24" fmla="*/ 31030 w 68559"/>
                <a:gd name="connsiteY24" fmla="*/ 72 h 83631"/>
                <a:gd name="connsiteX25" fmla="*/ 32618 w 68559"/>
                <a:gd name="connsiteY25" fmla="*/ 72 h 83631"/>
                <a:gd name="connsiteX26" fmla="*/ 33123 w 68559"/>
                <a:gd name="connsiteY26" fmla="*/ 72 h 83631"/>
                <a:gd name="connsiteX27" fmla="*/ 32618 w 68559"/>
                <a:gd name="connsiteY27" fmla="*/ 72 h 83631"/>
                <a:gd name="connsiteX28" fmla="*/ 31030 w 68559"/>
                <a:gd name="connsiteY28" fmla="*/ 72 h 83631"/>
                <a:gd name="connsiteX29" fmla="*/ 25041 w 68559"/>
                <a:gd name="connsiteY29" fmla="*/ 1227 h 83631"/>
                <a:gd name="connsiteX30" fmla="*/ 16165 w 68559"/>
                <a:gd name="connsiteY30" fmla="*/ 4835 h 83631"/>
                <a:gd name="connsiteX31" fmla="*/ 6857 w 68559"/>
                <a:gd name="connsiteY31" fmla="*/ 13421 h 83631"/>
                <a:gd name="connsiteX32" fmla="*/ 1445 w 68559"/>
                <a:gd name="connsiteY32" fmla="*/ 27853 h 83631"/>
                <a:gd name="connsiteX33" fmla="*/ 3754 w 68559"/>
                <a:gd name="connsiteY33" fmla="*/ 45243 h 83631"/>
                <a:gd name="connsiteX34" fmla="*/ 8950 w 68559"/>
                <a:gd name="connsiteY34" fmla="*/ 53614 h 83631"/>
                <a:gd name="connsiteX35" fmla="*/ 14506 w 68559"/>
                <a:gd name="connsiteY35" fmla="*/ 62417 h 83631"/>
                <a:gd name="connsiteX36" fmla="*/ 21722 w 68559"/>
                <a:gd name="connsiteY36" fmla="*/ 83126 h 83631"/>
                <a:gd name="connsiteX37" fmla="*/ 21144 w 68559"/>
                <a:gd name="connsiteY37" fmla="*/ 82549 h 83631"/>
                <a:gd name="connsiteX38" fmla="*/ 36514 w 68559"/>
                <a:gd name="connsiteY38" fmla="*/ 82549 h 83631"/>
                <a:gd name="connsiteX39" fmla="*/ 50946 w 68559"/>
                <a:gd name="connsiteY39" fmla="*/ 82549 h 83631"/>
                <a:gd name="connsiteX40" fmla="*/ 50441 w 68559"/>
                <a:gd name="connsiteY40" fmla="*/ 83054 h 83631"/>
                <a:gd name="connsiteX41" fmla="*/ 56502 w 68559"/>
                <a:gd name="connsiteY41" fmla="*/ 61407 h 83631"/>
                <a:gd name="connsiteX42" fmla="*/ 61337 w 68559"/>
                <a:gd name="connsiteY42" fmla="*/ 52098 h 83631"/>
                <a:gd name="connsiteX43" fmla="*/ 65450 w 68559"/>
                <a:gd name="connsiteY43" fmla="*/ 43151 h 83631"/>
                <a:gd name="connsiteX44" fmla="*/ 67109 w 68559"/>
                <a:gd name="connsiteY44" fmla="*/ 25400 h 83631"/>
                <a:gd name="connsiteX45" fmla="*/ 60255 w 68559"/>
                <a:gd name="connsiteY45" fmla="*/ 11473 h 83631"/>
                <a:gd name="connsiteX46" fmla="*/ 50369 w 68559"/>
                <a:gd name="connsiteY46" fmla="*/ 3391 h 83631"/>
                <a:gd name="connsiteX47" fmla="*/ 41132 w 68559"/>
                <a:gd name="connsiteY47" fmla="*/ 505 h 83631"/>
                <a:gd name="connsiteX48" fmla="*/ 35071 w 68559"/>
                <a:gd name="connsiteY48" fmla="*/ 0 h 83631"/>
                <a:gd name="connsiteX49" fmla="*/ 32906 w 68559"/>
                <a:gd name="connsiteY49" fmla="*/ 0 h 8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8559" h="83631">
                  <a:moveTo>
                    <a:pt x="32834" y="216"/>
                  </a:moveTo>
                  <a:cubicBezTo>
                    <a:pt x="32834" y="216"/>
                    <a:pt x="32834" y="216"/>
                    <a:pt x="33411" y="216"/>
                  </a:cubicBezTo>
                  <a:lnTo>
                    <a:pt x="34999" y="216"/>
                  </a:lnTo>
                  <a:cubicBezTo>
                    <a:pt x="37041" y="65"/>
                    <a:pt x="39090" y="65"/>
                    <a:pt x="41132" y="216"/>
                  </a:cubicBezTo>
                  <a:cubicBezTo>
                    <a:pt x="44380" y="693"/>
                    <a:pt x="47540" y="1638"/>
                    <a:pt x="50513" y="3031"/>
                  </a:cubicBezTo>
                  <a:cubicBezTo>
                    <a:pt x="54482" y="4936"/>
                    <a:pt x="57982" y="7699"/>
                    <a:pt x="60760" y="11112"/>
                  </a:cubicBezTo>
                  <a:cubicBezTo>
                    <a:pt x="64223" y="15319"/>
                    <a:pt x="66691" y="20248"/>
                    <a:pt x="67976" y="25544"/>
                  </a:cubicBezTo>
                  <a:cubicBezTo>
                    <a:pt x="69123" y="31663"/>
                    <a:pt x="68574" y="37970"/>
                    <a:pt x="66388" y="43800"/>
                  </a:cubicBezTo>
                  <a:cubicBezTo>
                    <a:pt x="65320" y="46961"/>
                    <a:pt x="63942" y="50006"/>
                    <a:pt x="62275" y="52892"/>
                  </a:cubicBezTo>
                  <a:cubicBezTo>
                    <a:pt x="60500" y="55872"/>
                    <a:pt x="58912" y="58953"/>
                    <a:pt x="57512" y="62128"/>
                  </a:cubicBezTo>
                  <a:cubicBezTo>
                    <a:pt x="54568" y="68825"/>
                    <a:pt x="52555" y="75889"/>
                    <a:pt x="51523" y="83126"/>
                  </a:cubicBezTo>
                  <a:lnTo>
                    <a:pt x="51523" y="83632"/>
                  </a:lnTo>
                  <a:lnTo>
                    <a:pt x="51090" y="83632"/>
                  </a:lnTo>
                  <a:lnTo>
                    <a:pt x="36659" y="83632"/>
                  </a:lnTo>
                  <a:lnTo>
                    <a:pt x="21361" y="83632"/>
                  </a:lnTo>
                  <a:lnTo>
                    <a:pt x="20784" y="83632"/>
                  </a:lnTo>
                  <a:lnTo>
                    <a:pt x="20784" y="83054"/>
                  </a:lnTo>
                  <a:cubicBezTo>
                    <a:pt x="20084" y="75824"/>
                    <a:pt x="17609" y="68882"/>
                    <a:pt x="13568" y="62850"/>
                  </a:cubicBezTo>
                  <a:cubicBezTo>
                    <a:pt x="11836" y="59819"/>
                    <a:pt x="9888" y="57005"/>
                    <a:pt x="8084" y="54119"/>
                  </a:cubicBezTo>
                  <a:cubicBezTo>
                    <a:pt x="6164" y="51398"/>
                    <a:pt x="4426" y="48555"/>
                    <a:pt x="2888" y="45604"/>
                  </a:cubicBezTo>
                  <a:cubicBezTo>
                    <a:pt x="132" y="40041"/>
                    <a:pt x="-683" y="33712"/>
                    <a:pt x="579" y="27637"/>
                  </a:cubicBezTo>
                  <a:cubicBezTo>
                    <a:pt x="1452" y="22485"/>
                    <a:pt x="3394" y="17563"/>
                    <a:pt x="6280" y="13205"/>
                  </a:cubicBezTo>
                  <a:cubicBezTo>
                    <a:pt x="8784" y="9633"/>
                    <a:pt x="12067" y="6667"/>
                    <a:pt x="15877" y="4546"/>
                  </a:cubicBezTo>
                  <a:cubicBezTo>
                    <a:pt x="18734" y="2958"/>
                    <a:pt x="21794" y="1775"/>
                    <a:pt x="24969" y="1010"/>
                  </a:cubicBezTo>
                  <a:cubicBezTo>
                    <a:pt x="26961" y="534"/>
                    <a:pt x="28988" y="224"/>
                    <a:pt x="31030" y="72"/>
                  </a:cubicBezTo>
                  <a:lnTo>
                    <a:pt x="32618" y="72"/>
                  </a:lnTo>
                  <a:cubicBezTo>
                    <a:pt x="32618" y="72"/>
                    <a:pt x="33123" y="72"/>
                    <a:pt x="33123" y="72"/>
                  </a:cubicBezTo>
                  <a:lnTo>
                    <a:pt x="32618" y="72"/>
                  </a:lnTo>
                  <a:lnTo>
                    <a:pt x="31030" y="72"/>
                  </a:lnTo>
                  <a:cubicBezTo>
                    <a:pt x="29003" y="289"/>
                    <a:pt x="27004" y="671"/>
                    <a:pt x="25041" y="1227"/>
                  </a:cubicBezTo>
                  <a:cubicBezTo>
                    <a:pt x="21931" y="2020"/>
                    <a:pt x="18944" y="3233"/>
                    <a:pt x="16165" y="4835"/>
                  </a:cubicBezTo>
                  <a:cubicBezTo>
                    <a:pt x="12464" y="6970"/>
                    <a:pt x="9289" y="9907"/>
                    <a:pt x="6857" y="13421"/>
                  </a:cubicBezTo>
                  <a:cubicBezTo>
                    <a:pt x="4050" y="17794"/>
                    <a:pt x="2203" y="22715"/>
                    <a:pt x="1445" y="27853"/>
                  </a:cubicBezTo>
                  <a:cubicBezTo>
                    <a:pt x="255" y="33748"/>
                    <a:pt x="1063" y="39867"/>
                    <a:pt x="3754" y="45243"/>
                  </a:cubicBezTo>
                  <a:cubicBezTo>
                    <a:pt x="5298" y="48144"/>
                    <a:pt x="7038" y="50937"/>
                    <a:pt x="8950" y="53614"/>
                  </a:cubicBezTo>
                  <a:cubicBezTo>
                    <a:pt x="10754" y="56428"/>
                    <a:pt x="12702" y="59314"/>
                    <a:pt x="14506" y="62417"/>
                  </a:cubicBezTo>
                  <a:cubicBezTo>
                    <a:pt x="18590" y="68615"/>
                    <a:pt x="21073" y="75730"/>
                    <a:pt x="21722" y="83126"/>
                  </a:cubicBezTo>
                  <a:lnTo>
                    <a:pt x="21144" y="82549"/>
                  </a:lnTo>
                  <a:lnTo>
                    <a:pt x="36514" y="82549"/>
                  </a:lnTo>
                  <a:lnTo>
                    <a:pt x="50946" y="82549"/>
                  </a:lnTo>
                  <a:lnTo>
                    <a:pt x="50441" y="83054"/>
                  </a:lnTo>
                  <a:cubicBezTo>
                    <a:pt x="51451" y="75593"/>
                    <a:pt x="53486" y="68305"/>
                    <a:pt x="56502" y="61407"/>
                  </a:cubicBezTo>
                  <a:cubicBezTo>
                    <a:pt x="57945" y="58160"/>
                    <a:pt x="59677" y="55057"/>
                    <a:pt x="61337" y="52098"/>
                  </a:cubicBezTo>
                  <a:cubicBezTo>
                    <a:pt x="63004" y="49263"/>
                    <a:pt x="64375" y="46261"/>
                    <a:pt x="65450" y="43151"/>
                  </a:cubicBezTo>
                  <a:cubicBezTo>
                    <a:pt x="67622" y="37501"/>
                    <a:pt x="68192" y="31360"/>
                    <a:pt x="67109" y="25400"/>
                  </a:cubicBezTo>
                  <a:cubicBezTo>
                    <a:pt x="65912" y="20298"/>
                    <a:pt x="63566" y="15536"/>
                    <a:pt x="60255" y="11473"/>
                  </a:cubicBezTo>
                  <a:cubicBezTo>
                    <a:pt x="57585" y="8096"/>
                    <a:pt x="54215" y="5332"/>
                    <a:pt x="50369" y="3391"/>
                  </a:cubicBezTo>
                  <a:cubicBezTo>
                    <a:pt x="47446" y="1984"/>
                    <a:pt x="44336" y="1010"/>
                    <a:pt x="41132" y="505"/>
                  </a:cubicBezTo>
                  <a:cubicBezTo>
                    <a:pt x="39126" y="166"/>
                    <a:pt x="37099" y="0"/>
                    <a:pt x="35071" y="0"/>
                  </a:cubicBezTo>
                  <a:lnTo>
                    <a:pt x="32906" y="0"/>
                  </a:ln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77CD09AC-0E42-1D02-E08C-AE3C26A9FF3B}"/>
                </a:ext>
              </a:extLst>
            </p:cNvPr>
            <p:cNvSpPr/>
            <p:nvPr/>
          </p:nvSpPr>
          <p:spPr>
            <a:xfrm>
              <a:off x="2117765" y="8719308"/>
              <a:ext cx="38704" cy="54674"/>
            </a:xfrm>
            <a:custGeom>
              <a:avLst/>
              <a:gdLst>
                <a:gd name="connsiteX0" fmla="*/ 25139 w 38704"/>
                <a:gd name="connsiteY0" fmla="*/ 54169 h 54674"/>
                <a:gd name="connsiteX1" fmla="*/ 25139 w 38704"/>
                <a:gd name="connsiteY1" fmla="*/ 53736 h 54674"/>
                <a:gd name="connsiteX2" fmla="*/ 25139 w 38704"/>
                <a:gd name="connsiteY2" fmla="*/ 52365 h 54674"/>
                <a:gd name="connsiteX3" fmla="*/ 24345 w 38704"/>
                <a:gd name="connsiteY3" fmla="*/ 47098 h 54674"/>
                <a:gd name="connsiteX4" fmla="*/ 22036 w 38704"/>
                <a:gd name="connsiteY4" fmla="*/ 27543 h 54674"/>
                <a:gd name="connsiteX5" fmla="*/ 21603 w 38704"/>
                <a:gd name="connsiteY5" fmla="*/ 21049 h 54674"/>
                <a:gd name="connsiteX6" fmla="*/ 21603 w 38704"/>
                <a:gd name="connsiteY6" fmla="*/ 13833 h 54674"/>
                <a:gd name="connsiteX7" fmla="*/ 23263 w 38704"/>
                <a:gd name="connsiteY7" fmla="*/ 6617 h 54674"/>
                <a:gd name="connsiteX8" fmla="*/ 28891 w 38704"/>
                <a:gd name="connsiteY8" fmla="*/ 916 h 54674"/>
                <a:gd name="connsiteX9" fmla="*/ 36973 w 38704"/>
                <a:gd name="connsiteY9" fmla="*/ 2504 h 54674"/>
                <a:gd name="connsiteX10" fmla="*/ 38705 w 38704"/>
                <a:gd name="connsiteY10" fmla="*/ 6545 h 54674"/>
                <a:gd name="connsiteX11" fmla="*/ 37189 w 38704"/>
                <a:gd name="connsiteY11" fmla="*/ 10730 h 54674"/>
                <a:gd name="connsiteX12" fmla="*/ 33581 w 38704"/>
                <a:gd name="connsiteY12" fmla="*/ 13616 h 54674"/>
                <a:gd name="connsiteX13" fmla="*/ 29252 w 38704"/>
                <a:gd name="connsiteY13" fmla="*/ 15059 h 54674"/>
                <a:gd name="connsiteX14" fmla="*/ 10491 w 38704"/>
                <a:gd name="connsiteY14" fmla="*/ 15709 h 54674"/>
                <a:gd name="connsiteX15" fmla="*/ 6017 w 38704"/>
                <a:gd name="connsiteY15" fmla="*/ 14410 h 54674"/>
                <a:gd name="connsiteX16" fmla="*/ 2337 w 38704"/>
                <a:gd name="connsiteY16" fmla="*/ 11812 h 54674"/>
                <a:gd name="connsiteX17" fmla="*/ 172 w 38704"/>
                <a:gd name="connsiteY17" fmla="*/ 7844 h 54674"/>
                <a:gd name="connsiteX18" fmla="*/ 677 w 38704"/>
                <a:gd name="connsiteY18" fmla="*/ 3442 h 54674"/>
                <a:gd name="connsiteX19" fmla="*/ 3780 w 38704"/>
                <a:gd name="connsiteY19" fmla="*/ 411 h 54674"/>
                <a:gd name="connsiteX20" fmla="*/ 7965 w 38704"/>
                <a:gd name="connsiteY20" fmla="*/ 411 h 54674"/>
                <a:gd name="connsiteX21" fmla="*/ 11140 w 38704"/>
                <a:gd name="connsiteY21" fmla="*/ 3081 h 54674"/>
                <a:gd name="connsiteX22" fmla="*/ 12728 w 38704"/>
                <a:gd name="connsiteY22" fmla="*/ 6761 h 54674"/>
                <a:gd name="connsiteX23" fmla="*/ 13449 w 38704"/>
                <a:gd name="connsiteY23" fmla="*/ 14338 h 54674"/>
                <a:gd name="connsiteX24" fmla="*/ 14171 w 38704"/>
                <a:gd name="connsiteY24" fmla="*/ 27904 h 54674"/>
                <a:gd name="connsiteX25" fmla="*/ 15109 w 38704"/>
                <a:gd name="connsiteY25" fmla="*/ 47459 h 54674"/>
                <a:gd name="connsiteX26" fmla="*/ 15109 w 38704"/>
                <a:gd name="connsiteY26" fmla="*/ 52798 h 54674"/>
                <a:gd name="connsiteX27" fmla="*/ 15109 w 38704"/>
                <a:gd name="connsiteY27" fmla="*/ 54674 h 54674"/>
                <a:gd name="connsiteX28" fmla="*/ 15109 w 38704"/>
                <a:gd name="connsiteY28" fmla="*/ 54242 h 54674"/>
                <a:gd name="connsiteX29" fmla="*/ 15109 w 38704"/>
                <a:gd name="connsiteY29" fmla="*/ 52798 h 54674"/>
                <a:gd name="connsiteX30" fmla="*/ 15109 w 38704"/>
                <a:gd name="connsiteY30" fmla="*/ 47531 h 54674"/>
                <a:gd name="connsiteX31" fmla="*/ 13954 w 38704"/>
                <a:gd name="connsiteY31" fmla="*/ 27904 h 54674"/>
                <a:gd name="connsiteX32" fmla="*/ 13233 w 38704"/>
                <a:gd name="connsiteY32" fmla="*/ 14338 h 54674"/>
                <a:gd name="connsiteX33" fmla="*/ 12439 w 38704"/>
                <a:gd name="connsiteY33" fmla="*/ 7122 h 54674"/>
                <a:gd name="connsiteX34" fmla="*/ 10924 w 38704"/>
                <a:gd name="connsiteY34" fmla="*/ 3586 h 54674"/>
                <a:gd name="connsiteX35" fmla="*/ 7965 w 38704"/>
                <a:gd name="connsiteY35" fmla="*/ 1061 h 54674"/>
                <a:gd name="connsiteX36" fmla="*/ 4068 w 38704"/>
                <a:gd name="connsiteY36" fmla="*/ 1061 h 54674"/>
                <a:gd name="connsiteX37" fmla="*/ 1255 w 38704"/>
                <a:gd name="connsiteY37" fmla="*/ 3875 h 54674"/>
                <a:gd name="connsiteX38" fmla="*/ 749 w 38704"/>
                <a:gd name="connsiteY38" fmla="*/ 7916 h 54674"/>
                <a:gd name="connsiteX39" fmla="*/ 2770 w 38704"/>
                <a:gd name="connsiteY39" fmla="*/ 11668 h 54674"/>
                <a:gd name="connsiteX40" fmla="*/ 10707 w 38704"/>
                <a:gd name="connsiteY40" fmla="*/ 15492 h 54674"/>
                <a:gd name="connsiteX41" fmla="*/ 20016 w 38704"/>
                <a:gd name="connsiteY41" fmla="*/ 15925 h 54674"/>
                <a:gd name="connsiteX42" fmla="*/ 29252 w 38704"/>
                <a:gd name="connsiteY42" fmla="*/ 14843 h 54674"/>
                <a:gd name="connsiteX43" fmla="*/ 33581 w 38704"/>
                <a:gd name="connsiteY43" fmla="*/ 13472 h 54674"/>
                <a:gd name="connsiteX44" fmla="*/ 36973 w 38704"/>
                <a:gd name="connsiteY44" fmla="*/ 10730 h 54674"/>
                <a:gd name="connsiteX45" fmla="*/ 38416 w 38704"/>
                <a:gd name="connsiteY45" fmla="*/ 6761 h 54674"/>
                <a:gd name="connsiteX46" fmla="*/ 36829 w 38704"/>
                <a:gd name="connsiteY46" fmla="*/ 3009 h 54674"/>
                <a:gd name="connsiteX47" fmla="*/ 29180 w 38704"/>
                <a:gd name="connsiteY47" fmla="*/ 1566 h 54674"/>
                <a:gd name="connsiteX48" fmla="*/ 23768 w 38704"/>
                <a:gd name="connsiteY48" fmla="*/ 6978 h 54674"/>
                <a:gd name="connsiteX49" fmla="*/ 22108 w 38704"/>
                <a:gd name="connsiteY49" fmla="*/ 14194 h 54674"/>
                <a:gd name="connsiteX50" fmla="*/ 22108 w 38704"/>
                <a:gd name="connsiteY50" fmla="*/ 21409 h 54674"/>
                <a:gd name="connsiteX51" fmla="*/ 22108 w 38704"/>
                <a:gd name="connsiteY51" fmla="*/ 27904 h 54674"/>
                <a:gd name="connsiteX52" fmla="*/ 24273 w 38704"/>
                <a:gd name="connsiteY52" fmla="*/ 47386 h 54674"/>
                <a:gd name="connsiteX53" fmla="*/ 24995 w 38704"/>
                <a:gd name="connsiteY53" fmla="*/ 52726 h 54674"/>
                <a:gd name="connsiteX54" fmla="*/ 24995 w 38704"/>
                <a:gd name="connsiteY54" fmla="*/ 54097 h 5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8704" h="54674">
                  <a:moveTo>
                    <a:pt x="25139" y="54169"/>
                  </a:moveTo>
                  <a:cubicBezTo>
                    <a:pt x="25153" y="54025"/>
                    <a:pt x="25153" y="53881"/>
                    <a:pt x="25139" y="53736"/>
                  </a:cubicBezTo>
                  <a:lnTo>
                    <a:pt x="25139" y="52365"/>
                  </a:lnTo>
                  <a:cubicBezTo>
                    <a:pt x="25139" y="51139"/>
                    <a:pt x="24706" y="49335"/>
                    <a:pt x="24345" y="47098"/>
                  </a:cubicBezTo>
                  <a:cubicBezTo>
                    <a:pt x="23696" y="42480"/>
                    <a:pt x="22685" y="35841"/>
                    <a:pt x="22036" y="27543"/>
                  </a:cubicBezTo>
                  <a:cubicBezTo>
                    <a:pt x="22036" y="25522"/>
                    <a:pt x="21892" y="23358"/>
                    <a:pt x="21603" y="21049"/>
                  </a:cubicBezTo>
                  <a:cubicBezTo>
                    <a:pt x="21603" y="18812"/>
                    <a:pt x="21603" y="16431"/>
                    <a:pt x="21603" y="13833"/>
                  </a:cubicBezTo>
                  <a:cubicBezTo>
                    <a:pt x="21683" y="11343"/>
                    <a:pt x="22245" y="8890"/>
                    <a:pt x="23263" y="6617"/>
                  </a:cubicBezTo>
                  <a:cubicBezTo>
                    <a:pt x="24389" y="4099"/>
                    <a:pt x="26387" y="2071"/>
                    <a:pt x="28891" y="916"/>
                  </a:cubicBezTo>
                  <a:cubicBezTo>
                    <a:pt x="31662" y="-173"/>
                    <a:pt x="34815" y="447"/>
                    <a:pt x="36973" y="2504"/>
                  </a:cubicBezTo>
                  <a:cubicBezTo>
                    <a:pt x="38062" y="3572"/>
                    <a:pt x="38683" y="5022"/>
                    <a:pt x="38705" y="6545"/>
                  </a:cubicBezTo>
                  <a:cubicBezTo>
                    <a:pt x="38654" y="8067"/>
                    <a:pt x="38120" y="9532"/>
                    <a:pt x="37189" y="10730"/>
                  </a:cubicBezTo>
                  <a:cubicBezTo>
                    <a:pt x="36266" y="11993"/>
                    <a:pt x="35017" y="12996"/>
                    <a:pt x="33581" y="13616"/>
                  </a:cubicBezTo>
                  <a:cubicBezTo>
                    <a:pt x="32210" y="14302"/>
                    <a:pt x="30753" y="14785"/>
                    <a:pt x="29252" y="15059"/>
                  </a:cubicBezTo>
                  <a:cubicBezTo>
                    <a:pt x="23082" y="16380"/>
                    <a:pt x="16732" y="16596"/>
                    <a:pt x="10491" y="15709"/>
                  </a:cubicBezTo>
                  <a:cubicBezTo>
                    <a:pt x="8947" y="15485"/>
                    <a:pt x="7439" y="15052"/>
                    <a:pt x="6017" y="14410"/>
                  </a:cubicBezTo>
                  <a:cubicBezTo>
                    <a:pt x="4624" y="13804"/>
                    <a:pt x="3369" y="12924"/>
                    <a:pt x="2337" y="11812"/>
                  </a:cubicBezTo>
                  <a:cubicBezTo>
                    <a:pt x="1262" y="10716"/>
                    <a:pt x="511" y="9345"/>
                    <a:pt x="172" y="7844"/>
                  </a:cubicBezTo>
                  <a:cubicBezTo>
                    <a:pt x="-174" y="6364"/>
                    <a:pt x="6" y="4806"/>
                    <a:pt x="677" y="3442"/>
                  </a:cubicBezTo>
                  <a:cubicBezTo>
                    <a:pt x="1326" y="2100"/>
                    <a:pt x="2423" y="1025"/>
                    <a:pt x="3780" y="411"/>
                  </a:cubicBezTo>
                  <a:cubicBezTo>
                    <a:pt x="5122" y="-137"/>
                    <a:pt x="6623" y="-137"/>
                    <a:pt x="7965" y="411"/>
                  </a:cubicBezTo>
                  <a:cubicBezTo>
                    <a:pt x="9235" y="1017"/>
                    <a:pt x="10325" y="1934"/>
                    <a:pt x="11140" y="3081"/>
                  </a:cubicBezTo>
                  <a:cubicBezTo>
                    <a:pt x="11876" y="4207"/>
                    <a:pt x="12410" y="5455"/>
                    <a:pt x="12728" y="6761"/>
                  </a:cubicBezTo>
                  <a:cubicBezTo>
                    <a:pt x="13175" y="9265"/>
                    <a:pt x="13420" y="11798"/>
                    <a:pt x="13449" y="14338"/>
                  </a:cubicBezTo>
                  <a:cubicBezTo>
                    <a:pt x="13449" y="19173"/>
                    <a:pt x="13954" y="23718"/>
                    <a:pt x="14171" y="27904"/>
                  </a:cubicBezTo>
                  <a:cubicBezTo>
                    <a:pt x="14604" y="36130"/>
                    <a:pt x="14892" y="42840"/>
                    <a:pt x="15109" y="47459"/>
                  </a:cubicBezTo>
                  <a:cubicBezTo>
                    <a:pt x="15109" y="49768"/>
                    <a:pt x="15109" y="51572"/>
                    <a:pt x="15109" y="52798"/>
                  </a:cubicBezTo>
                  <a:lnTo>
                    <a:pt x="15109" y="54674"/>
                  </a:lnTo>
                  <a:cubicBezTo>
                    <a:pt x="15080" y="54530"/>
                    <a:pt x="15080" y="54386"/>
                    <a:pt x="15109" y="54242"/>
                  </a:cubicBezTo>
                  <a:lnTo>
                    <a:pt x="15109" y="52798"/>
                  </a:lnTo>
                  <a:lnTo>
                    <a:pt x="15109" y="47531"/>
                  </a:lnTo>
                  <a:cubicBezTo>
                    <a:pt x="15109" y="42840"/>
                    <a:pt x="14459" y="36130"/>
                    <a:pt x="13954" y="27904"/>
                  </a:cubicBezTo>
                  <a:cubicBezTo>
                    <a:pt x="13954" y="23718"/>
                    <a:pt x="13449" y="19173"/>
                    <a:pt x="13233" y="14338"/>
                  </a:cubicBezTo>
                  <a:cubicBezTo>
                    <a:pt x="13132" y="11921"/>
                    <a:pt x="12865" y="9510"/>
                    <a:pt x="12439" y="7122"/>
                  </a:cubicBezTo>
                  <a:cubicBezTo>
                    <a:pt x="12150" y="5866"/>
                    <a:pt x="11638" y="4669"/>
                    <a:pt x="10924" y="3586"/>
                  </a:cubicBezTo>
                  <a:cubicBezTo>
                    <a:pt x="10166" y="2511"/>
                    <a:pt x="9149" y="1638"/>
                    <a:pt x="7965" y="1061"/>
                  </a:cubicBezTo>
                  <a:cubicBezTo>
                    <a:pt x="6717" y="556"/>
                    <a:pt x="5317" y="556"/>
                    <a:pt x="4068" y="1061"/>
                  </a:cubicBezTo>
                  <a:cubicBezTo>
                    <a:pt x="2806" y="1602"/>
                    <a:pt x="1795" y="2612"/>
                    <a:pt x="1255" y="3875"/>
                  </a:cubicBezTo>
                  <a:cubicBezTo>
                    <a:pt x="590" y="5109"/>
                    <a:pt x="410" y="6552"/>
                    <a:pt x="749" y="7916"/>
                  </a:cubicBezTo>
                  <a:cubicBezTo>
                    <a:pt x="1031" y="9345"/>
                    <a:pt x="1731" y="10651"/>
                    <a:pt x="2770" y="11668"/>
                  </a:cubicBezTo>
                  <a:cubicBezTo>
                    <a:pt x="4906" y="13804"/>
                    <a:pt x="7705" y="15153"/>
                    <a:pt x="10707" y="15492"/>
                  </a:cubicBezTo>
                  <a:cubicBezTo>
                    <a:pt x="13796" y="15889"/>
                    <a:pt x="16905" y="16034"/>
                    <a:pt x="20016" y="15925"/>
                  </a:cubicBezTo>
                  <a:cubicBezTo>
                    <a:pt x="23118" y="15860"/>
                    <a:pt x="26214" y="15500"/>
                    <a:pt x="29252" y="14843"/>
                  </a:cubicBezTo>
                  <a:cubicBezTo>
                    <a:pt x="30746" y="14576"/>
                    <a:pt x="32203" y="14114"/>
                    <a:pt x="33581" y="13472"/>
                  </a:cubicBezTo>
                  <a:cubicBezTo>
                    <a:pt x="34887" y="12801"/>
                    <a:pt x="36049" y="11870"/>
                    <a:pt x="36973" y="10730"/>
                  </a:cubicBezTo>
                  <a:cubicBezTo>
                    <a:pt x="37839" y="9583"/>
                    <a:pt x="38344" y="8197"/>
                    <a:pt x="38416" y="6761"/>
                  </a:cubicBezTo>
                  <a:cubicBezTo>
                    <a:pt x="38394" y="5354"/>
                    <a:pt x="37824" y="4005"/>
                    <a:pt x="36829" y="3009"/>
                  </a:cubicBezTo>
                  <a:cubicBezTo>
                    <a:pt x="34779" y="1075"/>
                    <a:pt x="31792" y="512"/>
                    <a:pt x="29180" y="1566"/>
                  </a:cubicBezTo>
                  <a:cubicBezTo>
                    <a:pt x="26769" y="2641"/>
                    <a:pt x="24843" y="4568"/>
                    <a:pt x="23768" y="6978"/>
                  </a:cubicBezTo>
                  <a:cubicBezTo>
                    <a:pt x="22765" y="9258"/>
                    <a:pt x="22202" y="11704"/>
                    <a:pt x="22108" y="14194"/>
                  </a:cubicBezTo>
                  <a:cubicBezTo>
                    <a:pt x="22108" y="16647"/>
                    <a:pt x="22108" y="19028"/>
                    <a:pt x="22108" y="21409"/>
                  </a:cubicBezTo>
                  <a:cubicBezTo>
                    <a:pt x="22108" y="23791"/>
                    <a:pt x="22108" y="25811"/>
                    <a:pt x="22108" y="27904"/>
                  </a:cubicBezTo>
                  <a:cubicBezTo>
                    <a:pt x="22758" y="36130"/>
                    <a:pt x="23696" y="42840"/>
                    <a:pt x="24273" y="47386"/>
                  </a:cubicBezTo>
                  <a:lnTo>
                    <a:pt x="24995" y="52726"/>
                  </a:lnTo>
                  <a:lnTo>
                    <a:pt x="24995" y="54097"/>
                  </a:ln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CD6A5734-366D-1391-500A-0C49CD890AE0}"/>
                </a:ext>
              </a:extLst>
            </p:cNvPr>
            <p:cNvSpPr/>
            <p:nvPr/>
          </p:nvSpPr>
          <p:spPr>
            <a:xfrm>
              <a:off x="2123421" y="8773333"/>
              <a:ext cx="31172" cy="30883"/>
            </a:xfrm>
            <a:custGeom>
              <a:avLst/>
              <a:gdLst>
                <a:gd name="connsiteX0" fmla="*/ 0 w 31172"/>
                <a:gd name="connsiteY0" fmla="*/ 938 h 30883"/>
                <a:gd name="connsiteX1" fmla="*/ 433 w 31172"/>
                <a:gd name="connsiteY1" fmla="*/ 5845 h 30883"/>
                <a:gd name="connsiteX2" fmla="*/ 1082 w 31172"/>
                <a:gd name="connsiteY2" fmla="*/ 18689 h 30883"/>
                <a:gd name="connsiteX3" fmla="*/ 1082 w 31172"/>
                <a:gd name="connsiteY3" fmla="*/ 18689 h 30883"/>
                <a:gd name="connsiteX4" fmla="*/ 11040 w 31172"/>
                <a:gd name="connsiteY4" fmla="*/ 30162 h 30883"/>
                <a:gd name="connsiteX5" fmla="*/ 10535 w 31172"/>
                <a:gd name="connsiteY5" fmla="*/ 30162 h 30883"/>
                <a:gd name="connsiteX6" fmla="*/ 22080 w 31172"/>
                <a:gd name="connsiteY6" fmla="*/ 29513 h 30883"/>
                <a:gd name="connsiteX7" fmla="*/ 21575 w 31172"/>
                <a:gd name="connsiteY7" fmla="*/ 29513 h 30883"/>
                <a:gd name="connsiteX8" fmla="*/ 27276 w 31172"/>
                <a:gd name="connsiteY8" fmla="*/ 22297 h 30883"/>
                <a:gd name="connsiteX9" fmla="*/ 30162 w 31172"/>
                <a:gd name="connsiteY9" fmla="*/ 18833 h 30883"/>
                <a:gd name="connsiteX10" fmla="*/ 30162 w 31172"/>
                <a:gd name="connsiteY10" fmla="*/ 19266 h 30883"/>
                <a:gd name="connsiteX11" fmla="*/ 29729 w 31172"/>
                <a:gd name="connsiteY11" fmla="*/ 289 h 30883"/>
                <a:gd name="connsiteX12" fmla="*/ 30378 w 31172"/>
                <a:gd name="connsiteY12" fmla="*/ 866 h 30883"/>
                <a:gd name="connsiteX13" fmla="*/ 8731 w 31172"/>
                <a:gd name="connsiteY13" fmla="*/ 866 h 30883"/>
                <a:gd name="connsiteX14" fmla="*/ 144 w 31172"/>
                <a:gd name="connsiteY14" fmla="*/ 866 h 30883"/>
                <a:gd name="connsiteX15" fmla="*/ 2237 w 31172"/>
                <a:gd name="connsiteY15" fmla="*/ 866 h 30883"/>
                <a:gd name="connsiteX16" fmla="*/ 8298 w 31172"/>
                <a:gd name="connsiteY16" fmla="*/ 866 h 30883"/>
                <a:gd name="connsiteX17" fmla="*/ 29945 w 31172"/>
                <a:gd name="connsiteY17" fmla="*/ 0 h 30883"/>
                <a:gd name="connsiteX18" fmla="*/ 30595 w 31172"/>
                <a:gd name="connsiteY18" fmla="*/ 0 h 30883"/>
                <a:gd name="connsiteX19" fmla="*/ 30595 w 31172"/>
                <a:gd name="connsiteY19" fmla="*/ 577 h 30883"/>
                <a:gd name="connsiteX20" fmla="*/ 31172 w 31172"/>
                <a:gd name="connsiteY20" fmla="*/ 19555 h 30883"/>
                <a:gd name="connsiteX21" fmla="*/ 31172 w 31172"/>
                <a:gd name="connsiteY21" fmla="*/ 19555 h 30883"/>
                <a:gd name="connsiteX22" fmla="*/ 31172 w 31172"/>
                <a:gd name="connsiteY22" fmla="*/ 19555 h 30883"/>
                <a:gd name="connsiteX23" fmla="*/ 28286 w 31172"/>
                <a:gd name="connsiteY23" fmla="*/ 23091 h 30883"/>
                <a:gd name="connsiteX24" fmla="*/ 22513 w 31172"/>
                <a:gd name="connsiteY24" fmla="*/ 30307 h 30883"/>
                <a:gd name="connsiteX25" fmla="*/ 22513 w 31172"/>
                <a:gd name="connsiteY25" fmla="*/ 30307 h 30883"/>
                <a:gd name="connsiteX26" fmla="*/ 22513 w 31172"/>
                <a:gd name="connsiteY26" fmla="*/ 30307 h 30883"/>
                <a:gd name="connsiteX27" fmla="*/ 10968 w 31172"/>
                <a:gd name="connsiteY27" fmla="*/ 30884 h 30883"/>
                <a:gd name="connsiteX28" fmla="*/ 10968 w 31172"/>
                <a:gd name="connsiteY28" fmla="*/ 30884 h 30883"/>
                <a:gd name="connsiteX29" fmla="*/ 10968 w 31172"/>
                <a:gd name="connsiteY29" fmla="*/ 30884 h 30883"/>
                <a:gd name="connsiteX30" fmla="*/ 1227 w 31172"/>
                <a:gd name="connsiteY30" fmla="*/ 19266 h 30883"/>
                <a:gd name="connsiteX31" fmla="*/ 1227 w 31172"/>
                <a:gd name="connsiteY31" fmla="*/ 19266 h 30883"/>
                <a:gd name="connsiteX32" fmla="*/ 1227 w 31172"/>
                <a:gd name="connsiteY32" fmla="*/ 19266 h 30883"/>
                <a:gd name="connsiteX33" fmla="*/ 1227 w 31172"/>
                <a:gd name="connsiteY33" fmla="*/ 6133 h 30883"/>
                <a:gd name="connsiteX34" fmla="*/ 0 w 31172"/>
                <a:gd name="connsiteY34" fmla="*/ 938 h 3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172" h="30883">
                  <a:moveTo>
                    <a:pt x="0" y="938"/>
                  </a:moveTo>
                  <a:cubicBezTo>
                    <a:pt x="0" y="938"/>
                    <a:pt x="0" y="2814"/>
                    <a:pt x="433" y="5845"/>
                  </a:cubicBezTo>
                  <a:cubicBezTo>
                    <a:pt x="866" y="8875"/>
                    <a:pt x="433" y="13710"/>
                    <a:pt x="1082" y="18689"/>
                  </a:cubicBezTo>
                  <a:lnTo>
                    <a:pt x="1082" y="18689"/>
                  </a:lnTo>
                  <a:lnTo>
                    <a:pt x="11040" y="30162"/>
                  </a:lnTo>
                  <a:lnTo>
                    <a:pt x="10535" y="30162"/>
                  </a:lnTo>
                  <a:lnTo>
                    <a:pt x="22080" y="29513"/>
                  </a:lnTo>
                  <a:lnTo>
                    <a:pt x="21575" y="29513"/>
                  </a:lnTo>
                  <a:lnTo>
                    <a:pt x="27276" y="22297"/>
                  </a:lnTo>
                  <a:lnTo>
                    <a:pt x="30162" y="18833"/>
                  </a:lnTo>
                  <a:lnTo>
                    <a:pt x="30162" y="19266"/>
                  </a:lnTo>
                  <a:cubicBezTo>
                    <a:pt x="30162" y="12483"/>
                    <a:pt x="30162" y="6133"/>
                    <a:pt x="29729" y="289"/>
                  </a:cubicBezTo>
                  <a:lnTo>
                    <a:pt x="30378" y="866"/>
                  </a:lnTo>
                  <a:lnTo>
                    <a:pt x="8731" y="866"/>
                  </a:lnTo>
                  <a:lnTo>
                    <a:pt x="144" y="866"/>
                  </a:lnTo>
                  <a:lnTo>
                    <a:pt x="2237" y="866"/>
                  </a:lnTo>
                  <a:lnTo>
                    <a:pt x="8298" y="866"/>
                  </a:lnTo>
                  <a:lnTo>
                    <a:pt x="29945" y="0"/>
                  </a:lnTo>
                  <a:lnTo>
                    <a:pt x="30595" y="0"/>
                  </a:lnTo>
                  <a:lnTo>
                    <a:pt x="30595" y="577"/>
                  </a:lnTo>
                  <a:cubicBezTo>
                    <a:pt x="30595" y="6422"/>
                    <a:pt x="30595" y="12844"/>
                    <a:pt x="31172" y="19555"/>
                  </a:cubicBezTo>
                  <a:lnTo>
                    <a:pt x="31172" y="19555"/>
                  </a:lnTo>
                  <a:lnTo>
                    <a:pt x="31172" y="19555"/>
                  </a:lnTo>
                  <a:cubicBezTo>
                    <a:pt x="30234" y="20709"/>
                    <a:pt x="29296" y="21936"/>
                    <a:pt x="28286" y="23091"/>
                  </a:cubicBezTo>
                  <a:lnTo>
                    <a:pt x="22513" y="30307"/>
                  </a:lnTo>
                  <a:lnTo>
                    <a:pt x="22513" y="30307"/>
                  </a:lnTo>
                  <a:lnTo>
                    <a:pt x="22513" y="30307"/>
                  </a:lnTo>
                  <a:lnTo>
                    <a:pt x="10968" y="30884"/>
                  </a:lnTo>
                  <a:lnTo>
                    <a:pt x="10968" y="30884"/>
                  </a:lnTo>
                  <a:lnTo>
                    <a:pt x="10968" y="30884"/>
                  </a:lnTo>
                  <a:lnTo>
                    <a:pt x="1227" y="19266"/>
                  </a:lnTo>
                  <a:lnTo>
                    <a:pt x="1227" y="19266"/>
                  </a:lnTo>
                  <a:lnTo>
                    <a:pt x="1227" y="19266"/>
                  </a:lnTo>
                  <a:cubicBezTo>
                    <a:pt x="1227" y="14215"/>
                    <a:pt x="1227" y="9814"/>
                    <a:pt x="1227" y="6133"/>
                  </a:cubicBezTo>
                  <a:cubicBezTo>
                    <a:pt x="714" y="4431"/>
                    <a:pt x="303" y="2691"/>
                    <a:pt x="0" y="938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A3CE6E53-C5FA-69F1-8898-0AC20A4032EA}"/>
                </a:ext>
              </a:extLst>
            </p:cNvPr>
            <p:cNvSpPr/>
            <p:nvPr/>
          </p:nvSpPr>
          <p:spPr>
            <a:xfrm>
              <a:off x="2124431" y="8787247"/>
              <a:ext cx="28718" cy="4559"/>
            </a:xfrm>
            <a:custGeom>
              <a:avLst/>
              <a:gdLst>
                <a:gd name="connsiteX0" fmla="*/ 28719 w 28718"/>
                <a:gd name="connsiteY0" fmla="*/ 3693 h 4559"/>
                <a:gd name="connsiteX1" fmla="*/ 27636 w 28718"/>
                <a:gd name="connsiteY1" fmla="*/ 3260 h 4559"/>
                <a:gd name="connsiteX2" fmla="*/ 24678 w 28718"/>
                <a:gd name="connsiteY2" fmla="*/ 2034 h 4559"/>
                <a:gd name="connsiteX3" fmla="*/ 14287 w 28718"/>
                <a:gd name="connsiteY3" fmla="*/ 446 h 4559"/>
                <a:gd name="connsiteX4" fmla="*/ 3969 w 28718"/>
                <a:gd name="connsiteY4" fmla="*/ 2683 h 4559"/>
                <a:gd name="connsiteX5" fmla="*/ 1082 w 28718"/>
                <a:gd name="connsiteY5" fmla="*/ 4054 h 4559"/>
                <a:gd name="connsiteX6" fmla="*/ 0 w 28718"/>
                <a:gd name="connsiteY6" fmla="*/ 4559 h 4559"/>
                <a:gd name="connsiteX7" fmla="*/ 1010 w 28718"/>
                <a:gd name="connsiteY7" fmla="*/ 3910 h 4559"/>
                <a:gd name="connsiteX8" fmla="*/ 3824 w 28718"/>
                <a:gd name="connsiteY8" fmla="*/ 2394 h 4559"/>
                <a:gd name="connsiteX9" fmla="*/ 24750 w 28718"/>
                <a:gd name="connsiteY9" fmla="*/ 1745 h 4559"/>
                <a:gd name="connsiteX10" fmla="*/ 27709 w 28718"/>
                <a:gd name="connsiteY10" fmla="*/ 3044 h 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718" h="4559">
                  <a:moveTo>
                    <a:pt x="28719" y="3693"/>
                  </a:moveTo>
                  <a:lnTo>
                    <a:pt x="27636" y="3260"/>
                  </a:lnTo>
                  <a:cubicBezTo>
                    <a:pt x="26684" y="2777"/>
                    <a:pt x="25695" y="2366"/>
                    <a:pt x="24678" y="2034"/>
                  </a:cubicBezTo>
                  <a:cubicBezTo>
                    <a:pt x="21330" y="930"/>
                    <a:pt x="17816" y="396"/>
                    <a:pt x="14287" y="446"/>
                  </a:cubicBezTo>
                  <a:cubicBezTo>
                    <a:pt x="10744" y="598"/>
                    <a:pt x="7252" y="1355"/>
                    <a:pt x="3969" y="2683"/>
                  </a:cubicBezTo>
                  <a:cubicBezTo>
                    <a:pt x="2980" y="3087"/>
                    <a:pt x="2020" y="3542"/>
                    <a:pt x="1082" y="4054"/>
                  </a:cubicBezTo>
                  <a:lnTo>
                    <a:pt x="0" y="4559"/>
                  </a:lnTo>
                  <a:lnTo>
                    <a:pt x="1010" y="3910"/>
                  </a:lnTo>
                  <a:cubicBezTo>
                    <a:pt x="1905" y="3325"/>
                    <a:pt x="2843" y="2820"/>
                    <a:pt x="3824" y="2394"/>
                  </a:cubicBezTo>
                  <a:cubicBezTo>
                    <a:pt x="10441" y="-557"/>
                    <a:pt x="17960" y="-788"/>
                    <a:pt x="24750" y="1745"/>
                  </a:cubicBezTo>
                  <a:cubicBezTo>
                    <a:pt x="25760" y="2120"/>
                    <a:pt x="26749" y="2553"/>
                    <a:pt x="27709" y="3044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97E086C5-37BA-2C3A-339E-B66638ED3AFC}"/>
                </a:ext>
              </a:extLst>
            </p:cNvPr>
            <p:cNvSpPr/>
            <p:nvPr/>
          </p:nvSpPr>
          <p:spPr>
            <a:xfrm>
              <a:off x="2124431" y="8782628"/>
              <a:ext cx="28718" cy="4559"/>
            </a:xfrm>
            <a:custGeom>
              <a:avLst/>
              <a:gdLst>
                <a:gd name="connsiteX0" fmla="*/ 28719 w 28718"/>
                <a:gd name="connsiteY0" fmla="*/ 3693 h 4559"/>
                <a:gd name="connsiteX1" fmla="*/ 27636 w 28718"/>
                <a:gd name="connsiteY1" fmla="*/ 3260 h 4559"/>
                <a:gd name="connsiteX2" fmla="*/ 24678 w 28718"/>
                <a:gd name="connsiteY2" fmla="*/ 2034 h 4559"/>
                <a:gd name="connsiteX3" fmla="*/ 14287 w 28718"/>
                <a:gd name="connsiteY3" fmla="*/ 518 h 4559"/>
                <a:gd name="connsiteX4" fmla="*/ 3969 w 28718"/>
                <a:gd name="connsiteY4" fmla="*/ 2683 h 4559"/>
                <a:gd name="connsiteX5" fmla="*/ 1082 w 28718"/>
                <a:gd name="connsiteY5" fmla="*/ 4054 h 4559"/>
                <a:gd name="connsiteX6" fmla="*/ 0 w 28718"/>
                <a:gd name="connsiteY6" fmla="*/ 4559 h 4559"/>
                <a:gd name="connsiteX7" fmla="*/ 938 w 28718"/>
                <a:gd name="connsiteY7" fmla="*/ 3910 h 4559"/>
                <a:gd name="connsiteX8" fmla="*/ 3824 w 28718"/>
                <a:gd name="connsiteY8" fmla="*/ 2394 h 4559"/>
                <a:gd name="connsiteX9" fmla="*/ 24750 w 28718"/>
                <a:gd name="connsiteY9" fmla="*/ 1745 h 4559"/>
                <a:gd name="connsiteX10" fmla="*/ 27709 w 28718"/>
                <a:gd name="connsiteY10" fmla="*/ 3116 h 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718" h="4559">
                  <a:moveTo>
                    <a:pt x="28719" y="3693"/>
                  </a:moveTo>
                  <a:cubicBezTo>
                    <a:pt x="28719" y="3693"/>
                    <a:pt x="28719" y="3693"/>
                    <a:pt x="27636" y="3260"/>
                  </a:cubicBezTo>
                  <a:lnTo>
                    <a:pt x="24678" y="2034"/>
                  </a:lnTo>
                  <a:cubicBezTo>
                    <a:pt x="21330" y="922"/>
                    <a:pt x="17816" y="410"/>
                    <a:pt x="14287" y="518"/>
                  </a:cubicBezTo>
                  <a:cubicBezTo>
                    <a:pt x="10744" y="612"/>
                    <a:pt x="7252" y="1348"/>
                    <a:pt x="3969" y="2683"/>
                  </a:cubicBezTo>
                  <a:cubicBezTo>
                    <a:pt x="2980" y="3087"/>
                    <a:pt x="2020" y="3542"/>
                    <a:pt x="1082" y="4054"/>
                  </a:cubicBezTo>
                  <a:lnTo>
                    <a:pt x="0" y="4559"/>
                  </a:lnTo>
                  <a:lnTo>
                    <a:pt x="938" y="3910"/>
                  </a:lnTo>
                  <a:cubicBezTo>
                    <a:pt x="1869" y="3340"/>
                    <a:pt x="2828" y="2835"/>
                    <a:pt x="3824" y="2394"/>
                  </a:cubicBezTo>
                  <a:cubicBezTo>
                    <a:pt x="10449" y="-557"/>
                    <a:pt x="17960" y="-788"/>
                    <a:pt x="24750" y="1745"/>
                  </a:cubicBezTo>
                  <a:cubicBezTo>
                    <a:pt x="25768" y="2135"/>
                    <a:pt x="26756" y="2596"/>
                    <a:pt x="27709" y="3116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E8BAF211-AD33-FCE1-A8D7-DB6A19423E6A}"/>
                </a:ext>
              </a:extLst>
            </p:cNvPr>
            <p:cNvSpPr/>
            <p:nvPr/>
          </p:nvSpPr>
          <p:spPr>
            <a:xfrm>
              <a:off x="2124142" y="8778234"/>
              <a:ext cx="28728" cy="4623"/>
            </a:xfrm>
            <a:custGeom>
              <a:avLst/>
              <a:gdLst>
                <a:gd name="connsiteX0" fmla="*/ 28719 w 28728"/>
                <a:gd name="connsiteY0" fmla="*/ 3758 h 4623"/>
                <a:gd name="connsiteX1" fmla="*/ 27637 w 28728"/>
                <a:gd name="connsiteY1" fmla="*/ 3253 h 4623"/>
                <a:gd name="connsiteX2" fmla="*/ 24679 w 28728"/>
                <a:gd name="connsiteY2" fmla="*/ 2098 h 4623"/>
                <a:gd name="connsiteX3" fmla="*/ 14288 w 28728"/>
                <a:gd name="connsiteY3" fmla="*/ 511 h 4623"/>
                <a:gd name="connsiteX4" fmla="*/ 3969 w 28728"/>
                <a:gd name="connsiteY4" fmla="*/ 2676 h 4623"/>
                <a:gd name="connsiteX5" fmla="*/ 1083 w 28728"/>
                <a:gd name="connsiteY5" fmla="*/ 4047 h 4623"/>
                <a:gd name="connsiteX6" fmla="*/ 0 w 28728"/>
                <a:gd name="connsiteY6" fmla="*/ 4624 h 4623"/>
                <a:gd name="connsiteX7" fmla="*/ 1010 w 28728"/>
                <a:gd name="connsiteY7" fmla="*/ 3902 h 4623"/>
                <a:gd name="connsiteX8" fmla="*/ 3825 w 28728"/>
                <a:gd name="connsiteY8" fmla="*/ 2387 h 4623"/>
                <a:gd name="connsiteX9" fmla="*/ 14288 w 28728"/>
                <a:gd name="connsiteY9" fmla="*/ 6 h 4623"/>
                <a:gd name="connsiteX10" fmla="*/ 24750 w 28728"/>
                <a:gd name="connsiteY10" fmla="*/ 1810 h 4623"/>
                <a:gd name="connsiteX11" fmla="*/ 27709 w 28728"/>
                <a:gd name="connsiteY11" fmla="*/ 3109 h 4623"/>
                <a:gd name="connsiteX12" fmla="*/ 28719 w 28728"/>
                <a:gd name="connsiteY12" fmla="*/ 3758 h 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728" h="4623">
                  <a:moveTo>
                    <a:pt x="28719" y="3758"/>
                  </a:moveTo>
                  <a:lnTo>
                    <a:pt x="27637" y="3253"/>
                  </a:lnTo>
                  <a:cubicBezTo>
                    <a:pt x="26987" y="3253"/>
                    <a:pt x="25977" y="2531"/>
                    <a:pt x="24679" y="2098"/>
                  </a:cubicBezTo>
                  <a:cubicBezTo>
                    <a:pt x="21345" y="922"/>
                    <a:pt x="17823" y="381"/>
                    <a:pt x="14288" y="511"/>
                  </a:cubicBezTo>
                  <a:cubicBezTo>
                    <a:pt x="10752" y="641"/>
                    <a:pt x="7259" y="1370"/>
                    <a:pt x="3969" y="2676"/>
                  </a:cubicBezTo>
                  <a:lnTo>
                    <a:pt x="1083" y="4047"/>
                  </a:lnTo>
                  <a:lnTo>
                    <a:pt x="0" y="4624"/>
                  </a:lnTo>
                  <a:lnTo>
                    <a:pt x="1010" y="3902"/>
                  </a:lnTo>
                  <a:cubicBezTo>
                    <a:pt x="1660" y="3902"/>
                    <a:pt x="2598" y="2964"/>
                    <a:pt x="3825" y="2387"/>
                  </a:cubicBezTo>
                  <a:cubicBezTo>
                    <a:pt x="7137" y="958"/>
                    <a:pt x="10687" y="150"/>
                    <a:pt x="14288" y="6"/>
                  </a:cubicBezTo>
                  <a:cubicBezTo>
                    <a:pt x="17859" y="-66"/>
                    <a:pt x="21410" y="540"/>
                    <a:pt x="24750" y="1810"/>
                  </a:cubicBezTo>
                  <a:cubicBezTo>
                    <a:pt x="25775" y="2149"/>
                    <a:pt x="26763" y="2589"/>
                    <a:pt x="27709" y="3109"/>
                  </a:cubicBezTo>
                  <a:cubicBezTo>
                    <a:pt x="28430" y="3469"/>
                    <a:pt x="28791" y="3686"/>
                    <a:pt x="28719" y="3758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04714EFE-72FC-D195-9B3E-7BC562AA823D}"/>
                </a:ext>
              </a:extLst>
            </p:cNvPr>
            <p:cNvSpPr/>
            <p:nvPr/>
          </p:nvSpPr>
          <p:spPr>
            <a:xfrm>
              <a:off x="1897709" y="8481597"/>
              <a:ext cx="155140" cy="154130"/>
            </a:xfrm>
            <a:custGeom>
              <a:avLst/>
              <a:gdLst>
                <a:gd name="connsiteX0" fmla="*/ 0 w 155140"/>
                <a:gd name="connsiteY0" fmla="*/ 216 h 154130"/>
                <a:gd name="connsiteX1" fmla="*/ 7216 w 155140"/>
                <a:gd name="connsiteY1" fmla="*/ 154130 h 154130"/>
                <a:gd name="connsiteX2" fmla="*/ 155141 w 155140"/>
                <a:gd name="connsiteY2" fmla="*/ 146915 h 154130"/>
                <a:gd name="connsiteX3" fmla="*/ 147131 w 155140"/>
                <a:gd name="connsiteY3" fmla="*/ 0 h 15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0" h="154130">
                  <a:moveTo>
                    <a:pt x="0" y="216"/>
                  </a:moveTo>
                  <a:cubicBezTo>
                    <a:pt x="0" y="216"/>
                    <a:pt x="1010" y="118195"/>
                    <a:pt x="7216" y="154130"/>
                  </a:cubicBezTo>
                  <a:lnTo>
                    <a:pt x="155141" y="146915"/>
                  </a:lnTo>
                  <a:cubicBezTo>
                    <a:pt x="155141" y="146915"/>
                    <a:pt x="142152" y="30956"/>
                    <a:pt x="147131" y="0"/>
                  </a:cubicBezTo>
                  <a:close/>
                </a:path>
              </a:pathLst>
            </a:custGeom>
            <a:solidFill>
              <a:srgbClr val="EBEBEB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A82FFBB2-3DBF-5426-8FB4-BB69CF24BF3C}"/>
                </a:ext>
              </a:extLst>
            </p:cNvPr>
            <p:cNvSpPr/>
            <p:nvPr/>
          </p:nvSpPr>
          <p:spPr>
            <a:xfrm>
              <a:off x="1923037" y="8531192"/>
              <a:ext cx="99290" cy="6281"/>
            </a:xfrm>
            <a:custGeom>
              <a:avLst/>
              <a:gdLst>
                <a:gd name="connsiteX0" fmla="*/ 99290 w 99290"/>
                <a:gd name="connsiteY0" fmla="*/ 194 h 6281"/>
                <a:gd name="connsiteX1" fmla="*/ 49790 w 99290"/>
                <a:gd name="connsiteY1" fmla="*/ 4596 h 6281"/>
                <a:gd name="connsiteX2" fmla="*/ 0 w 99290"/>
                <a:gd name="connsiteY2" fmla="*/ 6112 h 6281"/>
                <a:gd name="connsiteX3" fmla="*/ 49573 w 99290"/>
                <a:gd name="connsiteY3" fmla="*/ 1710 h 6281"/>
                <a:gd name="connsiteX4" fmla="*/ 99290 w 99290"/>
                <a:gd name="connsiteY4" fmla="*/ 194 h 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290" h="6281">
                  <a:moveTo>
                    <a:pt x="99290" y="194"/>
                  </a:moveTo>
                  <a:cubicBezTo>
                    <a:pt x="82888" y="2601"/>
                    <a:pt x="66357" y="4071"/>
                    <a:pt x="49790" y="4596"/>
                  </a:cubicBezTo>
                  <a:cubicBezTo>
                    <a:pt x="33236" y="6077"/>
                    <a:pt x="16611" y="6583"/>
                    <a:pt x="0" y="6112"/>
                  </a:cubicBezTo>
                  <a:cubicBezTo>
                    <a:pt x="16431" y="3707"/>
                    <a:pt x="32976" y="2238"/>
                    <a:pt x="49573" y="1710"/>
                  </a:cubicBezTo>
                  <a:cubicBezTo>
                    <a:pt x="66097" y="187"/>
                    <a:pt x="82701" y="-320"/>
                    <a:pt x="99290" y="194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91A1FC24-A91D-AAFC-DD21-DCB8BDE058DE}"/>
                </a:ext>
              </a:extLst>
            </p:cNvPr>
            <p:cNvSpPr/>
            <p:nvPr/>
          </p:nvSpPr>
          <p:spPr>
            <a:xfrm>
              <a:off x="1923109" y="8556353"/>
              <a:ext cx="99290" cy="6129"/>
            </a:xfrm>
            <a:custGeom>
              <a:avLst/>
              <a:gdLst>
                <a:gd name="connsiteX0" fmla="*/ 99290 w 99290"/>
                <a:gd name="connsiteY0" fmla="*/ 0 h 6129"/>
                <a:gd name="connsiteX1" fmla="*/ 49717 w 99290"/>
                <a:gd name="connsiteY1" fmla="*/ 4402 h 6129"/>
                <a:gd name="connsiteX2" fmla="*/ 0 w 99290"/>
                <a:gd name="connsiteY2" fmla="*/ 5989 h 6129"/>
                <a:gd name="connsiteX3" fmla="*/ 99290 w 99290"/>
                <a:gd name="connsiteY3" fmla="*/ 0 h 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290" h="6129">
                  <a:moveTo>
                    <a:pt x="99290" y="0"/>
                  </a:moveTo>
                  <a:cubicBezTo>
                    <a:pt x="82859" y="2404"/>
                    <a:pt x="66314" y="3873"/>
                    <a:pt x="49717" y="4402"/>
                  </a:cubicBezTo>
                  <a:cubicBezTo>
                    <a:pt x="33186" y="5882"/>
                    <a:pt x="16589" y="6412"/>
                    <a:pt x="0" y="5989"/>
                  </a:cubicBezTo>
                  <a:cubicBezTo>
                    <a:pt x="32947" y="2023"/>
                    <a:pt x="66104" y="24"/>
                    <a:pt x="99290" y="0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51BEC389-595B-6D77-5826-8CE60270E991}"/>
                </a:ext>
              </a:extLst>
            </p:cNvPr>
            <p:cNvSpPr/>
            <p:nvPr/>
          </p:nvSpPr>
          <p:spPr>
            <a:xfrm>
              <a:off x="1940643" y="8580622"/>
              <a:ext cx="56572" cy="4242"/>
            </a:xfrm>
            <a:custGeom>
              <a:avLst/>
              <a:gdLst>
                <a:gd name="connsiteX0" fmla="*/ 56572 w 56572"/>
                <a:gd name="connsiteY0" fmla="*/ 626 h 4242"/>
                <a:gd name="connsiteX1" fmla="*/ 0 w 56572"/>
                <a:gd name="connsiteY1" fmla="*/ 4017 h 4242"/>
                <a:gd name="connsiteX2" fmla="*/ 28214 w 56572"/>
                <a:gd name="connsiteY2" fmla="*/ 842 h 4242"/>
                <a:gd name="connsiteX3" fmla="*/ 56572 w 56572"/>
                <a:gd name="connsiteY3" fmla="*/ 626 h 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72" h="4242">
                  <a:moveTo>
                    <a:pt x="56572" y="626"/>
                  </a:moveTo>
                  <a:cubicBezTo>
                    <a:pt x="37876" y="3634"/>
                    <a:pt x="18920" y="4770"/>
                    <a:pt x="0" y="4017"/>
                  </a:cubicBezTo>
                  <a:cubicBezTo>
                    <a:pt x="9273" y="2007"/>
                    <a:pt x="18725" y="943"/>
                    <a:pt x="28214" y="842"/>
                  </a:cubicBezTo>
                  <a:cubicBezTo>
                    <a:pt x="37631" y="-203"/>
                    <a:pt x="47134" y="-276"/>
                    <a:pt x="56572" y="626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07240793-955C-C5EE-6C5E-CD93B56642B1}"/>
                </a:ext>
              </a:extLst>
            </p:cNvPr>
            <p:cNvSpPr/>
            <p:nvPr/>
          </p:nvSpPr>
          <p:spPr>
            <a:xfrm>
              <a:off x="1890710" y="8828607"/>
              <a:ext cx="155140" cy="154202"/>
            </a:xfrm>
            <a:custGeom>
              <a:avLst/>
              <a:gdLst>
                <a:gd name="connsiteX0" fmla="*/ 0 w 155140"/>
                <a:gd name="connsiteY0" fmla="*/ 216 h 154202"/>
                <a:gd name="connsiteX1" fmla="*/ 7216 w 155140"/>
                <a:gd name="connsiteY1" fmla="*/ 154203 h 154202"/>
                <a:gd name="connsiteX2" fmla="*/ 155141 w 155140"/>
                <a:gd name="connsiteY2" fmla="*/ 146987 h 154202"/>
                <a:gd name="connsiteX3" fmla="*/ 147131 w 155140"/>
                <a:gd name="connsiteY3" fmla="*/ 0 h 15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0" h="154202">
                  <a:moveTo>
                    <a:pt x="0" y="216"/>
                  </a:moveTo>
                  <a:cubicBezTo>
                    <a:pt x="0" y="216"/>
                    <a:pt x="1010" y="118196"/>
                    <a:pt x="7216" y="154203"/>
                  </a:cubicBezTo>
                  <a:lnTo>
                    <a:pt x="155141" y="146987"/>
                  </a:lnTo>
                  <a:cubicBezTo>
                    <a:pt x="155141" y="146987"/>
                    <a:pt x="142152" y="31028"/>
                    <a:pt x="147131" y="0"/>
                  </a:cubicBezTo>
                  <a:close/>
                </a:path>
              </a:pathLst>
            </a:custGeom>
            <a:solidFill>
              <a:srgbClr val="EBEBEB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D1CAE1C1-12EC-F25E-1918-32BC34591C5A}"/>
                </a:ext>
              </a:extLst>
            </p:cNvPr>
            <p:cNvSpPr/>
            <p:nvPr/>
          </p:nvSpPr>
          <p:spPr>
            <a:xfrm>
              <a:off x="1915893" y="8878231"/>
              <a:ext cx="99434" cy="6243"/>
            </a:xfrm>
            <a:custGeom>
              <a:avLst/>
              <a:gdLst>
                <a:gd name="connsiteX0" fmla="*/ 99435 w 99434"/>
                <a:gd name="connsiteY0" fmla="*/ 165 h 6243"/>
                <a:gd name="connsiteX1" fmla="*/ 49861 w 99434"/>
                <a:gd name="connsiteY1" fmla="*/ 4567 h 6243"/>
                <a:gd name="connsiteX2" fmla="*/ 0 w 99434"/>
                <a:gd name="connsiteY2" fmla="*/ 6082 h 6243"/>
                <a:gd name="connsiteX3" fmla="*/ 49573 w 99434"/>
                <a:gd name="connsiteY3" fmla="*/ 1609 h 6243"/>
                <a:gd name="connsiteX4" fmla="*/ 99435 w 99434"/>
                <a:gd name="connsiteY4" fmla="*/ 165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34" h="6243">
                  <a:moveTo>
                    <a:pt x="99435" y="165"/>
                  </a:moveTo>
                  <a:cubicBezTo>
                    <a:pt x="83011" y="2619"/>
                    <a:pt x="66458" y="4084"/>
                    <a:pt x="49861" y="4567"/>
                  </a:cubicBezTo>
                  <a:cubicBezTo>
                    <a:pt x="33287" y="6032"/>
                    <a:pt x="16632" y="6537"/>
                    <a:pt x="0" y="6082"/>
                  </a:cubicBezTo>
                  <a:cubicBezTo>
                    <a:pt x="16423" y="3629"/>
                    <a:pt x="32976" y="2135"/>
                    <a:pt x="49573" y="1609"/>
                  </a:cubicBezTo>
                  <a:cubicBezTo>
                    <a:pt x="66155" y="194"/>
                    <a:pt x="82802" y="-289"/>
                    <a:pt x="99435" y="165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F8FDDD6B-0286-6145-4C49-FB7C93C4DBE4}"/>
                </a:ext>
              </a:extLst>
            </p:cNvPr>
            <p:cNvSpPr/>
            <p:nvPr/>
          </p:nvSpPr>
          <p:spPr>
            <a:xfrm>
              <a:off x="1916110" y="8903221"/>
              <a:ext cx="99289" cy="6300"/>
            </a:xfrm>
            <a:custGeom>
              <a:avLst/>
              <a:gdLst>
                <a:gd name="connsiteX0" fmla="*/ 99290 w 99289"/>
                <a:gd name="connsiteY0" fmla="*/ 142 h 6300"/>
                <a:gd name="connsiteX1" fmla="*/ 49717 w 99289"/>
                <a:gd name="connsiteY1" fmla="*/ 4616 h 6300"/>
                <a:gd name="connsiteX2" fmla="*/ 0 w 99289"/>
                <a:gd name="connsiteY2" fmla="*/ 6131 h 6300"/>
                <a:gd name="connsiteX3" fmla="*/ 49573 w 99289"/>
                <a:gd name="connsiteY3" fmla="*/ 1729 h 6300"/>
                <a:gd name="connsiteX4" fmla="*/ 99290 w 99289"/>
                <a:gd name="connsiteY4" fmla="*/ 142 h 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289" h="6300">
                  <a:moveTo>
                    <a:pt x="99290" y="142"/>
                  </a:moveTo>
                  <a:cubicBezTo>
                    <a:pt x="82866" y="2595"/>
                    <a:pt x="66313" y="4089"/>
                    <a:pt x="49717" y="4616"/>
                  </a:cubicBezTo>
                  <a:cubicBezTo>
                    <a:pt x="33186" y="6095"/>
                    <a:pt x="16589" y="6600"/>
                    <a:pt x="0" y="6131"/>
                  </a:cubicBezTo>
                  <a:cubicBezTo>
                    <a:pt x="16423" y="3678"/>
                    <a:pt x="32976" y="2213"/>
                    <a:pt x="49573" y="1729"/>
                  </a:cubicBezTo>
                  <a:cubicBezTo>
                    <a:pt x="66104" y="250"/>
                    <a:pt x="82701" y="-284"/>
                    <a:pt x="99290" y="142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12C2C289-C921-1238-63EE-0A9B2BF87C7B}"/>
                </a:ext>
              </a:extLst>
            </p:cNvPr>
            <p:cNvSpPr/>
            <p:nvPr/>
          </p:nvSpPr>
          <p:spPr>
            <a:xfrm>
              <a:off x="1933644" y="8927033"/>
              <a:ext cx="56571" cy="4239"/>
            </a:xfrm>
            <a:custGeom>
              <a:avLst/>
              <a:gdLst>
                <a:gd name="connsiteX0" fmla="*/ 56572 w 56571"/>
                <a:gd name="connsiteY0" fmla="*/ 575 h 4239"/>
                <a:gd name="connsiteX1" fmla="*/ 0 w 56571"/>
                <a:gd name="connsiteY1" fmla="*/ 3966 h 4239"/>
                <a:gd name="connsiteX2" fmla="*/ 28214 w 56571"/>
                <a:gd name="connsiteY2" fmla="*/ 863 h 4239"/>
                <a:gd name="connsiteX3" fmla="*/ 56572 w 56571"/>
                <a:gd name="connsiteY3" fmla="*/ 575 h 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71" h="4239">
                  <a:moveTo>
                    <a:pt x="56572" y="575"/>
                  </a:moveTo>
                  <a:cubicBezTo>
                    <a:pt x="37883" y="3677"/>
                    <a:pt x="18927" y="4817"/>
                    <a:pt x="0" y="3966"/>
                  </a:cubicBezTo>
                  <a:cubicBezTo>
                    <a:pt x="9279" y="2003"/>
                    <a:pt x="18732" y="964"/>
                    <a:pt x="28214" y="863"/>
                  </a:cubicBezTo>
                  <a:cubicBezTo>
                    <a:pt x="37630" y="-183"/>
                    <a:pt x="47134" y="-277"/>
                    <a:pt x="56572" y="575"/>
                  </a:cubicBezTo>
                  <a:close/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EC2EB65A-CF49-C2D6-6005-DDD52CF22628}"/>
                </a:ext>
              </a:extLst>
            </p:cNvPr>
            <p:cNvSpPr/>
            <p:nvPr/>
          </p:nvSpPr>
          <p:spPr>
            <a:xfrm>
              <a:off x="2295013" y="8513058"/>
              <a:ext cx="439372" cy="345350"/>
            </a:xfrm>
            <a:custGeom>
              <a:avLst/>
              <a:gdLst>
                <a:gd name="connsiteX0" fmla="*/ 0 w 439372"/>
                <a:gd name="connsiteY0" fmla="*/ 0 h 345350"/>
                <a:gd name="connsiteX1" fmla="*/ 14648 w 439372"/>
                <a:gd name="connsiteY1" fmla="*/ 340227 h 345350"/>
                <a:gd name="connsiteX2" fmla="*/ 439373 w 439372"/>
                <a:gd name="connsiteY2" fmla="*/ 345350 h 345350"/>
                <a:gd name="connsiteX3" fmla="*/ 420323 w 439372"/>
                <a:gd name="connsiteY3" fmla="*/ 4474 h 345350"/>
                <a:gd name="connsiteX4" fmla="*/ 0 w 439372"/>
                <a:gd name="connsiteY4" fmla="*/ 0 h 34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372" h="345350">
                  <a:moveTo>
                    <a:pt x="0" y="0"/>
                  </a:moveTo>
                  <a:lnTo>
                    <a:pt x="14648" y="340227"/>
                  </a:lnTo>
                  <a:lnTo>
                    <a:pt x="439373" y="345350"/>
                  </a:lnTo>
                  <a:lnTo>
                    <a:pt x="420323" y="4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D7BC3A39-6227-D4A9-BCB8-B718F9AF218B}"/>
                </a:ext>
              </a:extLst>
            </p:cNvPr>
            <p:cNvSpPr/>
            <p:nvPr/>
          </p:nvSpPr>
          <p:spPr>
            <a:xfrm>
              <a:off x="2290107" y="8510604"/>
              <a:ext cx="421910" cy="318579"/>
            </a:xfrm>
            <a:custGeom>
              <a:avLst/>
              <a:gdLst>
                <a:gd name="connsiteX0" fmla="*/ 0 w 421910"/>
                <a:gd name="connsiteY0" fmla="*/ 0 h 318579"/>
                <a:gd name="connsiteX1" fmla="*/ 421910 w 421910"/>
                <a:gd name="connsiteY1" fmla="*/ 0 h 318579"/>
                <a:gd name="connsiteX2" fmla="*/ 421910 w 421910"/>
                <a:gd name="connsiteY2" fmla="*/ 318579 h 318579"/>
                <a:gd name="connsiteX3" fmla="*/ 0 w 421910"/>
                <a:gd name="connsiteY3" fmla="*/ 318579 h 31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910" h="318579">
                  <a:moveTo>
                    <a:pt x="0" y="0"/>
                  </a:moveTo>
                  <a:lnTo>
                    <a:pt x="421910" y="0"/>
                  </a:lnTo>
                  <a:lnTo>
                    <a:pt x="421910" y="318579"/>
                  </a:lnTo>
                  <a:lnTo>
                    <a:pt x="0" y="318579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A7DA3C18-5161-510F-B857-F4128C415851}"/>
                </a:ext>
              </a:extLst>
            </p:cNvPr>
            <p:cNvSpPr/>
            <p:nvPr/>
          </p:nvSpPr>
          <p:spPr>
            <a:xfrm>
              <a:off x="2289168" y="8509089"/>
              <a:ext cx="424508" cy="320166"/>
            </a:xfrm>
            <a:custGeom>
              <a:avLst/>
              <a:gdLst>
                <a:gd name="connsiteX0" fmla="*/ 422849 w 424508"/>
                <a:gd name="connsiteY0" fmla="*/ 320095 h 320166"/>
                <a:gd name="connsiteX1" fmla="*/ 422849 w 424508"/>
                <a:gd name="connsiteY1" fmla="*/ 314250 h 320166"/>
                <a:gd name="connsiteX2" fmla="*/ 422849 w 424508"/>
                <a:gd name="connsiteY2" fmla="*/ 297221 h 320166"/>
                <a:gd name="connsiteX3" fmla="*/ 422849 w 424508"/>
                <a:gd name="connsiteY3" fmla="*/ 232783 h 320166"/>
                <a:gd name="connsiteX4" fmla="*/ 422199 w 424508"/>
                <a:gd name="connsiteY4" fmla="*/ 1515 h 320166"/>
                <a:gd name="connsiteX5" fmla="*/ 423426 w 424508"/>
                <a:gd name="connsiteY5" fmla="*/ 2742 h 320166"/>
                <a:gd name="connsiteX6" fmla="*/ 1515 w 424508"/>
                <a:gd name="connsiteY6" fmla="*/ 2742 h 320166"/>
                <a:gd name="connsiteX7" fmla="*/ 1515 w 424508"/>
                <a:gd name="connsiteY7" fmla="*/ 2742 h 320166"/>
                <a:gd name="connsiteX8" fmla="*/ 2959 w 424508"/>
                <a:gd name="connsiteY8" fmla="*/ 1227 h 320166"/>
                <a:gd name="connsiteX9" fmla="*/ 2959 w 424508"/>
                <a:gd name="connsiteY9" fmla="*/ 319806 h 320166"/>
                <a:gd name="connsiteX10" fmla="*/ 1660 w 424508"/>
                <a:gd name="connsiteY10" fmla="*/ 318507 h 320166"/>
                <a:gd name="connsiteX11" fmla="*/ 305952 w 424508"/>
                <a:gd name="connsiteY11" fmla="*/ 319157 h 320166"/>
                <a:gd name="connsiteX12" fmla="*/ 392542 w 424508"/>
                <a:gd name="connsiteY12" fmla="*/ 319157 h 320166"/>
                <a:gd name="connsiteX13" fmla="*/ 415561 w 424508"/>
                <a:gd name="connsiteY13" fmla="*/ 319157 h 320166"/>
                <a:gd name="connsiteX14" fmla="*/ 421622 w 424508"/>
                <a:gd name="connsiteY14" fmla="*/ 319157 h 320166"/>
                <a:gd name="connsiteX15" fmla="*/ 415849 w 424508"/>
                <a:gd name="connsiteY15" fmla="*/ 319157 h 320166"/>
                <a:gd name="connsiteX16" fmla="*/ 393047 w 424508"/>
                <a:gd name="connsiteY16" fmla="*/ 319157 h 320166"/>
                <a:gd name="connsiteX17" fmla="*/ 306457 w 424508"/>
                <a:gd name="connsiteY17" fmla="*/ 319517 h 320166"/>
                <a:gd name="connsiteX18" fmla="*/ 1299 w 424508"/>
                <a:gd name="connsiteY18" fmla="*/ 320167 h 320166"/>
                <a:gd name="connsiteX19" fmla="*/ 0 w 424508"/>
                <a:gd name="connsiteY19" fmla="*/ 320167 h 320166"/>
                <a:gd name="connsiteX20" fmla="*/ 0 w 424508"/>
                <a:gd name="connsiteY20" fmla="*/ 318796 h 320166"/>
                <a:gd name="connsiteX21" fmla="*/ 0 w 424508"/>
                <a:gd name="connsiteY21" fmla="*/ 216 h 320166"/>
                <a:gd name="connsiteX22" fmla="*/ 0 w 424508"/>
                <a:gd name="connsiteY22" fmla="*/ 0 h 320166"/>
                <a:gd name="connsiteX23" fmla="*/ 1443 w 424508"/>
                <a:gd name="connsiteY23" fmla="*/ 0 h 320166"/>
                <a:gd name="connsiteX24" fmla="*/ 423354 w 424508"/>
                <a:gd name="connsiteY24" fmla="*/ 0 h 320166"/>
                <a:gd name="connsiteX25" fmla="*/ 424508 w 424508"/>
                <a:gd name="connsiteY25" fmla="*/ 0 h 320166"/>
                <a:gd name="connsiteX26" fmla="*/ 424508 w 424508"/>
                <a:gd name="connsiteY26" fmla="*/ 1155 h 320166"/>
                <a:gd name="connsiteX27" fmla="*/ 423931 w 424508"/>
                <a:gd name="connsiteY27" fmla="*/ 233144 h 320166"/>
                <a:gd name="connsiteX28" fmla="*/ 423931 w 424508"/>
                <a:gd name="connsiteY28" fmla="*/ 297365 h 320166"/>
                <a:gd name="connsiteX29" fmla="*/ 423931 w 424508"/>
                <a:gd name="connsiteY29" fmla="*/ 314106 h 320166"/>
                <a:gd name="connsiteX30" fmla="*/ 422849 w 424508"/>
                <a:gd name="connsiteY30" fmla="*/ 320095 h 32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4508" h="320166">
                  <a:moveTo>
                    <a:pt x="422849" y="320095"/>
                  </a:moveTo>
                  <a:cubicBezTo>
                    <a:pt x="422849" y="320095"/>
                    <a:pt x="422849" y="318074"/>
                    <a:pt x="422849" y="314250"/>
                  </a:cubicBezTo>
                  <a:cubicBezTo>
                    <a:pt x="422849" y="310426"/>
                    <a:pt x="422849" y="304581"/>
                    <a:pt x="422849" y="297221"/>
                  </a:cubicBezTo>
                  <a:cubicBezTo>
                    <a:pt x="422849" y="282284"/>
                    <a:pt x="422849" y="260492"/>
                    <a:pt x="422849" y="232783"/>
                  </a:cubicBezTo>
                  <a:cubicBezTo>
                    <a:pt x="422849" y="177221"/>
                    <a:pt x="422849" y="97703"/>
                    <a:pt x="422199" y="1515"/>
                  </a:cubicBezTo>
                  <a:lnTo>
                    <a:pt x="423426" y="2742"/>
                  </a:lnTo>
                  <a:lnTo>
                    <a:pt x="1515" y="2742"/>
                  </a:lnTo>
                  <a:lnTo>
                    <a:pt x="1515" y="2742"/>
                  </a:lnTo>
                  <a:lnTo>
                    <a:pt x="2959" y="1227"/>
                  </a:lnTo>
                  <a:cubicBezTo>
                    <a:pt x="2959" y="115814"/>
                    <a:pt x="2959" y="224341"/>
                    <a:pt x="2959" y="319806"/>
                  </a:cubicBezTo>
                  <a:lnTo>
                    <a:pt x="1660" y="318507"/>
                  </a:lnTo>
                  <a:lnTo>
                    <a:pt x="305952" y="319157"/>
                  </a:lnTo>
                  <a:lnTo>
                    <a:pt x="392542" y="319157"/>
                  </a:lnTo>
                  <a:lnTo>
                    <a:pt x="415561" y="319157"/>
                  </a:lnTo>
                  <a:lnTo>
                    <a:pt x="421622" y="319157"/>
                  </a:lnTo>
                  <a:lnTo>
                    <a:pt x="415849" y="319157"/>
                  </a:lnTo>
                  <a:lnTo>
                    <a:pt x="393047" y="319157"/>
                  </a:lnTo>
                  <a:lnTo>
                    <a:pt x="306457" y="319517"/>
                  </a:lnTo>
                  <a:lnTo>
                    <a:pt x="1299" y="320167"/>
                  </a:lnTo>
                  <a:lnTo>
                    <a:pt x="0" y="320167"/>
                  </a:lnTo>
                  <a:lnTo>
                    <a:pt x="0" y="318796"/>
                  </a:lnTo>
                  <a:cubicBezTo>
                    <a:pt x="0" y="223330"/>
                    <a:pt x="0" y="114804"/>
                    <a:pt x="0" y="216"/>
                  </a:cubicBezTo>
                  <a:lnTo>
                    <a:pt x="0" y="0"/>
                  </a:lnTo>
                  <a:lnTo>
                    <a:pt x="1443" y="0"/>
                  </a:lnTo>
                  <a:lnTo>
                    <a:pt x="423354" y="0"/>
                  </a:lnTo>
                  <a:lnTo>
                    <a:pt x="424508" y="0"/>
                  </a:lnTo>
                  <a:lnTo>
                    <a:pt x="424508" y="1155"/>
                  </a:lnTo>
                  <a:cubicBezTo>
                    <a:pt x="424508" y="97630"/>
                    <a:pt x="424075" y="177438"/>
                    <a:pt x="423931" y="233144"/>
                  </a:cubicBezTo>
                  <a:cubicBezTo>
                    <a:pt x="423931" y="260781"/>
                    <a:pt x="423931" y="282428"/>
                    <a:pt x="423931" y="297365"/>
                  </a:cubicBezTo>
                  <a:cubicBezTo>
                    <a:pt x="423931" y="304581"/>
                    <a:pt x="423931" y="310209"/>
                    <a:pt x="423931" y="314106"/>
                  </a:cubicBezTo>
                  <a:cubicBezTo>
                    <a:pt x="423931" y="318002"/>
                    <a:pt x="422849" y="320095"/>
                    <a:pt x="422849" y="320095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C8F8AF91-F1CD-03D9-0135-E5F50F710FEA}"/>
                </a:ext>
              </a:extLst>
            </p:cNvPr>
            <p:cNvSpPr/>
            <p:nvPr/>
          </p:nvSpPr>
          <p:spPr>
            <a:xfrm>
              <a:off x="2340978" y="8578145"/>
              <a:ext cx="171015" cy="215248"/>
            </a:xfrm>
            <a:custGeom>
              <a:avLst/>
              <a:gdLst>
                <a:gd name="connsiteX0" fmla="*/ 0 w 171015"/>
                <a:gd name="connsiteY0" fmla="*/ 0 h 215248"/>
                <a:gd name="connsiteX1" fmla="*/ 171015 w 171015"/>
                <a:gd name="connsiteY1" fmla="*/ 0 h 215248"/>
                <a:gd name="connsiteX2" fmla="*/ 171015 w 171015"/>
                <a:gd name="connsiteY2" fmla="*/ 215249 h 215248"/>
                <a:gd name="connsiteX3" fmla="*/ 0 w 171015"/>
                <a:gd name="connsiteY3" fmla="*/ 215249 h 21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15" h="215248">
                  <a:moveTo>
                    <a:pt x="0" y="0"/>
                  </a:moveTo>
                  <a:lnTo>
                    <a:pt x="171015" y="0"/>
                  </a:lnTo>
                  <a:lnTo>
                    <a:pt x="171015" y="215249"/>
                  </a:lnTo>
                  <a:lnTo>
                    <a:pt x="0" y="215249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9AB4DEF8-083B-B593-B567-576867A30932}"/>
                </a:ext>
              </a:extLst>
            </p:cNvPr>
            <p:cNvSpPr/>
            <p:nvPr/>
          </p:nvSpPr>
          <p:spPr>
            <a:xfrm>
              <a:off x="2340112" y="8576774"/>
              <a:ext cx="173757" cy="216619"/>
            </a:xfrm>
            <a:custGeom>
              <a:avLst/>
              <a:gdLst>
                <a:gd name="connsiteX0" fmla="*/ 171881 w 173757"/>
                <a:gd name="connsiteY0" fmla="*/ 216620 h 216619"/>
                <a:gd name="connsiteX1" fmla="*/ 171881 w 173757"/>
                <a:gd name="connsiteY1" fmla="*/ 215537 h 216619"/>
                <a:gd name="connsiteX2" fmla="*/ 171881 w 173757"/>
                <a:gd name="connsiteY2" fmla="*/ 212434 h 216619"/>
                <a:gd name="connsiteX3" fmla="*/ 171881 w 173757"/>
                <a:gd name="connsiteY3" fmla="*/ 200673 h 216619"/>
                <a:gd name="connsiteX4" fmla="*/ 171521 w 173757"/>
                <a:gd name="connsiteY4" fmla="*/ 156512 h 216619"/>
                <a:gd name="connsiteX5" fmla="*/ 170871 w 173757"/>
                <a:gd name="connsiteY5" fmla="*/ 1371 h 216619"/>
                <a:gd name="connsiteX6" fmla="*/ 172170 w 173757"/>
                <a:gd name="connsiteY6" fmla="*/ 2670 h 216619"/>
                <a:gd name="connsiteX7" fmla="*/ 1155 w 173757"/>
                <a:gd name="connsiteY7" fmla="*/ 2670 h 216619"/>
                <a:gd name="connsiteX8" fmla="*/ 2598 w 173757"/>
                <a:gd name="connsiteY8" fmla="*/ 1227 h 216619"/>
                <a:gd name="connsiteX9" fmla="*/ 2598 w 173757"/>
                <a:gd name="connsiteY9" fmla="*/ 1227 h 216619"/>
                <a:gd name="connsiteX10" fmla="*/ 2598 w 173757"/>
                <a:gd name="connsiteY10" fmla="*/ 59747 h 216619"/>
                <a:gd name="connsiteX11" fmla="*/ 2598 w 173757"/>
                <a:gd name="connsiteY11" fmla="*/ 115598 h 216619"/>
                <a:gd name="connsiteX12" fmla="*/ 2598 w 173757"/>
                <a:gd name="connsiteY12" fmla="*/ 216620 h 216619"/>
                <a:gd name="connsiteX13" fmla="*/ 1371 w 173757"/>
                <a:gd name="connsiteY13" fmla="*/ 215393 h 216619"/>
                <a:gd name="connsiteX14" fmla="*/ 125195 w 173757"/>
                <a:gd name="connsiteY14" fmla="*/ 216042 h 216619"/>
                <a:gd name="connsiteX15" fmla="*/ 159976 w 173757"/>
                <a:gd name="connsiteY15" fmla="*/ 216042 h 216619"/>
                <a:gd name="connsiteX16" fmla="*/ 169139 w 173757"/>
                <a:gd name="connsiteY16" fmla="*/ 216042 h 216619"/>
                <a:gd name="connsiteX17" fmla="*/ 172387 w 173757"/>
                <a:gd name="connsiteY17" fmla="*/ 216042 h 216619"/>
                <a:gd name="connsiteX18" fmla="*/ 169428 w 173757"/>
                <a:gd name="connsiteY18" fmla="*/ 216042 h 216619"/>
                <a:gd name="connsiteX19" fmla="*/ 160264 w 173757"/>
                <a:gd name="connsiteY19" fmla="*/ 216042 h 216619"/>
                <a:gd name="connsiteX20" fmla="*/ 125844 w 173757"/>
                <a:gd name="connsiteY20" fmla="*/ 216042 h 216619"/>
                <a:gd name="connsiteX21" fmla="*/ 1227 w 173757"/>
                <a:gd name="connsiteY21" fmla="*/ 216620 h 216619"/>
                <a:gd name="connsiteX22" fmla="*/ 0 w 173757"/>
                <a:gd name="connsiteY22" fmla="*/ 216620 h 216619"/>
                <a:gd name="connsiteX23" fmla="*/ 0 w 173757"/>
                <a:gd name="connsiteY23" fmla="*/ 215465 h 216619"/>
                <a:gd name="connsiteX24" fmla="*/ 0 w 173757"/>
                <a:gd name="connsiteY24" fmla="*/ 114443 h 216619"/>
                <a:gd name="connsiteX25" fmla="*/ 0 w 173757"/>
                <a:gd name="connsiteY25" fmla="*/ 58593 h 216619"/>
                <a:gd name="connsiteX26" fmla="*/ 0 w 173757"/>
                <a:gd name="connsiteY26" fmla="*/ 1443 h 216619"/>
                <a:gd name="connsiteX27" fmla="*/ 0 w 173757"/>
                <a:gd name="connsiteY27" fmla="*/ 1443 h 216619"/>
                <a:gd name="connsiteX28" fmla="*/ 1443 w 173757"/>
                <a:gd name="connsiteY28" fmla="*/ 0 h 216619"/>
                <a:gd name="connsiteX29" fmla="*/ 172459 w 173757"/>
                <a:gd name="connsiteY29" fmla="*/ 0 h 216619"/>
                <a:gd name="connsiteX30" fmla="*/ 173758 w 173757"/>
                <a:gd name="connsiteY30" fmla="*/ 0 h 216619"/>
                <a:gd name="connsiteX31" fmla="*/ 173758 w 173757"/>
                <a:gd name="connsiteY31" fmla="*/ 1299 h 216619"/>
                <a:gd name="connsiteX32" fmla="*/ 173108 w 173757"/>
                <a:gd name="connsiteY32" fmla="*/ 157305 h 216619"/>
                <a:gd name="connsiteX33" fmla="*/ 172747 w 173757"/>
                <a:gd name="connsiteY33" fmla="*/ 201178 h 216619"/>
                <a:gd name="connsiteX34" fmla="*/ 172747 w 173757"/>
                <a:gd name="connsiteY34" fmla="*/ 212651 h 216619"/>
                <a:gd name="connsiteX35" fmla="*/ 172747 w 173757"/>
                <a:gd name="connsiteY35" fmla="*/ 215609 h 216619"/>
                <a:gd name="connsiteX36" fmla="*/ 171881 w 173757"/>
                <a:gd name="connsiteY36" fmla="*/ 216620 h 216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3757" h="216619">
                  <a:moveTo>
                    <a:pt x="171881" y="216620"/>
                  </a:moveTo>
                  <a:cubicBezTo>
                    <a:pt x="171903" y="216259"/>
                    <a:pt x="171903" y="215898"/>
                    <a:pt x="171881" y="215537"/>
                  </a:cubicBezTo>
                  <a:lnTo>
                    <a:pt x="171881" y="212434"/>
                  </a:lnTo>
                  <a:cubicBezTo>
                    <a:pt x="171881" y="209620"/>
                    <a:pt x="171881" y="205724"/>
                    <a:pt x="171881" y="200673"/>
                  </a:cubicBezTo>
                  <a:cubicBezTo>
                    <a:pt x="171881" y="190282"/>
                    <a:pt x="171881" y="175345"/>
                    <a:pt x="171521" y="156512"/>
                  </a:cubicBezTo>
                  <a:cubicBezTo>
                    <a:pt x="171521" y="118628"/>
                    <a:pt x="171521" y="65015"/>
                    <a:pt x="170871" y="1371"/>
                  </a:cubicBezTo>
                  <a:lnTo>
                    <a:pt x="172170" y="2670"/>
                  </a:lnTo>
                  <a:lnTo>
                    <a:pt x="1155" y="2670"/>
                  </a:lnTo>
                  <a:lnTo>
                    <a:pt x="2598" y="1227"/>
                  </a:lnTo>
                  <a:lnTo>
                    <a:pt x="2598" y="1227"/>
                  </a:lnTo>
                  <a:lnTo>
                    <a:pt x="2598" y="59747"/>
                  </a:lnTo>
                  <a:cubicBezTo>
                    <a:pt x="2598" y="78992"/>
                    <a:pt x="2598" y="97609"/>
                    <a:pt x="2598" y="115598"/>
                  </a:cubicBezTo>
                  <a:cubicBezTo>
                    <a:pt x="2598" y="151677"/>
                    <a:pt x="2598" y="185591"/>
                    <a:pt x="2598" y="216620"/>
                  </a:cubicBezTo>
                  <a:lnTo>
                    <a:pt x="1371" y="215393"/>
                  </a:lnTo>
                  <a:lnTo>
                    <a:pt x="125195" y="216042"/>
                  </a:lnTo>
                  <a:lnTo>
                    <a:pt x="159976" y="216042"/>
                  </a:lnTo>
                  <a:lnTo>
                    <a:pt x="169139" y="216042"/>
                  </a:lnTo>
                  <a:cubicBezTo>
                    <a:pt x="170222" y="215985"/>
                    <a:pt x="171305" y="215985"/>
                    <a:pt x="172387" y="216042"/>
                  </a:cubicBezTo>
                  <a:lnTo>
                    <a:pt x="169428" y="216042"/>
                  </a:lnTo>
                  <a:lnTo>
                    <a:pt x="160264" y="216042"/>
                  </a:lnTo>
                  <a:lnTo>
                    <a:pt x="125844" y="216042"/>
                  </a:lnTo>
                  <a:lnTo>
                    <a:pt x="1227" y="216620"/>
                  </a:lnTo>
                  <a:lnTo>
                    <a:pt x="0" y="216620"/>
                  </a:lnTo>
                  <a:lnTo>
                    <a:pt x="0" y="215465"/>
                  </a:lnTo>
                  <a:cubicBezTo>
                    <a:pt x="0" y="184653"/>
                    <a:pt x="0" y="150522"/>
                    <a:pt x="0" y="114443"/>
                  </a:cubicBezTo>
                  <a:cubicBezTo>
                    <a:pt x="0" y="96332"/>
                    <a:pt x="0" y="77715"/>
                    <a:pt x="0" y="58593"/>
                  </a:cubicBezTo>
                  <a:lnTo>
                    <a:pt x="0" y="1443"/>
                  </a:lnTo>
                  <a:lnTo>
                    <a:pt x="0" y="1443"/>
                  </a:lnTo>
                  <a:lnTo>
                    <a:pt x="1443" y="0"/>
                  </a:lnTo>
                  <a:lnTo>
                    <a:pt x="172459" y="0"/>
                  </a:lnTo>
                  <a:lnTo>
                    <a:pt x="173758" y="0"/>
                  </a:lnTo>
                  <a:lnTo>
                    <a:pt x="173758" y="1299"/>
                  </a:lnTo>
                  <a:cubicBezTo>
                    <a:pt x="173758" y="65303"/>
                    <a:pt x="173252" y="119206"/>
                    <a:pt x="173108" y="157305"/>
                  </a:cubicBezTo>
                  <a:cubicBezTo>
                    <a:pt x="173108" y="175994"/>
                    <a:pt x="173108" y="190859"/>
                    <a:pt x="172747" y="201178"/>
                  </a:cubicBezTo>
                  <a:cubicBezTo>
                    <a:pt x="172747" y="206084"/>
                    <a:pt x="172747" y="209909"/>
                    <a:pt x="172747" y="212651"/>
                  </a:cubicBezTo>
                  <a:cubicBezTo>
                    <a:pt x="172747" y="213878"/>
                    <a:pt x="172747" y="214816"/>
                    <a:pt x="172747" y="215609"/>
                  </a:cubicBezTo>
                  <a:cubicBezTo>
                    <a:pt x="172747" y="216403"/>
                    <a:pt x="171954" y="216620"/>
                    <a:pt x="171881" y="216620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ADFF06AE-4648-FF19-8ADF-6D3F173B2071}"/>
                </a:ext>
              </a:extLst>
            </p:cNvPr>
            <p:cNvSpPr/>
            <p:nvPr/>
          </p:nvSpPr>
          <p:spPr>
            <a:xfrm>
              <a:off x="2347545" y="8528860"/>
              <a:ext cx="327743" cy="31028"/>
            </a:xfrm>
            <a:custGeom>
              <a:avLst/>
              <a:gdLst>
                <a:gd name="connsiteX0" fmla="*/ 0 w 327743"/>
                <a:gd name="connsiteY0" fmla="*/ 0 h 31028"/>
                <a:gd name="connsiteX1" fmla="*/ 327744 w 327743"/>
                <a:gd name="connsiteY1" fmla="*/ 0 h 31028"/>
                <a:gd name="connsiteX2" fmla="*/ 327744 w 327743"/>
                <a:gd name="connsiteY2" fmla="*/ 31028 h 31028"/>
                <a:gd name="connsiteX3" fmla="*/ 0 w 327743"/>
                <a:gd name="connsiteY3" fmla="*/ 31028 h 3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743" h="31028">
                  <a:moveTo>
                    <a:pt x="0" y="0"/>
                  </a:moveTo>
                  <a:lnTo>
                    <a:pt x="327744" y="0"/>
                  </a:lnTo>
                  <a:lnTo>
                    <a:pt x="327744" y="31028"/>
                  </a:lnTo>
                  <a:lnTo>
                    <a:pt x="0" y="31028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6A5C649A-F7EC-AD23-D5B7-ACA4A4862419}"/>
                </a:ext>
              </a:extLst>
            </p:cNvPr>
            <p:cNvSpPr/>
            <p:nvPr/>
          </p:nvSpPr>
          <p:spPr>
            <a:xfrm>
              <a:off x="2345885" y="8527634"/>
              <a:ext cx="329763" cy="32543"/>
            </a:xfrm>
            <a:custGeom>
              <a:avLst/>
              <a:gdLst>
                <a:gd name="connsiteX0" fmla="*/ 329403 w 329763"/>
                <a:gd name="connsiteY0" fmla="*/ 31966 h 32543"/>
                <a:gd name="connsiteX1" fmla="*/ 329403 w 329763"/>
                <a:gd name="connsiteY1" fmla="*/ 29874 h 32543"/>
                <a:gd name="connsiteX2" fmla="*/ 329403 w 329763"/>
                <a:gd name="connsiteY2" fmla="*/ 23812 h 32543"/>
                <a:gd name="connsiteX3" fmla="*/ 329042 w 329763"/>
                <a:gd name="connsiteY3" fmla="*/ 938 h 32543"/>
                <a:gd name="connsiteX4" fmla="*/ 329620 w 329763"/>
                <a:gd name="connsiteY4" fmla="*/ 1515 h 32543"/>
                <a:gd name="connsiteX5" fmla="*/ 1876 w 329763"/>
                <a:gd name="connsiteY5" fmla="*/ 2381 h 32543"/>
                <a:gd name="connsiteX6" fmla="*/ 1876 w 329763"/>
                <a:gd name="connsiteY6" fmla="*/ 2381 h 32543"/>
                <a:gd name="connsiteX7" fmla="*/ 3319 w 329763"/>
                <a:gd name="connsiteY7" fmla="*/ 938 h 32543"/>
                <a:gd name="connsiteX8" fmla="*/ 3319 w 329763"/>
                <a:gd name="connsiteY8" fmla="*/ 938 h 32543"/>
                <a:gd name="connsiteX9" fmla="*/ 3319 w 329763"/>
                <a:gd name="connsiteY9" fmla="*/ 31966 h 32543"/>
                <a:gd name="connsiteX10" fmla="*/ 1876 w 329763"/>
                <a:gd name="connsiteY10" fmla="*/ 30523 h 32543"/>
                <a:gd name="connsiteX11" fmla="*/ 234226 w 329763"/>
                <a:gd name="connsiteY11" fmla="*/ 31100 h 32543"/>
                <a:gd name="connsiteX12" fmla="*/ 303931 w 329763"/>
                <a:gd name="connsiteY12" fmla="*/ 31533 h 32543"/>
                <a:gd name="connsiteX13" fmla="*/ 322909 w 329763"/>
                <a:gd name="connsiteY13" fmla="*/ 31533 h 32543"/>
                <a:gd name="connsiteX14" fmla="*/ 327888 w 329763"/>
                <a:gd name="connsiteY14" fmla="*/ 31533 h 32543"/>
                <a:gd name="connsiteX15" fmla="*/ 329620 w 329763"/>
                <a:gd name="connsiteY15" fmla="*/ 31533 h 32543"/>
                <a:gd name="connsiteX16" fmla="*/ 327671 w 329763"/>
                <a:gd name="connsiteY16" fmla="*/ 31533 h 32543"/>
                <a:gd name="connsiteX17" fmla="*/ 322837 w 329763"/>
                <a:gd name="connsiteY17" fmla="*/ 31533 h 32543"/>
                <a:gd name="connsiteX18" fmla="*/ 304220 w 329763"/>
                <a:gd name="connsiteY18" fmla="*/ 31533 h 32543"/>
                <a:gd name="connsiteX19" fmla="*/ 234803 w 329763"/>
                <a:gd name="connsiteY19" fmla="*/ 31894 h 32543"/>
                <a:gd name="connsiteX20" fmla="*/ 1443 w 329763"/>
                <a:gd name="connsiteY20" fmla="*/ 32543 h 32543"/>
                <a:gd name="connsiteX21" fmla="*/ 0 w 329763"/>
                <a:gd name="connsiteY21" fmla="*/ 32543 h 32543"/>
                <a:gd name="connsiteX22" fmla="*/ 0 w 329763"/>
                <a:gd name="connsiteY22" fmla="*/ 1443 h 32543"/>
                <a:gd name="connsiteX23" fmla="*/ 0 w 329763"/>
                <a:gd name="connsiteY23" fmla="*/ 1443 h 32543"/>
                <a:gd name="connsiteX24" fmla="*/ 1443 w 329763"/>
                <a:gd name="connsiteY24" fmla="*/ 0 h 32543"/>
                <a:gd name="connsiteX25" fmla="*/ 1443 w 329763"/>
                <a:gd name="connsiteY25" fmla="*/ 0 h 32543"/>
                <a:gd name="connsiteX26" fmla="*/ 329187 w 329763"/>
                <a:gd name="connsiteY26" fmla="*/ 866 h 32543"/>
                <a:gd name="connsiteX27" fmla="*/ 329764 w 329763"/>
                <a:gd name="connsiteY27" fmla="*/ 866 h 32543"/>
                <a:gd name="connsiteX28" fmla="*/ 329764 w 329763"/>
                <a:gd name="connsiteY28" fmla="*/ 1443 h 32543"/>
                <a:gd name="connsiteX29" fmla="*/ 329764 w 329763"/>
                <a:gd name="connsiteY29" fmla="*/ 24678 h 32543"/>
                <a:gd name="connsiteX30" fmla="*/ 329764 w 329763"/>
                <a:gd name="connsiteY30" fmla="*/ 30523 h 32543"/>
                <a:gd name="connsiteX31" fmla="*/ 329403 w 329763"/>
                <a:gd name="connsiteY31" fmla="*/ 31966 h 3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9763" h="32543">
                  <a:moveTo>
                    <a:pt x="329403" y="31966"/>
                  </a:moveTo>
                  <a:cubicBezTo>
                    <a:pt x="329403" y="31966"/>
                    <a:pt x="329403" y="31172"/>
                    <a:pt x="329403" y="29874"/>
                  </a:cubicBezTo>
                  <a:cubicBezTo>
                    <a:pt x="329403" y="28575"/>
                    <a:pt x="329403" y="26338"/>
                    <a:pt x="329403" y="23812"/>
                  </a:cubicBezTo>
                  <a:cubicBezTo>
                    <a:pt x="329403" y="18400"/>
                    <a:pt x="329403" y="10752"/>
                    <a:pt x="329042" y="938"/>
                  </a:cubicBezTo>
                  <a:lnTo>
                    <a:pt x="329620" y="1515"/>
                  </a:lnTo>
                  <a:cubicBezTo>
                    <a:pt x="274346" y="2020"/>
                    <a:pt x="148358" y="2381"/>
                    <a:pt x="1876" y="2381"/>
                  </a:cubicBezTo>
                  <a:lnTo>
                    <a:pt x="1876" y="2381"/>
                  </a:lnTo>
                  <a:lnTo>
                    <a:pt x="3319" y="938"/>
                  </a:lnTo>
                  <a:lnTo>
                    <a:pt x="3319" y="938"/>
                  </a:lnTo>
                  <a:lnTo>
                    <a:pt x="3319" y="31966"/>
                  </a:lnTo>
                  <a:lnTo>
                    <a:pt x="1876" y="30523"/>
                  </a:lnTo>
                  <a:lnTo>
                    <a:pt x="234226" y="31100"/>
                  </a:lnTo>
                  <a:lnTo>
                    <a:pt x="303931" y="31533"/>
                  </a:lnTo>
                  <a:lnTo>
                    <a:pt x="322909" y="31533"/>
                  </a:lnTo>
                  <a:lnTo>
                    <a:pt x="327888" y="31533"/>
                  </a:lnTo>
                  <a:cubicBezTo>
                    <a:pt x="328465" y="31453"/>
                    <a:pt x="329042" y="31453"/>
                    <a:pt x="329620" y="31533"/>
                  </a:cubicBezTo>
                  <a:lnTo>
                    <a:pt x="327671" y="31533"/>
                  </a:lnTo>
                  <a:lnTo>
                    <a:pt x="322837" y="31533"/>
                  </a:lnTo>
                  <a:lnTo>
                    <a:pt x="304220" y="31533"/>
                  </a:lnTo>
                  <a:lnTo>
                    <a:pt x="234803" y="31894"/>
                  </a:lnTo>
                  <a:lnTo>
                    <a:pt x="1443" y="32543"/>
                  </a:lnTo>
                  <a:lnTo>
                    <a:pt x="0" y="32543"/>
                  </a:lnTo>
                  <a:lnTo>
                    <a:pt x="0" y="1443"/>
                  </a:lnTo>
                  <a:lnTo>
                    <a:pt x="0" y="1443"/>
                  </a:lnTo>
                  <a:lnTo>
                    <a:pt x="1443" y="0"/>
                  </a:lnTo>
                  <a:lnTo>
                    <a:pt x="1443" y="0"/>
                  </a:lnTo>
                  <a:cubicBezTo>
                    <a:pt x="147925" y="0"/>
                    <a:pt x="273913" y="0"/>
                    <a:pt x="329187" y="866"/>
                  </a:cubicBezTo>
                  <a:lnTo>
                    <a:pt x="329764" y="866"/>
                  </a:lnTo>
                  <a:lnTo>
                    <a:pt x="329764" y="1443"/>
                  </a:lnTo>
                  <a:cubicBezTo>
                    <a:pt x="329764" y="11401"/>
                    <a:pt x="329764" y="19194"/>
                    <a:pt x="329764" y="24678"/>
                  </a:cubicBezTo>
                  <a:lnTo>
                    <a:pt x="329764" y="30523"/>
                  </a:lnTo>
                  <a:cubicBezTo>
                    <a:pt x="329684" y="31013"/>
                    <a:pt x="329562" y="31496"/>
                    <a:pt x="329403" y="31966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133BBF10-64D3-C447-164F-84E1DFCA97D3}"/>
                </a:ext>
              </a:extLst>
            </p:cNvPr>
            <p:cNvSpPr/>
            <p:nvPr/>
          </p:nvSpPr>
          <p:spPr>
            <a:xfrm>
              <a:off x="2532920" y="8578145"/>
              <a:ext cx="142368" cy="129740"/>
            </a:xfrm>
            <a:custGeom>
              <a:avLst/>
              <a:gdLst>
                <a:gd name="connsiteX0" fmla="*/ 0 w 142368"/>
                <a:gd name="connsiteY0" fmla="*/ 0 h 129740"/>
                <a:gd name="connsiteX1" fmla="*/ 142369 w 142368"/>
                <a:gd name="connsiteY1" fmla="*/ 0 h 129740"/>
                <a:gd name="connsiteX2" fmla="*/ 142369 w 142368"/>
                <a:gd name="connsiteY2" fmla="*/ 129741 h 129740"/>
                <a:gd name="connsiteX3" fmla="*/ 0 w 142368"/>
                <a:gd name="connsiteY3" fmla="*/ 129741 h 129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368" h="129740">
                  <a:moveTo>
                    <a:pt x="0" y="0"/>
                  </a:moveTo>
                  <a:lnTo>
                    <a:pt x="142369" y="0"/>
                  </a:lnTo>
                  <a:lnTo>
                    <a:pt x="142369" y="129741"/>
                  </a:lnTo>
                  <a:lnTo>
                    <a:pt x="0" y="129741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5CBE39AE-83D8-D2D0-D89F-69841F552371}"/>
                </a:ext>
              </a:extLst>
            </p:cNvPr>
            <p:cNvSpPr/>
            <p:nvPr/>
          </p:nvSpPr>
          <p:spPr>
            <a:xfrm>
              <a:off x="2532168" y="8576744"/>
              <a:ext cx="145357" cy="131141"/>
            </a:xfrm>
            <a:custGeom>
              <a:avLst/>
              <a:gdLst>
                <a:gd name="connsiteX0" fmla="*/ 143121 w 145357"/>
                <a:gd name="connsiteY0" fmla="*/ 131141 h 131141"/>
                <a:gd name="connsiteX1" fmla="*/ 143121 w 145357"/>
                <a:gd name="connsiteY1" fmla="*/ 128616 h 131141"/>
                <a:gd name="connsiteX2" fmla="*/ 143121 w 145357"/>
                <a:gd name="connsiteY2" fmla="*/ 121400 h 131141"/>
                <a:gd name="connsiteX3" fmla="*/ 143121 w 145357"/>
                <a:gd name="connsiteY3" fmla="*/ 94990 h 131141"/>
                <a:gd name="connsiteX4" fmla="*/ 142471 w 145357"/>
                <a:gd name="connsiteY4" fmla="*/ 1184 h 131141"/>
                <a:gd name="connsiteX5" fmla="*/ 143698 w 145357"/>
                <a:gd name="connsiteY5" fmla="*/ 2411 h 131141"/>
                <a:gd name="connsiteX6" fmla="*/ 1401 w 145357"/>
                <a:gd name="connsiteY6" fmla="*/ 2411 h 131141"/>
                <a:gd name="connsiteX7" fmla="*/ 2845 w 145357"/>
                <a:gd name="connsiteY7" fmla="*/ 967 h 131141"/>
                <a:gd name="connsiteX8" fmla="*/ 2845 w 145357"/>
                <a:gd name="connsiteY8" fmla="*/ 967 h 131141"/>
                <a:gd name="connsiteX9" fmla="*/ 2845 w 145357"/>
                <a:gd name="connsiteY9" fmla="*/ 18935 h 131141"/>
                <a:gd name="connsiteX10" fmla="*/ 2845 w 145357"/>
                <a:gd name="connsiteY10" fmla="*/ 36253 h 131141"/>
                <a:gd name="connsiteX11" fmla="*/ 2845 w 145357"/>
                <a:gd name="connsiteY11" fmla="*/ 69446 h 131141"/>
                <a:gd name="connsiteX12" fmla="*/ 2845 w 145357"/>
                <a:gd name="connsiteY12" fmla="*/ 130925 h 131141"/>
                <a:gd name="connsiteX13" fmla="*/ 1546 w 145357"/>
                <a:gd name="connsiteY13" fmla="*/ 129626 h 131141"/>
                <a:gd name="connsiteX14" fmla="*/ 104227 w 145357"/>
                <a:gd name="connsiteY14" fmla="*/ 130275 h 131141"/>
                <a:gd name="connsiteX15" fmla="*/ 133091 w 145357"/>
                <a:gd name="connsiteY15" fmla="*/ 130275 h 131141"/>
                <a:gd name="connsiteX16" fmla="*/ 140884 w 145357"/>
                <a:gd name="connsiteY16" fmla="*/ 130275 h 131141"/>
                <a:gd name="connsiteX17" fmla="*/ 143626 w 145357"/>
                <a:gd name="connsiteY17" fmla="*/ 130275 h 131141"/>
                <a:gd name="connsiteX18" fmla="*/ 141172 w 145357"/>
                <a:gd name="connsiteY18" fmla="*/ 130275 h 131141"/>
                <a:gd name="connsiteX19" fmla="*/ 133956 w 145357"/>
                <a:gd name="connsiteY19" fmla="*/ 130275 h 131141"/>
                <a:gd name="connsiteX20" fmla="*/ 105093 w 145357"/>
                <a:gd name="connsiteY20" fmla="*/ 130275 h 131141"/>
                <a:gd name="connsiteX21" fmla="*/ 1546 w 145357"/>
                <a:gd name="connsiteY21" fmla="*/ 130925 h 131141"/>
                <a:gd name="connsiteX22" fmla="*/ 319 w 145357"/>
                <a:gd name="connsiteY22" fmla="*/ 130925 h 131141"/>
                <a:gd name="connsiteX23" fmla="*/ 319 w 145357"/>
                <a:gd name="connsiteY23" fmla="*/ 129698 h 131141"/>
                <a:gd name="connsiteX24" fmla="*/ 319 w 145357"/>
                <a:gd name="connsiteY24" fmla="*/ 68219 h 131141"/>
                <a:gd name="connsiteX25" fmla="*/ 319 w 145357"/>
                <a:gd name="connsiteY25" fmla="*/ 36253 h 131141"/>
                <a:gd name="connsiteX26" fmla="*/ 319 w 145357"/>
                <a:gd name="connsiteY26" fmla="*/ 18935 h 131141"/>
                <a:gd name="connsiteX27" fmla="*/ 319 w 145357"/>
                <a:gd name="connsiteY27" fmla="*/ 1473 h 131141"/>
                <a:gd name="connsiteX28" fmla="*/ 319 w 145357"/>
                <a:gd name="connsiteY28" fmla="*/ 1473 h 131141"/>
                <a:gd name="connsiteX29" fmla="*/ 1834 w 145357"/>
                <a:gd name="connsiteY29" fmla="*/ 29 h 131141"/>
                <a:gd name="connsiteX30" fmla="*/ 144131 w 145357"/>
                <a:gd name="connsiteY30" fmla="*/ 29 h 131141"/>
                <a:gd name="connsiteX31" fmla="*/ 145358 w 145357"/>
                <a:gd name="connsiteY31" fmla="*/ 29 h 131141"/>
                <a:gd name="connsiteX32" fmla="*/ 145358 w 145357"/>
                <a:gd name="connsiteY32" fmla="*/ 1256 h 131141"/>
                <a:gd name="connsiteX33" fmla="*/ 144780 w 145357"/>
                <a:gd name="connsiteY33" fmla="*/ 95784 h 131141"/>
                <a:gd name="connsiteX34" fmla="*/ 144419 w 145357"/>
                <a:gd name="connsiteY34" fmla="*/ 121905 h 131141"/>
                <a:gd name="connsiteX35" fmla="*/ 144419 w 145357"/>
                <a:gd name="connsiteY35" fmla="*/ 128760 h 131141"/>
                <a:gd name="connsiteX36" fmla="*/ 143121 w 145357"/>
                <a:gd name="connsiteY36" fmla="*/ 131141 h 131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5357" h="131141">
                  <a:moveTo>
                    <a:pt x="143121" y="131141"/>
                  </a:moveTo>
                  <a:cubicBezTo>
                    <a:pt x="143121" y="131141"/>
                    <a:pt x="143121" y="130203"/>
                    <a:pt x="143121" y="128616"/>
                  </a:cubicBezTo>
                  <a:cubicBezTo>
                    <a:pt x="143121" y="127028"/>
                    <a:pt x="143121" y="124503"/>
                    <a:pt x="143121" y="121400"/>
                  </a:cubicBezTo>
                  <a:cubicBezTo>
                    <a:pt x="143121" y="115050"/>
                    <a:pt x="143121" y="106174"/>
                    <a:pt x="143121" y="94990"/>
                  </a:cubicBezTo>
                  <a:cubicBezTo>
                    <a:pt x="143121" y="72116"/>
                    <a:pt x="143121" y="39933"/>
                    <a:pt x="142471" y="1184"/>
                  </a:cubicBezTo>
                  <a:lnTo>
                    <a:pt x="143698" y="2411"/>
                  </a:lnTo>
                  <a:lnTo>
                    <a:pt x="1401" y="2411"/>
                  </a:lnTo>
                  <a:lnTo>
                    <a:pt x="2845" y="967"/>
                  </a:lnTo>
                  <a:lnTo>
                    <a:pt x="2845" y="967"/>
                  </a:lnTo>
                  <a:lnTo>
                    <a:pt x="2845" y="18935"/>
                  </a:lnTo>
                  <a:cubicBezTo>
                    <a:pt x="2845" y="24780"/>
                    <a:pt x="2845" y="30552"/>
                    <a:pt x="2845" y="36253"/>
                  </a:cubicBezTo>
                  <a:lnTo>
                    <a:pt x="2845" y="69446"/>
                  </a:lnTo>
                  <a:cubicBezTo>
                    <a:pt x="2845" y="91093"/>
                    <a:pt x="2845" y="111875"/>
                    <a:pt x="2845" y="130925"/>
                  </a:cubicBezTo>
                  <a:lnTo>
                    <a:pt x="1546" y="129626"/>
                  </a:lnTo>
                  <a:lnTo>
                    <a:pt x="104227" y="130275"/>
                  </a:lnTo>
                  <a:lnTo>
                    <a:pt x="133091" y="130275"/>
                  </a:lnTo>
                  <a:lnTo>
                    <a:pt x="140884" y="130275"/>
                  </a:lnTo>
                  <a:cubicBezTo>
                    <a:pt x="141793" y="130167"/>
                    <a:pt x="142717" y="130167"/>
                    <a:pt x="143626" y="130275"/>
                  </a:cubicBezTo>
                  <a:lnTo>
                    <a:pt x="141172" y="130275"/>
                  </a:lnTo>
                  <a:lnTo>
                    <a:pt x="133956" y="130275"/>
                  </a:lnTo>
                  <a:lnTo>
                    <a:pt x="105093" y="130275"/>
                  </a:lnTo>
                  <a:lnTo>
                    <a:pt x="1546" y="130925"/>
                  </a:lnTo>
                  <a:lnTo>
                    <a:pt x="319" y="130925"/>
                  </a:lnTo>
                  <a:lnTo>
                    <a:pt x="319" y="129698"/>
                  </a:lnTo>
                  <a:cubicBezTo>
                    <a:pt x="319" y="110648"/>
                    <a:pt x="319" y="90011"/>
                    <a:pt x="319" y="68219"/>
                  </a:cubicBezTo>
                  <a:lnTo>
                    <a:pt x="319" y="36253"/>
                  </a:lnTo>
                  <a:cubicBezTo>
                    <a:pt x="319" y="30552"/>
                    <a:pt x="319" y="24780"/>
                    <a:pt x="319" y="18935"/>
                  </a:cubicBezTo>
                  <a:lnTo>
                    <a:pt x="319" y="1473"/>
                  </a:lnTo>
                  <a:lnTo>
                    <a:pt x="319" y="1473"/>
                  </a:lnTo>
                  <a:cubicBezTo>
                    <a:pt x="-980" y="2771"/>
                    <a:pt x="2123" y="-331"/>
                    <a:pt x="1834" y="29"/>
                  </a:cubicBezTo>
                  <a:lnTo>
                    <a:pt x="144131" y="29"/>
                  </a:lnTo>
                  <a:lnTo>
                    <a:pt x="145358" y="29"/>
                  </a:lnTo>
                  <a:lnTo>
                    <a:pt x="145358" y="1256"/>
                  </a:lnTo>
                  <a:cubicBezTo>
                    <a:pt x="145358" y="40222"/>
                    <a:pt x="144925" y="72765"/>
                    <a:pt x="144780" y="95784"/>
                  </a:cubicBezTo>
                  <a:cubicBezTo>
                    <a:pt x="144780" y="106824"/>
                    <a:pt x="144780" y="115627"/>
                    <a:pt x="144419" y="121905"/>
                  </a:cubicBezTo>
                  <a:cubicBezTo>
                    <a:pt x="144419" y="124719"/>
                    <a:pt x="144419" y="126956"/>
                    <a:pt x="144419" y="128760"/>
                  </a:cubicBezTo>
                  <a:cubicBezTo>
                    <a:pt x="144138" y="129626"/>
                    <a:pt x="143698" y="130434"/>
                    <a:pt x="143121" y="131141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CCAB5B6C-C62D-1082-6E50-17B7D3B4BA1C}"/>
                </a:ext>
              </a:extLst>
            </p:cNvPr>
            <p:cNvSpPr/>
            <p:nvPr/>
          </p:nvSpPr>
          <p:spPr>
            <a:xfrm>
              <a:off x="2532920" y="8728162"/>
              <a:ext cx="142368" cy="65159"/>
            </a:xfrm>
            <a:custGeom>
              <a:avLst/>
              <a:gdLst>
                <a:gd name="connsiteX0" fmla="*/ 0 w 142368"/>
                <a:gd name="connsiteY0" fmla="*/ 0 h 65159"/>
                <a:gd name="connsiteX1" fmla="*/ 142369 w 142368"/>
                <a:gd name="connsiteY1" fmla="*/ 0 h 65159"/>
                <a:gd name="connsiteX2" fmla="*/ 142369 w 142368"/>
                <a:gd name="connsiteY2" fmla="*/ 65159 h 65159"/>
                <a:gd name="connsiteX3" fmla="*/ 0 w 142368"/>
                <a:gd name="connsiteY3" fmla="*/ 65159 h 6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368" h="65159">
                  <a:moveTo>
                    <a:pt x="0" y="0"/>
                  </a:moveTo>
                  <a:lnTo>
                    <a:pt x="142369" y="0"/>
                  </a:lnTo>
                  <a:lnTo>
                    <a:pt x="142369" y="65159"/>
                  </a:lnTo>
                  <a:lnTo>
                    <a:pt x="0" y="65159"/>
                  </a:lnTo>
                  <a:close/>
                </a:path>
              </a:pathLst>
            </a:custGeom>
            <a:solidFill>
              <a:srgbClr val="F5F5F5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B4C568CE-7634-76F9-5AA7-548237B1ABDA}"/>
                </a:ext>
              </a:extLst>
            </p:cNvPr>
            <p:cNvSpPr/>
            <p:nvPr/>
          </p:nvSpPr>
          <p:spPr>
            <a:xfrm>
              <a:off x="2532126" y="8726370"/>
              <a:ext cx="144893" cy="67023"/>
            </a:xfrm>
            <a:custGeom>
              <a:avLst/>
              <a:gdLst>
                <a:gd name="connsiteX0" fmla="*/ 143162 w 144893"/>
                <a:gd name="connsiteY0" fmla="*/ 67024 h 67023"/>
                <a:gd name="connsiteX1" fmla="*/ 143162 w 144893"/>
                <a:gd name="connsiteY1" fmla="*/ 62261 h 67023"/>
                <a:gd name="connsiteX2" fmla="*/ 143162 w 144893"/>
                <a:gd name="connsiteY2" fmla="*/ 49200 h 67023"/>
                <a:gd name="connsiteX3" fmla="*/ 142657 w 144893"/>
                <a:gd name="connsiteY3" fmla="*/ 1792 h 67023"/>
                <a:gd name="connsiteX4" fmla="*/ 143667 w 144893"/>
                <a:gd name="connsiteY4" fmla="*/ 2875 h 67023"/>
                <a:gd name="connsiteX5" fmla="*/ 1371 w 144893"/>
                <a:gd name="connsiteY5" fmla="*/ 2875 h 67023"/>
                <a:gd name="connsiteX6" fmla="*/ 2814 w 144893"/>
                <a:gd name="connsiteY6" fmla="*/ 1432 h 67023"/>
                <a:gd name="connsiteX7" fmla="*/ 2814 w 144893"/>
                <a:gd name="connsiteY7" fmla="*/ 1432 h 67023"/>
                <a:gd name="connsiteX8" fmla="*/ 2814 w 144893"/>
                <a:gd name="connsiteY8" fmla="*/ 9874 h 67023"/>
                <a:gd name="connsiteX9" fmla="*/ 2814 w 144893"/>
                <a:gd name="connsiteY9" fmla="*/ 18317 h 67023"/>
                <a:gd name="connsiteX10" fmla="*/ 2814 w 144893"/>
                <a:gd name="connsiteY10" fmla="*/ 66519 h 67023"/>
                <a:gd name="connsiteX11" fmla="*/ 1371 w 144893"/>
                <a:gd name="connsiteY11" fmla="*/ 65147 h 67023"/>
                <a:gd name="connsiteX12" fmla="*/ 103186 w 144893"/>
                <a:gd name="connsiteY12" fmla="*/ 65797 h 67023"/>
                <a:gd name="connsiteX13" fmla="*/ 132844 w 144893"/>
                <a:gd name="connsiteY13" fmla="*/ 65797 h 67023"/>
                <a:gd name="connsiteX14" fmla="*/ 140853 w 144893"/>
                <a:gd name="connsiteY14" fmla="*/ 65797 h 67023"/>
                <a:gd name="connsiteX15" fmla="*/ 143739 w 144893"/>
                <a:gd name="connsiteY15" fmla="*/ 65797 h 67023"/>
                <a:gd name="connsiteX16" fmla="*/ 141214 w 144893"/>
                <a:gd name="connsiteY16" fmla="*/ 65797 h 67023"/>
                <a:gd name="connsiteX17" fmla="*/ 133493 w 144893"/>
                <a:gd name="connsiteY17" fmla="*/ 65797 h 67023"/>
                <a:gd name="connsiteX18" fmla="*/ 104125 w 144893"/>
                <a:gd name="connsiteY18" fmla="*/ 66230 h 67023"/>
                <a:gd name="connsiteX19" fmla="*/ 1371 w 144893"/>
                <a:gd name="connsiteY19" fmla="*/ 66879 h 67023"/>
                <a:gd name="connsiteX20" fmla="*/ 0 w 144893"/>
                <a:gd name="connsiteY20" fmla="*/ 66879 h 67023"/>
                <a:gd name="connsiteX21" fmla="*/ 0 w 144893"/>
                <a:gd name="connsiteY21" fmla="*/ 35274 h 67023"/>
                <a:gd name="connsiteX22" fmla="*/ 0 w 144893"/>
                <a:gd name="connsiteY22" fmla="*/ 18677 h 67023"/>
                <a:gd name="connsiteX23" fmla="*/ 0 w 144893"/>
                <a:gd name="connsiteY23" fmla="*/ 1792 h 67023"/>
                <a:gd name="connsiteX24" fmla="*/ 0 w 144893"/>
                <a:gd name="connsiteY24" fmla="*/ 1792 h 67023"/>
                <a:gd name="connsiteX25" fmla="*/ 1515 w 144893"/>
                <a:gd name="connsiteY25" fmla="*/ 349 h 67023"/>
                <a:gd name="connsiteX26" fmla="*/ 143812 w 144893"/>
                <a:gd name="connsiteY26" fmla="*/ 782 h 67023"/>
                <a:gd name="connsiteX27" fmla="*/ 144894 w 144893"/>
                <a:gd name="connsiteY27" fmla="*/ 782 h 67023"/>
                <a:gd name="connsiteX28" fmla="*/ 144894 w 144893"/>
                <a:gd name="connsiteY28" fmla="*/ 1792 h 67023"/>
                <a:gd name="connsiteX29" fmla="*/ 144317 w 144893"/>
                <a:gd name="connsiteY29" fmla="*/ 49850 h 67023"/>
                <a:gd name="connsiteX30" fmla="*/ 144317 w 144893"/>
                <a:gd name="connsiteY30" fmla="*/ 62694 h 67023"/>
                <a:gd name="connsiteX31" fmla="*/ 143162 w 144893"/>
                <a:gd name="connsiteY31" fmla="*/ 67024 h 6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893" h="67023">
                  <a:moveTo>
                    <a:pt x="143162" y="67024"/>
                  </a:moveTo>
                  <a:cubicBezTo>
                    <a:pt x="143076" y="65436"/>
                    <a:pt x="143076" y="63849"/>
                    <a:pt x="143162" y="62261"/>
                  </a:cubicBezTo>
                  <a:cubicBezTo>
                    <a:pt x="143162" y="59014"/>
                    <a:pt x="143162" y="54612"/>
                    <a:pt x="143162" y="49200"/>
                  </a:cubicBezTo>
                  <a:cubicBezTo>
                    <a:pt x="143162" y="37655"/>
                    <a:pt x="143162" y="21564"/>
                    <a:pt x="142657" y="1792"/>
                  </a:cubicBezTo>
                  <a:lnTo>
                    <a:pt x="143667" y="2875"/>
                  </a:lnTo>
                  <a:lnTo>
                    <a:pt x="1371" y="2875"/>
                  </a:lnTo>
                  <a:lnTo>
                    <a:pt x="2814" y="1432"/>
                  </a:lnTo>
                  <a:lnTo>
                    <a:pt x="2814" y="1432"/>
                  </a:lnTo>
                  <a:lnTo>
                    <a:pt x="2814" y="9874"/>
                  </a:lnTo>
                  <a:cubicBezTo>
                    <a:pt x="2814" y="12688"/>
                    <a:pt x="2814" y="15503"/>
                    <a:pt x="2814" y="18317"/>
                  </a:cubicBezTo>
                  <a:lnTo>
                    <a:pt x="2814" y="66519"/>
                  </a:lnTo>
                  <a:lnTo>
                    <a:pt x="1371" y="65147"/>
                  </a:lnTo>
                  <a:lnTo>
                    <a:pt x="103186" y="65797"/>
                  </a:lnTo>
                  <a:lnTo>
                    <a:pt x="132844" y="65797"/>
                  </a:lnTo>
                  <a:lnTo>
                    <a:pt x="140853" y="65797"/>
                  </a:lnTo>
                  <a:lnTo>
                    <a:pt x="143739" y="65797"/>
                  </a:lnTo>
                  <a:lnTo>
                    <a:pt x="141214" y="65797"/>
                  </a:lnTo>
                  <a:lnTo>
                    <a:pt x="133493" y="65797"/>
                  </a:lnTo>
                  <a:lnTo>
                    <a:pt x="104125" y="66230"/>
                  </a:lnTo>
                  <a:lnTo>
                    <a:pt x="1371" y="66879"/>
                  </a:lnTo>
                  <a:lnTo>
                    <a:pt x="0" y="66879"/>
                  </a:lnTo>
                  <a:lnTo>
                    <a:pt x="0" y="35274"/>
                  </a:lnTo>
                  <a:cubicBezTo>
                    <a:pt x="0" y="29790"/>
                    <a:pt x="0" y="24306"/>
                    <a:pt x="0" y="18677"/>
                  </a:cubicBezTo>
                  <a:lnTo>
                    <a:pt x="0" y="1792"/>
                  </a:lnTo>
                  <a:lnTo>
                    <a:pt x="0" y="1792"/>
                  </a:lnTo>
                  <a:cubicBezTo>
                    <a:pt x="0" y="1792"/>
                    <a:pt x="2742" y="-950"/>
                    <a:pt x="1515" y="349"/>
                  </a:cubicBezTo>
                  <a:lnTo>
                    <a:pt x="143812" y="782"/>
                  </a:lnTo>
                  <a:lnTo>
                    <a:pt x="144894" y="782"/>
                  </a:lnTo>
                  <a:lnTo>
                    <a:pt x="144894" y="1792"/>
                  </a:lnTo>
                  <a:cubicBezTo>
                    <a:pt x="144894" y="21852"/>
                    <a:pt x="144461" y="37872"/>
                    <a:pt x="144317" y="49850"/>
                  </a:cubicBezTo>
                  <a:cubicBezTo>
                    <a:pt x="144317" y="55190"/>
                    <a:pt x="144317" y="59447"/>
                    <a:pt x="144317" y="62694"/>
                  </a:cubicBezTo>
                  <a:cubicBezTo>
                    <a:pt x="144035" y="64166"/>
                    <a:pt x="143653" y="65609"/>
                    <a:pt x="143162" y="67024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8ED763B2-3933-25F7-F927-496BF4BC9A02}"/>
                </a:ext>
              </a:extLst>
            </p:cNvPr>
            <p:cNvSpPr/>
            <p:nvPr/>
          </p:nvSpPr>
          <p:spPr>
            <a:xfrm>
              <a:off x="2340762" y="8578505"/>
              <a:ext cx="166830" cy="214887"/>
            </a:xfrm>
            <a:custGeom>
              <a:avLst/>
              <a:gdLst>
                <a:gd name="connsiteX0" fmla="*/ 166830 w 166830"/>
                <a:gd name="connsiteY0" fmla="*/ 0 h 214887"/>
                <a:gd name="connsiteX1" fmla="*/ 0 w 166830"/>
                <a:gd name="connsiteY1" fmla="*/ 214888 h 214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830" h="214887">
                  <a:moveTo>
                    <a:pt x="166830" y="0"/>
                  </a:moveTo>
                  <a:cubicBezTo>
                    <a:pt x="113866" y="73096"/>
                    <a:pt x="52964" y="141719"/>
                    <a:pt x="0" y="214888"/>
                  </a:cubicBezTo>
                </a:path>
              </a:pathLst>
            </a:custGeom>
            <a:solidFill>
              <a:srgbClr val="FFFFFF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E5657BF5-4374-0CBC-7508-78F1018B8BB1}"/>
                </a:ext>
              </a:extLst>
            </p:cNvPr>
            <p:cNvSpPr/>
            <p:nvPr/>
          </p:nvSpPr>
          <p:spPr>
            <a:xfrm>
              <a:off x="2340978" y="8578501"/>
              <a:ext cx="166830" cy="214892"/>
            </a:xfrm>
            <a:custGeom>
              <a:avLst/>
              <a:gdLst>
                <a:gd name="connsiteX0" fmla="*/ 0 w 166830"/>
                <a:gd name="connsiteY0" fmla="*/ 214893 h 214892"/>
                <a:gd name="connsiteX1" fmla="*/ 1371 w 166830"/>
                <a:gd name="connsiteY1" fmla="*/ 212439 h 214892"/>
                <a:gd name="connsiteX2" fmla="*/ 5845 w 166830"/>
                <a:gd name="connsiteY2" fmla="*/ 205945 h 214892"/>
                <a:gd name="connsiteX3" fmla="*/ 23019 w 166830"/>
                <a:gd name="connsiteY3" fmla="*/ 182277 h 214892"/>
                <a:gd name="connsiteX4" fmla="*/ 82261 w 166830"/>
                <a:gd name="connsiteY4" fmla="*/ 106511 h 214892"/>
                <a:gd name="connsiteX5" fmla="*/ 142152 w 166830"/>
                <a:gd name="connsiteY5" fmla="*/ 31322 h 214892"/>
                <a:gd name="connsiteX6" fmla="*/ 160048 w 166830"/>
                <a:gd name="connsiteY6" fmla="*/ 8303 h 214892"/>
                <a:gd name="connsiteX7" fmla="*/ 164955 w 166830"/>
                <a:gd name="connsiteY7" fmla="*/ 2025 h 214892"/>
                <a:gd name="connsiteX8" fmla="*/ 166831 w 166830"/>
                <a:gd name="connsiteY8" fmla="*/ 5 h 214892"/>
                <a:gd name="connsiteX9" fmla="*/ 165387 w 166830"/>
                <a:gd name="connsiteY9" fmla="*/ 2386 h 214892"/>
                <a:gd name="connsiteX10" fmla="*/ 160914 w 166830"/>
                <a:gd name="connsiteY10" fmla="*/ 8953 h 214892"/>
                <a:gd name="connsiteX11" fmla="*/ 143812 w 166830"/>
                <a:gd name="connsiteY11" fmla="*/ 32548 h 214892"/>
                <a:gd name="connsiteX12" fmla="*/ 84498 w 166830"/>
                <a:gd name="connsiteY12" fmla="*/ 108315 h 214892"/>
                <a:gd name="connsiteX13" fmla="*/ 24606 w 166830"/>
                <a:gd name="connsiteY13" fmla="*/ 183576 h 214892"/>
                <a:gd name="connsiteX14" fmla="*/ 6783 w 166830"/>
                <a:gd name="connsiteY14" fmla="*/ 206594 h 214892"/>
                <a:gd name="connsiteX15" fmla="*/ 1876 w 166830"/>
                <a:gd name="connsiteY15" fmla="*/ 212800 h 214892"/>
                <a:gd name="connsiteX16" fmla="*/ 0 w 166830"/>
                <a:gd name="connsiteY16" fmla="*/ 214893 h 21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30" h="214892">
                  <a:moveTo>
                    <a:pt x="0" y="214893"/>
                  </a:moveTo>
                  <a:cubicBezTo>
                    <a:pt x="354" y="214020"/>
                    <a:pt x="816" y="213197"/>
                    <a:pt x="1371" y="212439"/>
                  </a:cubicBezTo>
                  <a:cubicBezTo>
                    <a:pt x="2598" y="210708"/>
                    <a:pt x="4113" y="208543"/>
                    <a:pt x="5845" y="205945"/>
                  </a:cubicBezTo>
                  <a:cubicBezTo>
                    <a:pt x="9814" y="200245"/>
                    <a:pt x="15659" y="192163"/>
                    <a:pt x="23019" y="182277"/>
                  </a:cubicBezTo>
                  <a:cubicBezTo>
                    <a:pt x="37450" y="162506"/>
                    <a:pt x="58737" y="135807"/>
                    <a:pt x="82261" y="106511"/>
                  </a:cubicBezTo>
                  <a:cubicBezTo>
                    <a:pt x="105785" y="77214"/>
                    <a:pt x="127071" y="50732"/>
                    <a:pt x="142152" y="31322"/>
                  </a:cubicBezTo>
                  <a:lnTo>
                    <a:pt x="160048" y="8303"/>
                  </a:lnTo>
                  <a:lnTo>
                    <a:pt x="164955" y="2025"/>
                  </a:lnTo>
                  <a:cubicBezTo>
                    <a:pt x="166109" y="654"/>
                    <a:pt x="166758" y="-67"/>
                    <a:pt x="166831" y="5"/>
                  </a:cubicBezTo>
                  <a:cubicBezTo>
                    <a:pt x="166448" y="856"/>
                    <a:pt x="165964" y="1656"/>
                    <a:pt x="165387" y="2386"/>
                  </a:cubicBezTo>
                  <a:lnTo>
                    <a:pt x="160914" y="8953"/>
                  </a:lnTo>
                  <a:cubicBezTo>
                    <a:pt x="157017" y="14653"/>
                    <a:pt x="151172" y="22663"/>
                    <a:pt x="143812" y="32548"/>
                  </a:cubicBezTo>
                  <a:cubicBezTo>
                    <a:pt x="129380" y="52320"/>
                    <a:pt x="107733" y="79091"/>
                    <a:pt x="84498" y="108315"/>
                  </a:cubicBezTo>
                  <a:cubicBezTo>
                    <a:pt x="61263" y="137539"/>
                    <a:pt x="39687" y="164093"/>
                    <a:pt x="24606" y="183576"/>
                  </a:cubicBezTo>
                  <a:lnTo>
                    <a:pt x="6783" y="206594"/>
                  </a:lnTo>
                  <a:lnTo>
                    <a:pt x="1876" y="212800"/>
                  </a:lnTo>
                  <a:cubicBezTo>
                    <a:pt x="1328" y="213565"/>
                    <a:pt x="700" y="214265"/>
                    <a:pt x="0" y="214893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B34D4010-2C8F-B2FE-45DB-B62539E0A292}"/>
                </a:ext>
              </a:extLst>
            </p:cNvPr>
            <p:cNvSpPr/>
            <p:nvPr/>
          </p:nvSpPr>
          <p:spPr>
            <a:xfrm>
              <a:off x="2340978" y="8578145"/>
              <a:ext cx="171015" cy="215248"/>
            </a:xfrm>
            <a:custGeom>
              <a:avLst/>
              <a:gdLst>
                <a:gd name="connsiteX0" fmla="*/ 0 w 171015"/>
                <a:gd name="connsiteY0" fmla="*/ 0 h 215248"/>
                <a:gd name="connsiteX1" fmla="*/ 171015 w 171015"/>
                <a:gd name="connsiteY1" fmla="*/ 215249 h 21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15" h="215248">
                  <a:moveTo>
                    <a:pt x="0" y="0"/>
                  </a:moveTo>
                  <a:lnTo>
                    <a:pt x="171015" y="215249"/>
                  </a:lnTo>
                </a:path>
              </a:pathLst>
            </a:custGeom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B121E690-3A25-6BF6-A34D-CE4EABB5F984}"/>
                </a:ext>
              </a:extLst>
            </p:cNvPr>
            <p:cNvSpPr/>
            <p:nvPr/>
          </p:nvSpPr>
          <p:spPr>
            <a:xfrm>
              <a:off x="2340970" y="8578433"/>
              <a:ext cx="171032" cy="214963"/>
            </a:xfrm>
            <a:custGeom>
              <a:avLst/>
              <a:gdLst>
                <a:gd name="connsiteX0" fmla="*/ 171024 w 171032"/>
                <a:gd name="connsiteY0" fmla="*/ 214960 h 214963"/>
                <a:gd name="connsiteX1" fmla="*/ 84434 w 171032"/>
                <a:gd name="connsiteY1" fmla="*/ 108238 h 214963"/>
                <a:gd name="connsiteX2" fmla="*/ 8 w 171032"/>
                <a:gd name="connsiteY2" fmla="*/ 0 h 214963"/>
                <a:gd name="connsiteX3" fmla="*/ 86598 w 171032"/>
                <a:gd name="connsiteY3" fmla="*/ 106722 h 214963"/>
                <a:gd name="connsiteX4" fmla="*/ 171024 w 171032"/>
                <a:gd name="connsiteY4" fmla="*/ 214960 h 21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32" h="214963">
                  <a:moveTo>
                    <a:pt x="171024" y="214960"/>
                  </a:moveTo>
                  <a:cubicBezTo>
                    <a:pt x="170447" y="215465"/>
                    <a:pt x="131626" y="167624"/>
                    <a:pt x="84434" y="108238"/>
                  </a:cubicBezTo>
                  <a:cubicBezTo>
                    <a:pt x="37242" y="48851"/>
                    <a:pt x="-641" y="0"/>
                    <a:pt x="8" y="0"/>
                  </a:cubicBezTo>
                  <a:cubicBezTo>
                    <a:pt x="658" y="0"/>
                    <a:pt x="39407" y="47264"/>
                    <a:pt x="86598" y="106722"/>
                  </a:cubicBezTo>
                  <a:cubicBezTo>
                    <a:pt x="133790" y="166181"/>
                    <a:pt x="171673" y="214455"/>
                    <a:pt x="171024" y="214960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BAD04874-847E-AC5F-B5E7-3312D82509A8}"/>
                </a:ext>
              </a:extLst>
            </p:cNvPr>
            <p:cNvSpPr/>
            <p:nvPr/>
          </p:nvSpPr>
          <p:spPr>
            <a:xfrm>
              <a:off x="2256120" y="8551807"/>
              <a:ext cx="53541" cy="53541"/>
            </a:xfrm>
            <a:custGeom>
              <a:avLst/>
              <a:gdLst>
                <a:gd name="connsiteX0" fmla="*/ 53541 w 53541"/>
                <a:gd name="connsiteY0" fmla="*/ 26771 h 53541"/>
                <a:gd name="connsiteX1" fmla="*/ 26771 w 53541"/>
                <a:gd name="connsiteY1" fmla="*/ 53542 h 53541"/>
                <a:gd name="connsiteX2" fmla="*/ 0 w 53541"/>
                <a:gd name="connsiteY2" fmla="*/ 26771 h 53541"/>
                <a:gd name="connsiteX3" fmla="*/ 26771 w 53541"/>
                <a:gd name="connsiteY3" fmla="*/ 0 h 53541"/>
                <a:gd name="connsiteX4" fmla="*/ 53541 w 53541"/>
                <a:gd name="connsiteY4" fmla="*/ 26771 h 5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41" h="53541">
                  <a:moveTo>
                    <a:pt x="53541" y="26771"/>
                  </a:moveTo>
                  <a:cubicBezTo>
                    <a:pt x="53541" y="41556"/>
                    <a:pt x="41556" y="53542"/>
                    <a:pt x="26771" y="53542"/>
                  </a:cubicBezTo>
                  <a:cubicBezTo>
                    <a:pt x="11985" y="53542"/>
                    <a:pt x="0" y="41556"/>
                    <a:pt x="0" y="26771"/>
                  </a:cubicBezTo>
                  <a:cubicBezTo>
                    <a:pt x="0" y="11986"/>
                    <a:pt x="11985" y="0"/>
                    <a:pt x="26771" y="0"/>
                  </a:cubicBezTo>
                  <a:cubicBezTo>
                    <a:pt x="41556" y="0"/>
                    <a:pt x="53541" y="11986"/>
                    <a:pt x="53541" y="26771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1FEECA20-B8E6-54A9-7F2D-5E5D26B84F09}"/>
                </a:ext>
              </a:extLst>
            </p:cNvPr>
            <p:cNvSpPr/>
            <p:nvPr/>
          </p:nvSpPr>
          <p:spPr>
            <a:xfrm>
              <a:off x="2693689" y="8486864"/>
              <a:ext cx="53541" cy="53541"/>
            </a:xfrm>
            <a:custGeom>
              <a:avLst/>
              <a:gdLst>
                <a:gd name="connsiteX0" fmla="*/ 53542 w 53541"/>
                <a:gd name="connsiteY0" fmla="*/ 26771 h 53541"/>
                <a:gd name="connsiteX1" fmla="*/ 26771 w 53541"/>
                <a:gd name="connsiteY1" fmla="*/ 53542 h 53541"/>
                <a:gd name="connsiteX2" fmla="*/ 0 w 53541"/>
                <a:gd name="connsiteY2" fmla="*/ 26771 h 53541"/>
                <a:gd name="connsiteX3" fmla="*/ 26771 w 53541"/>
                <a:gd name="connsiteY3" fmla="*/ 0 h 53541"/>
                <a:gd name="connsiteX4" fmla="*/ 26843 w 53541"/>
                <a:gd name="connsiteY4" fmla="*/ 0 h 53541"/>
                <a:gd name="connsiteX5" fmla="*/ 53542 w 53541"/>
                <a:gd name="connsiteY5" fmla="*/ 26771 h 5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541" h="53541">
                  <a:moveTo>
                    <a:pt x="53542" y="26771"/>
                  </a:moveTo>
                  <a:cubicBezTo>
                    <a:pt x="53542" y="41556"/>
                    <a:pt x="41556" y="53542"/>
                    <a:pt x="26771" y="53542"/>
                  </a:cubicBezTo>
                  <a:cubicBezTo>
                    <a:pt x="11986" y="53542"/>
                    <a:pt x="0" y="41555"/>
                    <a:pt x="0" y="26771"/>
                  </a:cubicBezTo>
                  <a:cubicBezTo>
                    <a:pt x="0" y="11986"/>
                    <a:pt x="11986" y="0"/>
                    <a:pt x="26771" y="0"/>
                  </a:cubicBezTo>
                  <a:cubicBezTo>
                    <a:pt x="26793" y="0"/>
                    <a:pt x="26822" y="0"/>
                    <a:pt x="26843" y="0"/>
                  </a:cubicBezTo>
                  <a:cubicBezTo>
                    <a:pt x="41599" y="40"/>
                    <a:pt x="53542" y="12014"/>
                    <a:pt x="53542" y="26771"/>
                  </a:cubicBezTo>
                  <a:close/>
                </a:path>
              </a:pathLst>
            </a:custGeom>
            <a:solidFill>
              <a:srgbClr val="E0E0E0"/>
            </a:solidFill>
            <a:ln w="7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64" name="文本框 363">
            <a:extLst>
              <a:ext uri="{FF2B5EF4-FFF2-40B4-BE49-F238E27FC236}">
                <a16:creationId xmlns:a16="http://schemas.microsoft.com/office/drawing/2014/main" id="{299975DA-9A73-0911-2045-3126F5DFA342}"/>
              </a:ext>
            </a:extLst>
          </p:cNvPr>
          <p:cNvSpPr txBox="1"/>
          <p:nvPr/>
        </p:nvSpPr>
        <p:spPr>
          <a:xfrm>
            <a:off x="1459825" y="4138614"/>
            <a:ext cx="22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1E7E7FE0-3DFB-3B0D-ACAF-D95172BD9203}"/>
              </a:ext>
            </a:extLst>
          </p:cNvPr>
          <p:cNvSpPr txBox="1"/>
          <p:nvPr/>
        </p:nvSpPr>
        <p:spPr>
          <a:xfrm>
            <a:off x="1459825" y="4446801"/>
            <a:ext cx="4790912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71" name="矩形: 圆角 370">
            <a:extLst>
              <a:ext uri="{FF2B5EF4-FFF2-40B4-BE49-F238E27FC236}">
                <a16:creationId xmlns:a16="http://schemas.microsoft.com/office/drawing/2014/main" id="{0984CA7A-98AE-4E2B-228B-4A81B528FD8A}"/>
              </a:ext>
            </a:extLst>
          </p:cNvPr>
          <p:cNvSpPr/>
          <p:nvPr/>
        </p:nvSpPr>
        <p:spPr>
          <a:xfrm>
            <a:off x="1362716" y="2951641"/>
            <a:ext cx="45369" cy="715416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: 圆角 371">
            <a:extLst>
              <a:ext uri="{FF2B5EF4-FFF2-40B4-BE49-F238E27FC236}">
                <a16:creationId xmlns:a16="http://schemas.microsoft.com/office/drawing/2014/main" id="{42CAEFD6-6537-7D74-B9FB-2E8C27A1D043}"/>
              </a:ext>
            </a:extLst>
          </p:cNvPr>
          <p:cNvSpPr/>
          <p:nvPr/>
        </p:nvSpPr>
        <p:spPr>
          <a:xfrm>
            <a:off x="3520640" y="2951641"/>
            <a:ext cx="45369" cy="715416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3" name="矩形: 圆角 372">
            <a:extLst>
              <a:ext uri="{FF2B5EF4-FFF2-40B4-BE49-F238E27FC236}">
                <a16:creationId xmlns:a16="http://schemas.microsoft.com/office/drawing/2014/main" id="{7334A293-9A04-8A13-4371-3AD757CA2324}"/>
              </a:ext>
            </a:extLst>
          </p:cNvPr>
          <p:cNvSpPr/>
          <p:nvPr/>
        </p:nvSpPr>
        <p:spPr>
          <a:xfrm>
            <a:off x="5678565" y="2951641"/>
            <a:ext cx="45369" cy="715416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787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C1C6DFA-B4FF-9154-1846-F12BD56DBED5}"/>
              </a:ext>
            </a:extLst>
          </p:cNvPr>
          <p:cNvGrpSpPr/>
          <p:nvPr/>
        </p:nvGrpSpPr>
        <p:grpSpPr>
          <a:xfrm>
            <a:off x="515008" y="2242315"/>
            <a:ext cx="11429746" cy="338554"/>
            <a:chOff x="515008" y="2242315"/>
            <a:chExt cx="11429746" cy="33855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7F90DCE-15C8-D0BF-F120-5069F85AA41B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A769BD-2340-37E2-764D-1D8290380C4B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BD3A55-DC5C-975E-50B6-77E6898B904D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C94F2C7-8553-B9FC-7198-39C04C1F46AD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6B5B0D3-4C56-2645-CC6E-6AC414A54A80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2861C15-B022-BA6E-7210-8F77790E977E}"/>
                </a:ext>
              </a:extLst>
            </p:cNvPr>
            <p:cNvSpPr/>
            <p:nvPr/>
          </p:nvSpPr>
          <p:spPr>
            <a:xfrm>
              <a:off x="33828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A80C44C-9E05-9573-B1AE-75C0EF6163C9}"/>
                </a:ext>
              </a:extLst>
            </p:cNvPr>
            <p:cNvSpPr/>
            <p:nvPr/>
          </p:nvSpPr>
          <p:spPr>
            <a:xfrm>
              <a:off x="6026227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3D9DDED-4138-11F9-588F-B36E4CC3C23B}"/>
                </a:ext>
              </a:extLst>
            </p:cNvPr>
            <p:cNvSpPr/>
            <p:nvPr/>
          </p:nvSpPr>
          <p:spPr>
            <a:xfrm>
              <a:off x="87381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</p:grp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4475AF7-3106-46F1-98FA-9BA47E040FA2}"/>
              </a:ext>
            </a:extLst>
          </p:cNvPr>
          <p:cNvSpPr/>
          <p:nvPr/>
        </p:nvSpPr>
        <p:spPr>
          <a:xfrm>
            <a:off x="1205605" y="2457210"/>
            <a:ext cx="9799886" cy="3248292"/>
          </a:xfrm>
          <a:custGeom>
            <a:avLst/>
            <a:gdLst>
              <a:gd name="connsiteX0" fmla="*/ 998702 w 9799886"/>
              <a:gd name="connsiteY0" fmla="*/ 0 h 3248292"/>
              <a:gd name="connsiteX1" fmla="*/ 1288373 w 9799886"/>
              <a:gd name="connsiteY1" fmla="*/ 414531 h 3248292"/>
              <a:gd name="connsiteX2" fmla="*/ 9617874 w 9799886"/>
              <a:gd name="connsiteY2" fmla="*/ 414531 h 3248292"/>
              <a:gd name="connsiteX3" fmla="*/ 9799886 w 9799886"/>
              <a:gd name="connsiteY3" fmla="*/ 596543 h 3248292"/>
              <a:gd name="connsiteX4" fmla="*/ 9799886 w 9799886"/>
              <a:gd name="connsiteY4" fmla="*/ 3066280 h 3248292"/>
              <a:gd name="connsiteX5" fmla="*/ 9617874 w 9799886"/>
              <a:gd name="connsiteY5" fmla="*/ 3248292 h 3248292"/>
              <a:gd name="connsiteX6" fmla="*/ 182012 w 9799886"/>
              <a:gd name="connsiteY6" fmla="*/ 3248292 h 3248292"/>
              <a:gd name="connsiteX7" fmla="*/ 0 w 9799886"/>
              <a:gd name="connsiteY7" fmla="*/ 3066280 h 3248292"/>
              <a:gd name="connsiteX8" fmla="*/ 0 w 9799886"/>
              <a:gd name="connsiteY8" fmla="*/ 596543 h 3248292"/>
              <a:gd name="connsiteX9" fmla="*/ 182012 w 9799886"/>
              <a:gd name="connsiteY9" fmla="*/ 414531 h 3248292"/>
              <a:gd name="connsiteX10" fmla="*/ 709031 w 9799886"/>
              <a:gd name="connsiteY10" fmla="*/ 414531 h 3248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99886" h="3248292">
                <a:moveTo>
                  <a:pt x="998702" y="0"/>
                </a:moveTo>
                <a:lnTo>
                  <a:pt x="1288373" y="414531"/>
                </a:lnTo>
                <a:lnTo>
                  <a:pt x="9617874" y="414531"/>
                </a:lnTo>
                <a:cubicBezTo>
                  <a:pt x="9718396" y="414531"/>
                  <a:pt x="9799886" y="496021"/>
                  <a:pt x="9799886" y="596543"/>
                </a:cubicBezTo>
                <a:lnTo>
                  <a:pt x="9799886" y="3066280"/>
                </a:lnTo>
                <a:cubicBezTo>
                  <a:pt x="9799886" y="3166802"/>
                  <a:pt x="9718396" y="3248292"/>
                  <a:pt x="9617874" y="3248292"/>
                </a:cubicBezTo>
                <a:lnTo>
                  <a:pt x="182012" y="3248292"/>
                </a:lnTo>
                <a:cubicBezTo>
                  <a:pt x="81490" y="3248292"/>
                  <a:pt x="0" y="3166802"/>
                  <a:pt x="0" y="3066280"/>
                </a:cubicBezTo>
                <a:lnTo>
                  <a:pt x="0" y="596543"/>
                </a:lnTo>
                <a:cubicBezTo>
                  <a:pt x="0" y="496021"/>
                  <a:pt x="81490" y="414531"/>
                  <a:pt x="182012" y="414531"/>
                </a:cubicBezTo>
                <a:lnTo>
                  <a:pt x="709031" y="414531"/>
                </a:lnTo>
                <a:close/>
              </a:path>
            </a:pathLst>
          </a:custGeom>
          <a:gradFill flip="none" rotWithShape="1">
            <a:gsLst>
              <a:gs pos="95000">
                <a:schemeClr val="bg1">
                  <a:lumMod val="100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path path="shape">
              <a:fillToRect r="16573" b="50000"/>
            </a:path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63500" dir="13500011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22D180-CCB6-7D21-D557-B381B0582665}"/>
              </a:ext>
            </a:extLst>
          </p:cNvPr>
          <p:cNvSpPr txBox="1"/>
          <p:nvPr/>
        </p:nvSpPr>
        <p:spPr>
          <a:xfrm>
            <a:off x="4813323" y="3409366"/>
            <a:ext cx="4796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300">
                <a:solidFill>
                  <a:schemeClr val="tx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Data Analysis</a:t>
            </a:r>
            <a:endParaRPr lang="en-US" altLang="zh-CN" sz="2000" spc="300" dirty="0">
              <a:solidFill>
                <a:schemeClr val="tx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3B4A61-85D3-3AE6-3D99-06FFB3B6903E}"/>
              </a:ext>
            </a:extLst>
          </p:cNvPr>
          <p:cNvSpPr txBox="1"/>
          <p:nvPr/>
        </p:nvSpPr>
        <p:spPr>
          <a:xfrm>
            <a:off x="1027776" y="1023624"/>
            <a:ext cx="7582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PART</a:t>
            </a:r>
            <a:r>
              <a:rPr lang="zh-CN" altLang="en-US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8000">
                <a:solidFill>
                  <a:schemeClr val="bg1"/>
                </a:solidFill>
                <a:effectLst>
                  <a:innerShdw blurRad="76200" dist="63500" dir="13500000">
                    <a:schemeClr val="tx2">
                      <a:alpha val="3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FOUR</a:t>
            </a:r>
            <a:endParaRPr lang="zh-CN" altLang="en-US" sz="8000" dirty="0">
              <a:solidFill>
                <a:schemeClr val="bg1"/>
              </a:solidFill>
              <a:effectLst>
                <a:innerShdw blurRad="76200" dist="63500" dir="13500000">
                  <a:schemeClr val="tx2">
                    <a:alpha val="3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DB1A5C-A43C-F88F-BBAD-1DD6E576381D}"/>
              </a:ext>
            </a:extLst>
          </p:cNvPr>
          <p:cNvSpPr txBox="1"/>
          <p:nvPr/>
        </p:nvSpPr>
        <p:spPr>
          <a:xfrm>
            <a:off x="1836226" y="3366632"/>
            <a:ext cx="3223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数据</a:t>
            </a:r>
            <a:endParaRPr lang="en-US" altLang="zh-CN" sz="600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分析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67F9A1-93CD-5371-87C9-5BD6230FD222}"/>
              </a:ext>
            </a:extLst>
          </p:cNvPr>
          <p:cNvCxnSpPr>
            <a:cxnSpLocks/>
          </p:cNvCxnSpPr>
          <p:nvPr/>
        </p:nvCxnSpPr>
        <p:spPr>
          <a:xfrm>
            <a:off x="4147061" y="3422503"/>
            <a:ext cx="0" cy="1827251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EFE7D7A-7370-16B9-EA26-D94C3E1978B5}"/>
              </a:ext>
            </a:extLst>
          </p:cNvPr>
          <p:cNvSpPr txBox="1"/>
          <p:nvPr/>
        </p:nvSpPr>
        <p:spPr>
          <a:xfrm>
            <a:off x="4813323" y="4236901"/>
            <a:ext cx="5864202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Lorem ipsum dolor sit amet, consectetuer adipiscing elit. Maecenas porttitor congue massa. Fusce posuere, magna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sed pulvinar</a:t>
            </a:r>
            <a:endParaRPr lang="en-US" altLang="zh-CN" sz="14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EA1E81F-B9FC-910E-21A6-D9892E412D22}"/>
              </a:ext>
            </a:extLst>
          </p:cNvPr>
          <p:cNvGrpSpPr/>
          <p:nvPr/>
        </p:nvGrpSpPr>
        <p:grpSpPr>
          <a:xfrm>
            <a:off x="8783888" y="3478373"/>
            <a:ext cx="1033212" cy="262095"/>
            <a:chOff x="8783888" y="3478373"/>
            <a:chExt cx="1033212" cy="26209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1609FCC-2F2A-11DE-A4E4-0A9C1433DC1B}"/>
                </a:ext>
              </a:extLst>
            </p:cNvPr>
            <p:cNvSpPr/>
            <p:nvPr/>
          </p:nvSpPr>
          <p:spPr>
            <a:xfrm>
              <a:off x="8783888" y="3478373"/>
              <a:ext cx="1033212" cy="2620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5000">
                  <a:schemeClr val="accent1">
                    <a:lumMod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path path="shape">
                <a:fillToRect r="8069" b="50000"/>
              </a:path>
              <a:tileRect/>
            </a:gradFill>
            <a:ln w="31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12B8928-6B8E-10E2-0F16-AD76FD978EA0}"/>
                </a:ext>
              </a:extLst>
            </p:cNvPr>
            <p:cNvGrpSpPr/>
            <p:nvPr/>
          </p:nvGrpSpPr>
          <p:grpSpPr>
            <a:xfrm>
              <a:off x="9580067" y="3511195"/>
              <a:ext cx="196342" cy="196451"/>
              <a:chOff x="1167942" y="4571507"/>
              <a:chExt cx="349708" cy="349902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098F8C63-140B-E00C-6C2A-430432275F5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3E9A75CE-CD45-EA39-2B1F-AFCFF9FE43B3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762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n-ea"/>
                </a:endParaRPr>
              </a:p>
            </p:txBody>
          </p:sp>
        </p:grp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CF57552-5805-5229-B4F8-5DAC6175A121}"/>
              </a:ext>
            </a:extLst>
          </p:cNvPr>
          <p:cNvSpPr txBox="1"/>
          <p:nvPr/>
        </p:nvSpPr>
        <p:spPr>
          <a:xfrm>
            <a:off x="9576194" y="856937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910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177AC8-E1F8-F303-9E05-DA75062DE192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13BEE9-F340-B659-348D-F89EC18E56E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4E55F13-C439-ADDB-5103-895B960C2813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EE7C92-C9B3-1A1C-3C2E-89EF4EB28F09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DE4E843-186D-B9F7-9970-E902FFDB401F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C07AEB-5E96-9025-C5E4-88D0E4081C7B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EFDFC04-8659-0952-0C5A-157A43CEC837}"/>
                </a:ext>
              </a:extLst>
            </p:cNvPr>
            <p:cNvSpPr/>
            <p:nvPr/>
          </p:nvSpPr>
          <p:spPr>
            <a:xfrm>
              <a:off x="33828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C9FF985-FEC6-11FA-0AC7-C283F4C98934}"/>
                </a:ext>
              </a:extLst>
            </p:cNvPr>
            <p:cNvSpPr/>
            <p:nvPr/>
          </p:nvSpPr>
          <p:spPr>
            <a:xfrm>
              <a:off x="6026227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210E3BD-613D-8B2A-34B7-D1CABFA9321D}"/>
                </a:ext>
              </a:extLst>
            </p:cNvPr>
            <p:cNvSpPr/>
            <p:nvPr/>
          </p:nvSpPr>
          <p:spPr>
            <a:xfrm>
              <a:off x="87381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E56FF3F-BC8B-19B0-1F2C-AE092C0871E2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数据分析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9DA35-348A-7CAA-BDE3-0F9E6CBC29C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Data Analysis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936575D-A1F5-A016-17AC-FBBAEFD7BF21}"/>
              </a:ext>
            </a:extLst>
          </p:cNvPr>
          <p:cNvGrpSpPr/>
          <p:nvPr/>
        </p:nvGrpSpPr>
        <p:grpSpPr>
          <a:xfrm>
            <a:off x="1060450" y="2521654"/>
            <a:ext cx="4625272" cy="3364796"/>
            <a:chOff x="695325" y="2282658"/>
            <a:chExt cx="5118294" cy="3813342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8225FAB-134F-8AB8-63AA-EB2D88E0BC5D}"/>
                </a:ext>
              </a:extLst>
            </p:cNvPr>
            <p:cNvSpPr/>
            <p:nvPr/>
          </p:nvSpPr>
          <p:spPr>
            <a:xfrm>
              <a:off x="695325" y="2282658"/>
              <a:ext cx="5118294" cy="3813342"/>
            </a:xfrm>
            <a:prstGeom prst="roundRect">
              <a:avLst>
                <a:gd name="adj" fmla="val 3655"/>
              </a:avLst>
            </a:prstGeom>
            <a:gradFill flip="none" rotWithShape="1">
              <a:gsLst>
                <a:gs pos="81176">
                  <a:schemeClr val="accent1">
                    <a:lumMod val="100000"/>
                  </a:schemeClr>
                </a:gs>
                <a:gs pos="100000">
                  <a:schemeClr val="accent1">
                    <a:lumMod val="21107"/>
                    <a:lumOff val="78893"/>
                  </a:schemeClr>
                </a:gs>
              </a:gsLst>
              <a:path path="shape">
                <a:fillToRect r="37252" b="50000"/>
              </a:path>
              <a:tileRect/>
            </a:gradFill>
            <a:ln>
              <a:noFill/>
            </a:ln>
            <a:effectLst>
              <a:innerShdw blurRad="63500" dist="63500" dir="13500011">
                <a:schemeClr val="accent1">
                  <a:lumMod val="8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图表 13">
              <a:extLst>
                <a:ext uri="{FF2B5EF4-FFF2-40B4-BE49-F238E27FC236}">
                  <a16:creationId xmlns:a16="http://schemas.microsoft.com/office/drawing/2014/main" id="{9C303D0C-B2CC-87F2-43CE-DE92358AF43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91841582"/>
                </p:ext>
              </p:extLst>
            </p:nvPr>
          </p:nvGraphicFramePr>
          <p:xfrm>
            <a:off x="965900" y="2660324"/>
            <a:ext cx="4577145" cy="343567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A9CC52D-223A-E01D-2E9D-6A38FA67116E}"/>
              </a:ext>
            </a:extLst>
          </p:cNvPr>
          <p:cNvGrpSpPr/>
          <p:nvPr/>
        </p:nvGrpSpPr>
        <p:grpSpPr>
          <a:xfrm>
            <a:off x="5975723" y="2549358"/>
            <a:ext cx="2524990" cy="1182970"/>
            <a:chOff x="5899522" y="2282658"/>
            <a:chExt cx="2677388" cy="1182970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B64FF24-71D6-97FB-508B-7D88E186F4A3}"/>
                </a:ext>
              </a:extLst>
            </p:cNvPr>
            <p:cNvSpPr/>
            <p:nvPr/>
          </p:nvSpPr>
          <p:spPr>
            <a:xfrm>
              <a:off x="5899522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D5B17147-95D1-26E1-7868-AF85DC729C2D}"/>
                </a:ext>
              </a:extLst>
            </p:cNvPr>
            <p:cNvSpPr/>
            <p:nvPr/>
          </p:nvSpPr>
          <p:spPr>
            <a:xfrm>
              <a:off x="5899522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9D03CE3-7DD4-459F-5F4D-E08DDD09CAF5}"/>
              </a:ext>
            </a:extLst>
          </p:cNvPr>
          <p:cNvSpPr/>
          <p:nvPr/>
        </p:nvSpPr>
        <p:spPr>
          <a:xfrm>
            <a:off x="6124440" y="2783135"/>
            <a:ext cx="45369" cy="715416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CE860B-6121-236A-C201-A87D2DEA55E6}"/>
              </a:ext>
            </a:extLst>
          </p:cNvPr>
          <p:cNvSpPr txBox="1"/>
          <p:nvPr/>
        </p:nvSpPr>
        <p:spPr>
          <a:xfrm>
            <a:off x="6323983" y="2950732"/>
            <a:ext cx="2311400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3C8F64-6C25-30C8-E306-C64688982CB9}"/>
              </a:ext>
            </a:extLst>
          </p:cNvPr>
          <p:cNvSpPr txBox="1"/>
          <p:nvPr/>
        </p:nvSpPr>
        <p:spPr>
          <a:xfrm>
            <a:off x="6323983" y="2658070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2CCC086-9822-5D07-8795-0080EAED8697}"/>
              </a:ext>
            </a:extLst>
          </p:cNvPr>
          <p:cNvGrpSpPr/>
          <p:nvPr/>
        </p:nvGrpSpPr>
        <p:grpSpPr>
          <a:xfrm>
            <a:off x="8765311" y="2549358"/>
            <a:ext cx="2524990" cy="1182970"/>
            <a:chOff x="8841510" y="2282658"/>
            <a:chExt cx="2677388" cy="118297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F6A8359-C070-14AF-E5BF-9329B439A719}"/>
                </a:ext>
              </a:extLst>
            </p:cNvPr>
            <p:cNvSpPr/>
            <p:nvPr/>
          </p:nvSpPr>
          <p:spPr>
            <a:xfrm>
              <a:off x="8841510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A1AA766-CDE4-1165-BAF6-A88E398BF647}"/>
                </a:ext>
              </a:extLst>
            </p:cNvPr>
            <p:cNvSpPr/>
            <p:nvPr/>
          </p:nvSpPr>
          <p:spPr>
            <a:xfrm>
              <a:off x="8841510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F7BBCEF-1C16-2DBC-2D37-C8059F48239A}"/>
              </a:ext>
            </a:extLst>
          </p:cNvPr>
          <p:cNvSpPr/>
          <p:nvPr/>
        </p:nvSpPr>
        <p:spPr>
          <a:xfrm>
            <a:off x="8914028" y="2783135"/>
            <a:ext cx="45369" cy="715416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F039D9-88AE-D615-8537-076F3D3B6650}"/>
              </a:ext>
            </a:extLst>
          </p:cNvPr>
          <p:cNvSpPr txBox="1"/>
          <p:nvPr/>
        </p:nvSpPr>
        <p:spPr>
          <a:xfrm>
            <a:off x="9113571" y="2950732"/>
            <a:ext cx="2311400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简洁明了阐述你的观点，画面美观即可。</a:t>
            </a:r>
            <a:endParaRPr lang="en-US" altLang="zh-CN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0604F2A-835C-A572-4AB2-072A20581849}"/>
              </a:ext>
            </a:extLst>
          </p:cNvPr>
          <p:cNvSpPr txBox="1"/>
          <p:nvPr/>
        </p:nvSpPr>
        <p:spPr>
          <a:xfrm>
            <a:off x="9113571" y="2658070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4672E48-DD5B-3DAD-F291-F02049312836}"/>
              </a:ext>
            </a:extLst>
          </p:cNvPr>
          <p:cNvGrpSpPr/>
          <p:nvPr/>
        </p:nvGrpSpPr>
        <p:grpSpPr>
          <a:xfrm>
            <a:off x="5975427" y="4024990"/>
            <a:ext cx="5314874" cy="1861460"/>
            <a:chOff x="5899522" y="2282658"/>
            <a:chExt cx="2677388" cy="1182970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451CCB6B-5B34-4434-29C4-DA0E63652274}"/>
                </a:ext>
              </a:extLst>
            </p:cNvPr>
            <p:cNvSpPr/>
            <p:nvPr/>
          </p:nvSpPr>
          <p:spPr>
            <a:xfrm>
              <a:off x="5899522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1562A4A-0AC4-F74D-1785-705A53AAC896}"/>
                </a:ext>
              </a:extLst>
            </p:cNvPr>
            <p:cNvSpPr/>
            <p:nvPr/>
          </p:nvSpPr>
          <p:spPr>
            <a:xfrm>
              <a:off x="5899522" y="2282658"/>
              <a:ext cx="2677388" cy="1182970"/>
            </a:xfrm>
            <a:prstGeom prst="roundRect">
              <a:avLst>
                <a:gd name="adj" fmla="val 39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635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7E1948F-B267-7559-2C1F-9710565813C6}"/>
              </a:ext>
            </a:extLst>
          </p:cNvPr>
          <p:cNvSpPr/>
          <p:nvPr/>
        </p:nvSpPr>
        <p:spPr>
          <a:xfrm>
            <a:off x="6212989" y="4359050"/>
            <a:ext cx="45719" cy="1193341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F11494A-8B31-1AB8-AD04-54456FF62FEB}"/>
              </a:ext>
            </a:extLst>
          </p:cNvPr>
          <p:cNvSpPr txBox="1"/>
          <p:nvPr/>
        </p:nvSpPr>
        <p:spPr>
          <a:xfrm>
            <a:off x="6412883" y="4265967"/>
            <a:ext cx="201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请输入标题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222CE9D-EF17-E23C-4272-006D62BCD8D2}"/>
              </a:ext>
            </a:extLst>
          </p:cNvPr>
          <p:cNvSpPr txBox="1"/>
          <p:nvPr/>
        </p:nvSpPr>
        <p:spPr>
          <a:xfrm>
            <a:off x="6412883" y="4595109"/>
            <a:ext cx="4621978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请在此处点击编辑添加修改文本，简洁明了阐述你的观点，画面美观即可，请在此处点击编辑添加修改文本，简洁明了阐述你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的观点。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143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177AC8-E1F8-F303-9E05-DA75062DE192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13BEE9-F340-B659-348D-F89EC18E56E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4E55F13-C439-ADDB-5103-895B960C2813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EE7C92-C9B3-1A1C-3C2E-89EF4EB28F09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DE4E843-186D-B9F7-9970-E902FFDB401F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C07AEB-5E96-9025-C5E4-88D0E4081C7B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EFDFC04-8659-0952-0C5A-157A43CEC837}"/>
                </a:ext>
              </a:extLst>
            </p:cNvPr>
            <p:cNvSpPr/>
            <p:nvPr/>
          </p:nvSpPr>
          <p:spPr>
            <a:xfrm>
              <a:off x="33828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C9FF985-FEC6-11FA-0AC7-C283F4C98934}"/>
                </a:ext>
              </a:extLst>
            </p:cNvPr>
            <p:cNvSpPr/>
            <p:nvPr/>
          </p:nvSpPr>
          <p:spPr>
            <a:xfrm>
              <a:off x="6026227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210E3BD-613D-8B2A-34B7-D1CABFA9321D}"/>
                </a:ext>
              </a:extLst>
            </p:cNvPr>
            <p:cNvSpPr/>
            <p:nvPr/>
          </p:nvSpPr>
          <p:spPr>
            <a:xfrm>
              <a:off x="87381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E56FF3F-BC8B-19B0-1F2C-AE092C0871E2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数据分析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9DA35-348A-7CAA-BDE3-0F9E6CBC29C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Data Analysis</a:t>
            </a:r>
          </a:p>
        </p:txBody>
      </p:sp>
      <p:sp>
        <p:nvSpPr>
          <p:cNvPr id="17" name="矩形 8">
            <a:extLst>
              <a:ext uri="{FF2B5EF4-FFF2-40B4-BE49-F238E27FC236}">
                <a16:creationId xmlns:a16="http://schemas.microsoft.com/office/drawing/2014/main" id="{6CE09CFF-FE43-BEFF-0587-FA152D69D91A}"/>
              </a:ext>
            </a:extLst>
          </p:cNvPr>
          <p:cNvSpPr/>
          <p:nvPr/>
        </p:nvSpPr>
        <p:spPr>
          <a:xfrm>
            <a:off x="7261399" y="2386310"/>
            <a:ext cx="3912967" cy="2290114"/>
          </a:xfrm>
          <a:prstGeom prst="roundRect">
            <a:avLst>
              <a:gd name="adj" fmla="val 5021"/>
            </a:avLst>
          </a:prstGeom>
          <a:gradFill flip="none" rotWithShape="1">
            <a:gsLst>
              <a:gs pos="81521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38404" b="50000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14A30BB0-BFF4-7B11-BCD1-509534C13C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0831388"/>
              </p:ext>
            </p:extLst>
          </p:nvPr>
        </p:nvGraphicFramePr>
        <p:xfrm>
          <a:off x="7358977" y="2524226"/>
          <a:ext cx="3734356" cy="216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6134359A-43C8-F3CF-0CEB-FD7939868E65}"/>
              </a:ext>
            </a:extLst>
          </p:cNvPr>
          <p:cNvSpPr txBox="1"/>
          <p:nvPr/>
        </p:nvSpPr>
        <p:spPr>
          <a:xfrm>
            <a:off x="7490597" y="2571249"/>
            <a:ext cx="2276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在此输入标题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矩形 7">
            <a:extLst>
              <a:ext uri="{FF2B5EF4-FFF2-40B4-BE49-F238E27FC236}">
                <a16:creationId xmlns:a16="http://schemas.microsoft.com/office/drawing/2014/main" id="{359EF227-7E68-D235-954B-4DE74408BBE6}"/>
              </a:ext>
            </a:extLst>
          </p:cNvPr>
          <p:cNvSpPr/>
          <p:nvPr/>
        </p:nvSpPr>
        <p:spPr>
          <a:xfrm>
            <a:off x="4154880" y="2386310"/>
            <a:ext cx="2790867" cy="2290114"/>
          </a:xfrm>
          <a:prstGeom prst="roundRect">
            <a:avLst>
              <a:gd name="adj" fmla="val 4467"/>
            </a:avLst>
          </a:prstGeom>
          <a:gradFill flip="none" rotWithShape="1">
            <a:gsLst>
              <a:gs pos="8137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37899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AC1A06E3-0BE0-0DF0-6E2C-86E5BADE2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9417686"/>
              </p:ext>
            </p:extLst>
          </p:nvPr>
        </p:nvGraphicFramePr>
        <p:xfrm>
          <a:off x="4623628" y="2869761"/>
          <a:ext cx="1853372" cy="1801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D082DCE0-A2C9-E73A-6700-60CD21F793CF}"/>
              </a:ext>
            </a:extLst>
          </p:cNvPr>
          <p:cNvSpPr txBox="1"/>
          <p:nvPr/>
        </p:nvSpPr>
        <p:spPr>
          <a:xfrm>
            <a:off x="4411859" y="2571249"/>
            <a:ext cx="2065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在此输入标题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B3DA27A-4B59-4478-C165-0F8B72EB8F70}"/>
              </a:ext>
            </a:extLst>
          </p:cNvPr>
          <p:cNvSpPr txBox="1"/>
          <p:nvPr/>
        </p:nvSpPr>
        <p:spPr>
          <a:xfrm>
            <a:off x="4411859" y="2972684"/>
            <a:ext cx="1853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+mj-lt"/>
              </a:rPr>
              <a:t>10.44</a:t>
            </a:r>
            <a:r>
              <a:rPr lang="zh-CN" altLang="en-US" sz="14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亿元</a:t>
            </a:r>
            <a:endParaRPr lang="en-US" altLang="zh-CN" sz="24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6CBED64-3CE3-C108-EB8D-0807AFB2E9CF}"/>
              </a:ext>
            </a:extLst>
          </p:cNvPr>
          <p:cNvGrpSpPr/>
          <p:nvPr/>
        </p:nvGrpSpPr>
        <p:grpSpPr>
          <a:xfrm>
            <a:off x="3719441" y="4937565"/>
            <a:ext cx="2253982" cy="1120335"/>
            <a:chOff x="3500774" y="4962965"/>
            <a:chExt cx="2526363" cy="1120335"/>
          </a:xfrm>
        </p:grpSpPr>
        <p:sp>
          <p:nvSpPr>
            <p:cNvPr id="27" name="矩形 34">
              <a:extLst>
                <a:ext uri="{FF2B5EF4-FFF2-40B4-BE49-F238E27FC236}">
                  <a16:creationId xmlns:a16="http://schemas.microsoft.com/office/drawing/2014/main" id="{E07E1B13-963B-41B6-12F9-B6019AC91FBE}"/>
                </a:ext>
              </a:extLst>
            </p:cNvPr>
            <p:cNvSpPr/>
            <p:nvPr/>
          </p:nvSpPr>
          <p:spPr>
            <a:xfrm>
              <a:off x="3500774" y="4962965"/>
              <a:ext cx="2526363" cy="1120335"/>
            </a:xfrm>
            <a:custGeom>
              <a:avLst/>
              <a:gdLst>
                <a:gd name="connsiteX0" fmla="*/ 108000 w 2365617"/>
                <a:gd name="connsiteY0" fmla="*/ 0 h 1217143"/>
                <a:gd name="connsiteX1" fmla="*/ 2257617 w 2365617"/>
                <a:gd name="connsiteY1" fmla="*/ 0 h 1217143"/>
                <a:gd name="connsiteX2" fmla="*/ 2365617 w 2365617"/>
                <a:gd name="connsiteY2" fmla="*/ 108000 h 1217143"/>
                <a:gd name="connsiteX3" fmla="*/ 2365617 w 2365617"/>
                <a:gd name="connsiteY3" fmla="*/ 1109143 h 1217143"/>
                <a:gd name="connsiteX4" fmla="*/ 2257617 w 2365617"/>
                <a:gd name="connsiteY4" fmla="*/ 1217143 h 1217143"/>
                <a:gd name="connsiteX5" fmla="*/ 108000 w 2365617"/>
                <a:gd name="connsiteY5" fmla="*/ 1217143 h 1217143"/>
                <a:gd name="connsiteX6" fmla="*/ 0 w 2365617"/>
                <a:gd name="connsiteY6" fmla="*/ 1109143 h 1217143"/>
                <a:gd name="connsiteX7" fmla="*/ 0 w 2365617"/>
                <a:gd name="connsiteY7" fmla="*/ 108000 h 1217143"/>
                <a:gd name="connsiteX8" fmla="*/ 108000 w 2365617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5617" h="1217143">
                  <a:moveTo>
                    <a:pt x="108000" y="0"/>
                  </a:moveTo>
                  <a:lnTo>
                    <a:pt x="2257617" y="0"/>
                  </a:lnTo>
                  <a:cubicBezTo>
                    <a:pt x="2317233" y="0"/>
                    <a:pt x="2365617" y="48384"/>
                    <a:pt x="2365617" y="108000"/>
                  </a:cubicBezTo>
                  <a:lnTo>
                    <a:pt x="2365617" y="1109143"/>
                  </a:lnTo>
                  <a:cubicBezTo>
                    <a:pt x="2365617" y="1168759"/>
                    <a:pt x="2317233" y="1217143"/>
                    <a:pt x="2257617" y="1217143"/>
                  </a:cubicBezTo>
                  <a:lnTo>
                    <a:pt x="108000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4" name="矩形 34">
              <a:extLst>
                <a:ext uri="{FF2B5EF4-FFF2-40B4-BE49-F238E27FC236}">
                  <a16:creationId xmlns:a16="http://schemas.microsoft.com/office/drawing/2014/main" id="{501396FD-763A-4629-3DAC-5F824231394A}"/>
                </a:ext>
              </a:extLst>
            </p:cNvPr>
            <p:cNvSpPr/>
            <p:nvPr/>
          </p:nvSpPr>
          <p:spPr>
            <a:xfrm>
              <a:off x="3500774" y="4962965"/>
              <a:ext cx="2526363" cy="1120335"/>
            </a:xfrm>
            <a:custGeom>
              <a:avLst/>
              <a:gdLst>
                <a:gd name="connsiteX0" fmla="*/ 108000 w 2365617"/>
                <a:gd name="connsiteY0" fmla="*/ 0 h 1217143"/>
                <a:gd name="connsiteX1" fmla="*/ 2257617 w 2365617"/>
                <a:gd name="connsiteY1" fmla="*/ 0 h 1217143"/>
                <a:gd name="connsiteX2" fmla="*/ 2365617 w 2365617"/>
                <a:gd name="connsiteY2" fmla="*/ 108000 h 1217143"/>
                <a:gd name="connsiteX3" fmla="*/ 2365617 w 2365617"/>
                <a:gd name="connsiteY3" fmla="*/ 1109143 h 1217143"/>
                <a:gd name="connsiteX4" fmla="*/ 2257617 w 2365617"/>
                <a:gd name="connsiteY4" fmla="*/ 1217143 h 1217143"/>
                <a:gd name="connsiteX5" fmla="*/ 108000 w 2365617"/>
                <a:gd name="connsiteY5" fmla="*/ 1217143 h 1217143"/>
                <a:gd name="connsiteX6" fmla="*/ 0 w 2365617"/>
                <a:gd name="connsiteY6" fmla="*/ 1109143 h 1217143"/>
                <a:gd name="connsiteX7" fmla="*/ 0 w 2365617"/>
                <a:gd name="connsiteY7" fmla="*/ 108000 h 1217143"/>
                <a:gd name="connsiteX8" fmla="*/ 108000 w 2365617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5617" h="1217143">
                  <a:moveTo>
                    <a:pt x="108000" y="0"/>
                  </a:moveTo>
                  <a:lnTo>
                    <a:pt x="2257617" y="0"/>
                  </a:lnTo>
                  <a:cubicBezTo>
                    <a:pt x="2317233" y="0"/>
                    <a:pt x="2365617" y="48384"/>
                    <a:pt x="2365617" y="108000"/>
                  </a:cubicBezTo>
                  <a:lnTo>
                    <a:pt x="2365617" y="1109143"/>
                  </a:lnTo>
                  <a:cubicBezTo>
                    <a:pt x="2365617" y="1168759"/>
                    <a:pt x="2317233" y="1217143"/>
                    <a:pt x="2257617" y="1217143"/>
                  </a:cubicBezTo>
                  <a:lnTo>
                    <a:pt x="108000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9B06563-2354-ADCA-19AE-F83183C578B1}"/>
              </a:ext>
            </a:extLst>
          </p:cNvPr>
          <p:cNvSpPr txBox="1"/>
          <p:nvPr/>
        </p:nvSpPr>
        <p:spPr>
          <a:xfrm>
            <a:off x="4623754" y="5133906"/>
            <a:ext cx="1447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上线天数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583716-784C-F787-9698-23906EF8A7D6}"/>
              </a:ext>
            </a:extLst>
          </p:cNvPr>
          <p:cNvSpPr txBox="1"/>
          <p:nvPr/>
        </p:nvSpPr>
        <p:spPr>
          <a:xfrm>
            <a:off x="4623628" y="5455459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637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天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0F86EF0-0342-4538-2F82-A99A093FA91E}"/>
              </a:ext>
            </a:extLst>
          </p:cNvPr>
          <p:cNvGrpSpPr/>
          <p:nvPr/>
        </p:nvGrpSpPr>
        <p:grpSpPr>
          <a:xfrm>
            <a:off x="1091005" y="4937565"/>
            <a:ext cx="2266402" cy="1120335"/>
            <a:chOff x="732474" y="4962965"/>
            <a:chExt cx="2540284" cy="1120335"/>
          </a:xfrm>
        </p:grpSpPr>
        <p:sp>
          <p:nvSpPr>
            <p:cNvPr id="26" name="矩形 33">
              <a:extLst>
                <a:ext uri="{FF2B5EF4-FFF2-40B4-BE49-F238E27FC236}">
                  <a16:creationId xmlns:a16="http://schemas.microsoft.com/office/drawing/2014/main" id="{6AB867A2-626B-FF02-F6BF-9734CA04E1D8}"/>
                </a:ext>
              </a:extLst>
            </p:cNvPr>
            <p:cNvSpPr/>
            <p:nvPr/>
          </p:nvSpPr>
          <p:spPr>
            <a:xfrm>
              <a:off x="732474" y="4962965"/>
              <a:ext cx="2540284" cy="1120335"/>
            </a:xfrm>
            <a:custGeom>
              <a:avLst/>
              <a:gdLst>
                <a:gd name="connsiteX0" fmla="*/ 108000 w 2378652"/>
                <a:gd name="connsiteY0" fmla="*/ 0 h 1217143"/>
                <a:gd name="connsiteX1" fmla="*/ 2270652 w 2378652"/>
                <a:gd name="connsiteY1" fmla="*/ 0 h 1217143"/>
                <a:gd name="connsiteX2" fmla="*/ 2378652 w 2378652"/>
                <a:gd name="connsiteY2" fmla="*/ 108000 h 1217143"/>
                <a:gd name="connsiteX3" fmla="*/ 2378652 w 2378652"/>
                <a:gd name="connsiteY3" fmla="*/ 1109143 h 1217143"/>
                <a:gd name="connsiteX4" fmla="*/ 2270652 w 2378652"/>
                <a:gd name="connsiteY4" fmla="*/ 1217143 h 1217143"/>
                <a:gd name="connsiteX5" fmla="*/ 108000 w 2378652"/>
                <a:gd name="connsiteY5" fmla="*/ 1217143 h 1217143"/>
                <a:gd name="connsiteX6" fmla="*/ 0 w 2378652"/>
                <a:gd name="connsiteY6" fmla="*/ 1109143 h 1217143"/>
                <a:gd name="connsiteX7" fmla="*/ 0 w 2378652"/>
                <a:gd name="connsiteY7" fmla="*/ 108000 h 1217143"/>
                <a:gd name="connsiteX8" fmla="*/ 108000 w 2378652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8652" h="1217143">
                  <a:moveTo>
                    <a:pt x="108000" y="0"/>
                  </a:moveTo>
                  <a:lnTo>
                    <a:pt x="2270652" y="0"/>
                  </a:lnTo>
                  <a:cubicBezTo>
                    <a:pt x="2330268" y="0"/>
                    <a:pt x="2378652" y="48384"/>
                    <a:pt x="2378652" y="108000"/>
                  </a:cubicBezTo>
                  <a:lnTo>
                    <a:pt x="2378652" y="1109143"/>
                  </a:lnTo>
                  <a:cubicBezTo>
                    <a:pt x="2378652" y="1168759"/>
                    <a:pt x="2330268" y="1217143"/>
                    <a:pt x="2270652" y="1217143"/>
                  </a:cubicBezTo>
                  <a:lnTo>
                    <a:pt x="108000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2" name="矩形 33">
              <a:extLst>
                <a:ext uri="{FF2B5EF4-FFF2-40B4-BE49-F238E27FC236}">
                  <a16:creationId xmlns:a16="http://schemas.microsoft.com/office/drawing/2014/main" id="{B4C7C173-405D-106E-1C36-6D065009A31E}"/>
                </a:ext>
              </a:extLst>
            </p:cNvPr>
            <p:cNvSpPr/>
            <p:nvPr/>
          </p:nvSpPr>
          <p:spPr>
            <a:xfrm>
              <a:off x="732474" y="4962965"/>
              <a:ext cx="2540284" cy="1120335"/>
            </a:xfrm>
            <a:custGeom>
              <a:avLst/>
              <a:gdLst>
                <a:gd name="connsiteX0" fmla="*/ 108000 w 2378652"/>
                <a:gd name="connsiteY0" fmla="*/ 0 h 1217143"/>
                <a:gd name="connsiteX1" fmla="*/ 2270652 w 2378652"/>
                <a:gd name="connsiteY1" fmla="*/ 0 h 1217143"/>
                <a:gd name="connsiteX2" fmla="*/ 2378652 w 2378652"/>
                <a:gd name="connsiteY2" fmla="*/ 108000 h 1217143"/>
                <a:gd name="connsiteX3" fmla="*/ 2378652 w 2378652"/>
                <a:gd name="connsiteY3" fmla="*/ 1109143 h 1217143"/>
                <a:gd name="connsiteX4" fmla="*/ 2270652 w 2378652"/>
                <a:gd name="connsiteY4" fmla="*/ 1217143 h 1217143"/>
                <a:gd name="connsiteX5" fmla="*/ 108000 w 2378652"/>
                <a:gd name="connsiteY5" fmla="*/ 1217143 h 1217143"/>
                <a:gd name="connsiteX6" fmla="*/ 0 w 2378652"/>
                <a:gd name="connsiteY6" fmla="*/ 1109143 h 1217143"/>
                <a:gd name="connsiteX7" fmla="*/ 0 w 2378652"/>
                <a:gd name="connsiteY7" fmla="*/ 108000 h 1217143"/>
                <a:gd name="connsiteX8" fmla="*/ 108000 w 2378652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8652" h="1217143">
                  <a:moveTo>
                    <a:pt x="108000" y="0"/>
                  </a:moveTo>
                  <a:lnTo>
                    <a:pt x="2270652" y="0"/>
                  </a:lnTo>
                  <a:cubicBezTo>
                    <a:pt x="2330268" y="0"/>
                    <a:pt x="2378652" y="48384"/>
                    <a:pt x="2378652" y="108000"/>
                  </a:cubicBezTo>
                  <a:lnTo>
                    <a:pt x="2378652" y="1109143"/>
                  </a:lnTo>
                  <a:cubicBezTo>
                    <a:pt x="2378652" y="1168759"/>
                    <a:pt x="2330268" y="1217143"/>
                    <a:pt x="2270652" y="1217143"/>
                  </a:cubicBezTo>
                  <a:lnTo>
                    <a:pt x="108000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1932410D-43BE-D61C-99ED-2392184BE38F}"/>
              </a:ext>
            </a:extLst>
          </p:cNvPr>
          <p:cNvSpPr txBox="1"/>
          <p:nvPr/>
        </p:nvSpPr>
        <p:spPr>
          <a:xfrm>
            <a:off x="1919350" y="5133906"/>
            <a:ext cx="1734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累计交易额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28E7A7C-7695-6479-FEEF-1BA32B4F9E78}"/>
              </a:ext>
            </a:extLst>
          </p:cNvPr>
          <p:cNvSpPr txBox="1"/>
          <p:nvPr/>
        </p:nvSpPr>
        <p:spPr>
          <a:xfrm>
            <a:off x="1919350" y="5459139"/>
            <a:ext cx="145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249.3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亿元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FBCEC14-A3AA-5921-B5C1-88F726B48EA7}"/>
              </a:ext>
            </a:extLst>
          </p:cNvPr>
          <p:cNvGrpSpPr/>
          <p:nvPr/>
        </p:nvGrpSpPr>
        <p:grpSpPr>
          <a:xfrm>
            <a:off x="8922302" y="4937565"/>
            <a:ext cx="2266398" cy="1120335"/>
            <a:chOff x="8995570" y="4962965"/>
            <a:chExt cx="2540281" cy="1120335"/>
          </a:xfrm>
        </p:grpSpPr>
        <p:sp>
          <p:nvSpPr>
            <p:cNvPr id="31" name="矩形 36">
              <a:extLst>
                <a:ext uri="{FF2B5EF4-FFF2-40B4-BE49-F238E27FC236}">
                  <a16:creationId xmlns:a16="http://schemas.microsoft.com/office/drawing/2014/main" id="{58C7DB5C-7BAD-099A-EB73-72628B695C75}"/>
                </a:ext>
              </a:extLst>
            </p:cNvPr>
            <p:cNvSpPr/>
            <p:nvPr/>
          </p:nvSpPr>
          <p:spPr>
            <a:xfrm>
              <a:off x="8995570" y="4962965"/>
              <a:ext cx="2540281" cy="1120335"/>
            </a:xfrm>
            <a:custGeom>
              <a:avLst/>
              <a:gdLst>
                <a:gd name="connsiteX0" fmla="*/ 108001 w 2378649"/>
                <a:gd name="connsiteY0" fmla="*/ 0 h 1217143"/>
                <a:gd name="connsiteX1" fmla="*/ 2270648 w 2378649"/>
                <a:gd name="connsiteY1" fmla="*/ 0 h 1217143"/>
                <a:gd name="connsiteX2" fmla="*/ 2378649 w 2378649"/>
                <a:gd name="connsiteY2" fmla="*/ 108000 h 1217143"/>
                <a:gd name="connsiteX3" fmla="*/ 2378649 w 2378649"/>
                <a:gd name="connsiteY3" fmla="*/ 1109143 h 1217143"/>
                <a:gd name="connsiteX4" fmla="*/ 2270648 w 2378649"/>
                <a:gd name="connsiteY4" fmla="*/ 1217143 h 1217143"/>
                <a:gd name="connsiteX5" fmla="*/ 108001 w 2378649"/>
                <a:gd name="connsiteY5" fmla="*/ 1217143 h 1217143"/>
                <a:gd name="connsiteX6" fmla="*/ 0 w 2378649"/>
                <a:gd name="connsiteY6" fmla="*/ 1109143 h 1217143"/>
                <a:gd name="connsiteX7" fmla="*/ 0 w 2378649"/>
                <a:gd name="connsiteY7" fmla="*/ 108000 h 1217143"/>
                <a:gd name="connsiteX8" fmla="*/ 108001 w 2378649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8649" h="1217143">
                  <a:moveTo>
                    <a:pt x="108001" y="0"/>
                  </a:moveTo>
                  <a:lnTo>
                    <a:pt x="2270648" y="0"/>
                  </a:lnTo>
                  <a:cubicBezTo>
                    <a:pt x="2330265" y="0"/>
                    <a:pt x="2378649" y="48384"/>
                    <a:pt x="2378649" y="108000"/>
                  </a:cubicBezTo>
                  <a:lnTo>
                    <a:pt x="2378649" y="1109143"/>
                  </a:lnTo>
                  <a:cubicBezTo>
                    <a:pt x="2378649" y="1168759"/>
                    <a:pt x="2330265" y="1217143"/>
                    <a:pt x="2270648" y="1217143"/>
                  </a:cubicBezTo>
                  <a:lnTo>
                    <a:pt x="108001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8" name="矩形 36">
              <a:extLst>
                <a:ext uri="{FF2B5EF4-FFF2-40B4-BE49-F238E27FC236}">
                  <a16:creationId xmlns:a16="http://schemas.microsoft.com/office/drawing/2014/main" id="{F55F3F05-B8B8-BE2F-42F4-74A934095C35}"/>
                </a:ext>
              </a:extLst>
            </p:cNvPr>
            <p:cNvSpPr/>
            <p:nvPr/>
          </p:nvSpPr>
          <p:spPr>
            <a:xfrm>
              <a:off x="8995570" y="4962965"/>
              <a:ext cx="2540281" cy="1120335"/>
            </a:xfrm>
            <a:custGeom>
              <a:avLst/>
              <a:gdLst>
                <a:gd name="connsiteX0" fmla="*/ 108001 w 2378649"/>
                <a:gd name="connsiteY0" fmla="*/ 0 h 1217143"/>
                <a:gd name="connsiteX1" fmla="*/ 2270648 w 2378649"/>
                <a:gd name="connsiteY1" fmla="*/ 0 h 1217143"/>
                <a:gd name="connsiteX2" fmla="*/ 2378649 w 2378649"/>
                <a:gd name="connsiteY2" fmla="*/ 108000 h 1217143"/>
                <a:gd name="connsiteX3" fmla="*/ 2378649 w 2378649"/>
                <a:gd name="connsiteY3" fmla="*/ 1109143 h 1217143"/>
                <a:gd name="connsiteX4" fmla="*/ 2270648 w 2378649"/>
                <a:gd name="connsiteY4" fmla="*/ 1217143 h 1217143"/>
                <a:gd name="connsiteX5" fmla="*/ 108001 w 2378649"/>
                <a:gd name="connsiteY5" fmla="*/ 1217143 h 1217143"/>
                <a:gd name="connsiteX6" fmla="*/ 0 w 2378649"/>
                <a:gd name="connsiteY6" fmla="*/ 1109143 h 1217143"/>
                <a:gd name="connsiteX7" fmla="*/ 0 w 2378649"/>
                <a:gd name="connsiteY7" fmla="*/ 108000 h 1217143"/>
                <a:gd name="connsiteX8" fmla="*/ 108001 w 2378649"/>
                <a:gd name="connsiteY8" fmla="*/ 0 h 121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8649" h="1217143">
                  <a:moveTo>
                    <a:pt x="108001" y="0"/>
                  </a:moveTo>
                  <a:lnTo>
                    <a:pt x="2270648" y="0"/>
                  </a:lnTo>
                  <a:cubicBezTo>
                    <a:pt x="2330265" y="0"/>
                    <a:pt x="2378649" y="48384"/>
                    <a:pt x="2378649" y="108000"/>
                  </a:cubicBezTo>
                  <a:lnTo>
                    <a:pt x="2378649" y="1109143"/>
                  </a:lnTo>
                  <a:cubicBezTo>
                    <a:pt x="2378649" y="1168759"/>
                    <a:pt x="2330265" y="1217143"/>
                    <a:pt x="2270648" y="1217143"/>
                  </a:cubicBezTo>
                  <a:lnTo>
                    <a:pt x="108001" y="1217143"/>
                  </a:lnTo>
                  <a:cubicBezTo>
                    <a:pt x="48384" y="1217143"/>
                    <a:pt x="0" y="1168759"/>
                    <a:pt x="0" y="1109143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1D8F433D-E3BB-38F6-2AF3-C068D532AC50}"/>
              </a:ext>
            </a:extLst>
          </p:cNvPr>
          <p:cNvSpPr txBox="1"/>
          <p:nvPr/>
        </p:nvSpPr>
        <p:spPr>
          <a:xfrm>
            <a:off x="9673487" y="5133906"/>
            <a:ext cx="202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人均投资额度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F124334-56EB-6F3D-5A8E-2F44A3034839}"/>
              </a:ext>
            </a:extLst>
          </p:cNvPr>
          <p:cNvSpPr txBox="1"/>
          <p:nvPr/>
        </p:nvSpPr>
        <p:spPr>
          <a:xfrm>
            <a:off x="9673487" y="5459139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15673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元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28" name="矩形 35">
            <a:extLst>
              <a:ext uri="{FF2B5EF4-FFF2-40B4-BE49-F238E27FC236}">
                <a16:creationId xmlns:a16="http://schemas.microsoft.com/office/drawing/2014/main" id="{BFB69B84-E5B4-3CE6-6447-D47DF6153141}"/>
              </a:ext>
            </a:extLst>
          </p:cNvPr>
          <p:cNvSpPr/>
          <p:nvPr/>
        </p:nvSpPr>
        <p:spPr>
          <a:xfrm>
            <a:off x="6320872" y="4937565"/>
            <a:ext cx="2253982" cy="1120335"/>
          </a:xfrm>
          <a:custGeom>
            <a:avLst/>
            <a:gdLst>
              <a:gd name="connsiteX0" fmla="*/ 108000 w 2365617"/>
              <a:gd name="connsiteY0" fmla="*/ 0 h 1217143"/>
              <a:gd name="connsiteX1" fmla="*/ 2257616 w 2365617"/>
              <a:gd name="connsiteY1" fmla="*/ 0 h 1217143"/>
              <a:gd name="connsiteX2" fmla="*/ 2365617 w 2365617"/>
              <a:gd name="connsiteY2" fmla="*/ 108000 h 1217143"/>
              <a:gd name="connsiteX3" fmla="*/ 2365617 w 2365617"/>
              <a:gd name="connsiteY3" fmla="*/ 1109143 h 1217143"/>
              <a:gd name="connsiteX4" fmla="*/ 2257616 w 2365617"/>
              <a:gd name="connsiteY4" fmla="*/ 1217143 h 1217143"/>
              <a:gd name="connsiteX5" fmla="*/ 108000 w 2365617"/>
              <a:gd name="connsiteY5" fmla="*/ 1217143 h 1217143"/>
              <a:gd name="connsiteX6" fmla="*/ 0 w 2365617"/>
              <a:gd name="connsiteY6" fmla="*/ 1109143 h 1217143"/>
              <a:gd name="connsiteX7" fmla="*/ 0 w 2365617"/>
              <a:gd name="connsiteY7" fmla="*/ 108000 h 1217143"/>
              <a:gd name="connsiteX8" fmla="*/ 108000 w 2365617"/>
              <a:gd name="connsiteY8" fmla="*/ 0 h 121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5617" h="1217143">
                <a:moveTo>
                  <a:pt x="108000" y="0"/>
                </a:moveTo>
                <a:lnTo>
                  <a:pt x="2257616" y="0"/>
                </a:lnTo>
                <a:cubicBezTo>
                  <a:pt x="2317233" y="0"/>
                  <a:pt x="2365617" y="48384"/>
                  <a:pt x="2365617" y="108000"/>
                </a:cubicBezTo>
                <a:lnTo>
                  <a:pt x="2365617" y="1109143"/>
                </a:lnTo>
                <a:cubicBezTo>
                  <a:pt x="2365617" y="1168759"/>
                  <a:pt x="2317233" y="1217143"/>
                  <a:pt x="2257616" y="1217143"/>
                </a:cubicBezTo>
                <a:lnTo>
                  <a:pt x="108000" y="1217143"/>
                </a:lnTo>
                <a:cubicBezTo>
                  <a:pt x="48384" y="1217143"/>
                  <a:pt x="0" y="1168759"/>
                  <a:pt x="0" y="1109143"/>
                </a:cubicBezTo>
                <a:lnTo>
                  <a:pt x="0" y="108000"/>
                </a:lnTo>
                <a:cubicBezTo>
                  <a:pt x="0" y="48384"/>
                  <a:pt x="48384" y="0"/>
                  <a:pt x="1080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27000" dist="76200" dir="13500008" rotWithShape="0">
              <a:schemeClr val="accent1">
                <a:lumMod val="6107"/>
                <a:lumOff val="93893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矩形 35">
            <a:extLst>
              <a:ext uri="{FF2B5EF4-FFF2-40B4-BE49-F238E27FC236}">
                <a16:creationId xmlns:a16="http://schemas.microsoft.com/office/drawing/2014/main" id="{B9B15739-EBF5-E5D9-C979-ED3CB4D8D6FD}"/>
              </a:ext>
            </a:extLst>
          </p:cNvPr>
          <p:cNvSpPr/>
          <p:nvPr/>
        </p:nvSpPr>
        <p:spPr>
          <a:xfrm>
            <a:off x="6320872" y="4937565"/>
            <a:ext cx="2253982" cy="1120335"/>
          </a:xfrm>
          <a:custGeom>
            <a:avLst/>
            <a:gdLst>
              <a:gd name="connsiteX0" fmla="*/ 108000 w 2365617"/>
              <a:gd name="connsiteY0" fmla="*/ 0 h 1217143"/>
              <a:gd name="connsiteX1" fmla="*/ 2257616 w 2365617"/>
              <a:gd name="connsiteY1" fmla="*/ 0 h 1217143"/>
              <a:gd name="connsiteX2" fmla="*/ 2365617 w 2365617"/>
              <a:gd name="connsiteY2" fmla="*/ 108000 h 1217143"/>
              <a:gd name="connsiteX3" fmla="*/ 2365617 w 2365617"/>
              <a:gd name="connsiteY3" fmla="*/ 1109143 h 1217143"/>
              <a:gd name="connsiteX4" fmla="*/ 2257616 w 2365617"/>
              <a:gd name="connsiteY4" fmla="*/ 1217143 h 1217143"/>
              <a:gd name="connsiteX5" fmla="*/ 108000 w 2365617"/>
              <a:gd name="connsiteY5" fmla="*/ 1217143 h 1217143"/>
              <a:gd name="connsiteX6" fmla="*/ 0 w 2365617"/>
              <a:gd name="connsiteY6" fmla="*/ 1109143 h 1217143"/>
              <a:gd name="connsiteX7" fmla="*/ 0 w 2365617"/>
              <a:gd name="connsiteY7" fmla="*/ 108000 h 1217143"/>
              <a:gd name="connsiteX8" fmla="*/ 108000 w 2365617"/>
              <a:gd name="connsiteY8" fmla="*/ 0 h 121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5617" h="1217143">
                <a:moveTo>
                  <a:pt x="108000" y="0"/>
                </a:moveTo>
                <a:lnTo>
                  <a:pt x="2257616" y="0"/>
                </a:lnTo>
                <a:cubicBezTo>
                  <a:pt x="2317233" y="0"/>
                  <a:pt x="2365617" y="48384"/>
                  <a:pt x="2365617" y="108000"/>
                </a:cubicBezTo>
                <a:lnTo>
                  <a:pt x="2365617" y="1109143"/>
                </a:lnTo>
                <a:cubicBezTo>
                  <a:pt x="2365617" y="1168759"/>
                  <a:pt x="2317233" y="1217143"/>
                  <a:pt x="2257616" y="1217143"/>
                </a:cubicBezTo>
                <a:lnTo>
                  <a:pt x="108000" y="1217143"/>
                </a:lnTo>
                <a:cubicBezTo>
                  <a:pt x="48384" y="1217143"/>
                  <a:pt x="0" y="1168759"/>
                  <a:pt x="0" y="1109143"/>
                </a:cubicBezTo>
                <a:lnTo>
                  <a:pt x="0" y="108000"/>
                </a:lnTo>
                <a:cubicBezTo>
                  <a:pt x="0" y="48384"/>
                  <a:pt x="48384" y="0"/>
                  <a:pt x="1080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27000" dist="63500" dir="2700004" rotWithShape="0">
              <a:schemeClr val="accent1">
                <a:lumMod val="80000"/>
                <a:alpha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480AF6-D9EE-9BB0-F127-1320BB6EA509}"/>
              </a:ext>
            </a:extLst>
          </p:cNvPr>
          <p:cNvSpPr txBox="1"/>
          <p:nvPr/>
        </p:nvSpPr>
        <p:spPr>
          <a:xfrm>
            <a:off x="7148621" y="5133906"/>
            <a:ext cx="1447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活跃用户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04B5ACA-E90E-C246-C4DC-D2BD8D356C3F}"/>
              </a:ext>
            </a:extLst>
          </p:cNvPr>
          <p:cNvSpPr txBox="1"/>
          <p:nvPr/>
        </p:nvSpPr>
        <p:spPr>
          <a:xfrm>
            <a:off x="7149583" y="5459139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83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万人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3" name="矩形 6">
            <a:extLst>
              <a:ext uri="{FF2B5EF4-FFF2-40B4-BE49-F238E27FC236}">
                <a16:creationId xmlns:a16="http://schemas.microsoft.com/office/drawing/2014/main" id="{77DCC2DE-025C-3972-0923-9830EEA2E4AF}"/>
              </a:ext>
            </a:extLst>
          </p:cNvPr>
          <p:cNvSpPr/>
          <p:nvPr/>
        </p:nvSpPr>
        <p:spPr>
          <a:xfrm>
            <a:off x="1048361" y="2386310"/>
            <a:ext cx="2790867" cy="2290114"/>
          </a:xfrm>
          <a:prstGeom prst="roundRect">
            <a:avLst>
              <a:gd name="adj" fmla="val 4467"/>
            </a:avLst>
          </a:prstGeom>
          <a:gradFill flip="none" rotWithShape="1">
            <a:gsLst>
              <a:gs pos="81370">
                <a:schemeClr val="accent1">
                  <a:lumMod val="100000"/>
                </a:schemeClr>
              </a:gs>
              <a:gs pos="100000">
                <a:schemeClr val="accent1">
                  <a:lumMod val="21107"/>
                  <a:lumOff val="78893"/>
                </a:schemeClr>
              </a:gs>
            </a:gsLst>
            <a:path path="shape">
              <a:fillToRect r="50000" b="37899"/>
            </a:path>
            <a:tileRect/>
          </a:gradFill>
          <a:ln>
            <a:noFill/>
          </a:ln>
          <a:effectLst>
            <a:innerShdw blurRad="63500" dist="63500" dir="13500011">
              <a:schemeClr val="accent1">
                <a:lumMod val="85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B7753F-9024-A7BF-61A2-5DEF73DF66FC}"/>
              </a:ext>
            </a:extLst>
          </p:cNvPr>
          <p:cNvSpPr txBox="1"/>
          <p:nvPr/>
        </p:nvSpPr>
        <p:spPr>
          <a:xfrm>
            <a:off x="1305344" y="2571249"/>
            <a:ext cx="205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在此输入标题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E99D3A1-CE2D-AD71-4653-B7371580A8A4}"/>
              </a:ext>
            </a:extLst>
          </p:cNvPr>
          <p:cNvGrpSpPr/>
          <p:nvPr/>
        </p:nvGrpSpPr>
        <p:grpSpPr>
          <a:xfrm>
            <a:off x="1407962" y="3040148"/>
            <a:ext cx="2107737" cy="1497342"/>
            <a:chOff x="899707" y="3248791"/>
            <a:chExt cx="2399263" cy="1704443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43238A7F-6F34-BB67-BE47-FDB8BB46AB21}"/>
                </a:ext>
              </a:extLst>
            </p:cNvPr>
            <p:cNvGrpSpPr/>
            <p:nvPr/>
          </p:nvGrpSpPr>
          <p:grpSpPr>
            <a:xfrm>
              <a:off x="1322786" y="3425659"/>
              <a:ext cx="1437448" cy="1437448"/>
              <a:chOff x="1736190" y="3302661"/>
              <a:chExt cx="1561308" cy="1561308"/>
            </a:xfrm>
          </p:grpSpPr>
          <p:sp>
            <p:nvSpPr>
              <p:cNvPr id="61" name="圆: 空心 60">
                <a:extLst>
                  <a:ext uri="{FF2B5EF4-FFF2-40B4-BE49-F238E27FC236}">
                    <a16:creationId xmlns:a16="http://schemas.microsoft.com/office/drawing/2014/main" id="{4E9F00A2-5EE9-BC7F-682F-9EDCB37545C7}"/>
                  </a:ext>
                </a:extLst>
              </p:cNvPr>
              <p:cNvSpPr/>
              <p:nvPr/>
            </p:nvSpPr>
            <p:spPr>
              <a:xfrm>
                <a:off x="1736190" y="3302661"/>
                <a:ext cx="1561308" cy="1561308"/>
              </a:xfrm>
              <a:prstGeom prst="donu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圆: 空心 61">
                <a:extLst>
                  <a:ext uri="{FF2B5EF4-FFF2-40B4-BE49-F238E27FC236}">
                    <a16:creationId xmlns:a16="http://schemas.microsoft.com/office/drawing/2014/main" id="{4AA574C2-2120-2CB0-295B-D17E46047A9A}"/>
                  </a:ext>
                </a:extLst>
              </p:cNvPr>
              <p:cNvSpPr/>
              <p:nvPr/>
            </p:nvSpPr>
            <p:spPr>
              <a:xfrm>
                <a:off x="1736190" y="3302661"/>
                <a:ext cx="1561308" cy="1561308"/>
              </a:xfrm>
              <a:prstGeom prst="donut">
                <a:avLst>
                  <a:gd name="adj" fmla="val 209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15" name="图表 14">
              <a:extLst>
                <a:ext uri="{FF2B5EF4-FFF2-40B4-BE49-F238E27FC236}">
                  <a16:creationId xmlns:a16="http://schemas.microsoft.com/office/drawing/2014/main" id="{581EF514-3714-5ED6-FB6E-806682B42A3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36966748"/>
                </p:ext>
              </p:extLst>
            </p:nvPr>
          </p:nvGraphicFramePr>
          <p:xfrm>
            <a:off x="899707" y="3248791"/>
            <a:ext cx="2399263" cy="170444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CA06144-3E04-164F-9B55-41FB07AF9983}"/>
              </a:ext>
            </a:extLst>
          </p:cNvPr>
          <p:cNvSpPr txBox="1"/>
          <p:nvPr/>
        </p:nvSpPr>
        <p:spPr>
          <a:xfrm>
            <a:off x="1305344" y="2972684"/>
            <a:ext cx="108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+mj-lt"/>
              </a:rPr>
              <a:t>26.5</a:t>
            </a:r>
            <a:r>
              <a:rPr lang="en-US" altLang="zh-CN" sz="1400" dirty="0">
                <a:solidFill>
                  <a:schemeClr val="tx2"/>
                </a:solidFill>
                <a:cs typeface="Arial" panose="020B0604020202020204" pitchFamily="34" charset="0"/>
              </a:rPr>
              <a:t>%</a:t>
            </a:r>
            <a:endParaRPr lang="en-US" altLang="zh-CN" sz="2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72" name="increasing-stocks-graphic-of-bars_38802">
            <a:extLst>
              <a:ext uri="{FF2B5EF4-FFF2-40B4-BE49-F238E27FC236}">
                <a16:creationId xmlns:a16="http://schemas.microsoft.com/office/drawing/2014/main" id="{B3A7B541-3A55-1E5F-3E54-AEB906F17CAC}"/>
              </a:ext>
            </a:extLst>
          </p:cNvPr>
          <p:cNvSpPr/>
          <p:nvPr/>
        </p:nvSpPr>
        <p:spPr>
          <a:xfrm>
            <a:off x="1305391" y="5283422"/>
            <a:ext cx="488932" cy="428620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5462" h="530775">
                <a:moveTo>
                  <a:pt x="272016" y="325451"/>
                </a:moveTo>
                <a:lnTo>
                  <a:pt x="392662" y="325451"/>
                </a:lnTo>
                <a:cubicBezTo>
                  <a:pt x="397559" y="325451"/>
                  <a:pt x="401566" y="329451"/>
                  <a:pt x="401566" y="334339"/>
                </a:cubicBezTo>
                <a:lnTo>
                  <a:pt x="401566" y="521887"/>
                </a:lnTo>
                <a:cubicBezTo>
                  <a:pt x="401566" y="526775"/>
                  <a:pt x="397559" y="530775"/>
                  <a:pt x="392662" y="530775"/>
                </a:cubicBezTo>
                <a:lnTo>
                  <a:pt x="272016" y="530775"/>
                </a:lnTo>
                <a:cubicBezTo>
                  <a:pt x="267119" y="530775"/>
                  <a:pt x="263112" y="526775"/>
                  <a:pt x="263112" y="521887"/>
                </a:cubicBezTo>
                <a:lnTo>
                  <a:pt x="263112" y="334339"/>
                </a:lnTo>
                <a:cubicBezTo>
                  <a:pt x="263112" y="329451"/>
                  <a:pt x="267119" y="325451"/>
                  <a:pt x="272016" y="325451"/>
                </a:cubicBezTo>
                <a:close/>
                <a:moveTo>
                  <a:pt x="146937" y="244079"/>
                </a:moveTo>
                <a:lnTo>
                  <a:pt x="158067" y="244079"/>
                </a:lnTo>
                <a:lnTo>
                  <a:pt x="185669" y="254302"/>
                </a:lnTo>
                <a:lnTo>
                  <a:pt x="185669" y="521885"/>
                </a:lnTo>
                <a:cubicBezTo>
                  <a:pt x="185669" y="526775"/>
                  <a:pt x="181662" y="530775"/>
                  <a:pt x="176765" y="530775"/>
                </a:cubicBezTo>
                <a:lnTo>
                  <a:pt x="56119" y="530775"/>
                </a:lnTo>
                <a:cubicBezTo>
                  <a:pt x="51222" y="530775"/>
                  <a:pt x="47215" y="526775"/>
                  <a:pt x="47215" y="521885"/>
                </a:cubicBezTo>
                <a:lnTo>
                  <a:pt x="47215" y="347645"/>
                </a:lnTo>
                <a:close/>
                <a:moveTo>
                  <a:pt x="546259" y="115627"/>
                </a:moveTo>
                <a:lnTo>
                  <a:pt x="568070" y="134295"/>
                </a:lnTo>
                <a:cubicBezTo>
                  <a:pt x="573857" y="138740"/>
                  <a:pt x="581425" y="141407"/>
                  <a:pt x="588992" y="141407"/>
                </a:cubicBezTo>
                <a:cubicBezTo>
                  <a:pt x="593888" y="141407"/>
                  <a:pt x="599230" y="140518"/>
                  <a:pt x="603681" y="137851"/>
                </a:cubicBezTo>
                <a:cubicBezTo>
                  <a:pt x="604127" y="137851"/>
                  <a:pt x="604572" y="137407"/>
                  <a:pt x="605462" y="136962"/>
                </a:cubicBezTo>
                <a:lnTo>
                  <a:pt x="605462" y="521885"/>
                </a:lnTo>
                <a:cubicBezTo>
                  <a:pt x="605462" y="526775"/>
                  <a:pt x="601456" y="530775"/>
                  <a:pt x="596559" y="530775"/>
                </a:cubicBezTo>
                <a:lnTo>
                  <a:pt x="475482" y="530775"/>
                </a:lnTo>
                <a:cubicBezTo>
                  <a:pt x="470585" y="530775"/>
                  <a:pt x="466579" y="526775"/>
                  <a:pt x="466579" y="521885"/>
                </a:cubicBezTo>
                <a:lnTo>
                  <a:pt x="466579" y="202301"/>
                </a:lnTo>
                <a:close/>
                <a:moveTo>
                  <a:pt x="582759" y="49"/>
                </a:moveTo>
                <a:cubicBezTo>
                  <a:pt x="586320" y="-395"/>
                  <a:pt x="589882" y="2272"/>
                  <a:pt x="589882" y="5828"/>
                </a:cubicBezTo>
                <a:lnTo>
                  <a:pt x="599230" y="109840"/>
                </a:lnTo>
                <a:cubicBezTo>
                  <a:pt x="599675" y="112507"/>
                  <a:pt x="597894" y="115174"/>
                  <a:pt x="595669" y="116063"/>
                </a:cubicBezTo>
                <a:cubicBezTo>
                  <a:pt x="593443" y="117396"/>
                  <a:pt x="590327" y="117396"/>
                  <a:pt x="588101" y="115618"/>
                </a:cubicBezTo>
                <a:lnTo>
                  <a:pt x="545367" y="79614"/>
                </a:lnTo>
                <a:lnTo>
                  <a:pt x="362410" y="279193"/>
                </a:lnTo>
                <a:cubicBezTo>
                  <a:pt x="357513" y="284527"/>
                  <a:pt x="349946" y="286305"/>
                  <a:pt x="343268" y="283638"/>
                </a:cubicBezTo>
                <a:lnTo>
                  <a:pt x="144286" y="210740"/>
                </a:lnTo>
                <a:lnTo>
                  <a:pt x="30773" y="328976"/>
                </a:lnTo>
                <a:cubicBezTo>
                  <a:pt x="27212" y="332532"/>
                  <a:pt x="22760" y="334310"/>
                  <a:pt x="17864" y="334310"/>
                </a:cubicBezTo>
                <a:cubicBezTo>
                  <a:pt x="13412" y="334310"/>
                  <a:pt x="8961" y="332532"/>
                  <a:pt x="5399" y="329421"/>
                </a:cubicBezTo>
                <a:cubicBezTo>
                  <a:pt x="-1723" y="322309"/>
                  <a:pt x="-1723" y="311196"/>
                  <a:pt x="4954" y="304084"/>
                </a:cubicBezTo>
                <a:lnTo>
                  <a:pt x="126480" y="177848"/>
                </a:lnTo>
                <a:cubicBezTo>
                  <a:pt x="131377" y="172514"/>
                  <a:pt x="138944" y="170736"/>
                  <a:pt x="145622" y="173403"/>
                </a:cubicBezTo>
                <a:lnTo>
                  <a:pt x="344159" y="246300"/>
                </a:lnTo>
                <a:lnTo>
                  <a:pt x="518212" y="56945"/>
                </a:lnTo>
                <a:lnTo>
                  <a:pt x="475033" y="20941"/>
                </a:lnTo>
                <a:cubicBezTo>
                  <a:pt x="473697" y="20052"/>
                  <a:pt x="472807" y="18274"/>
                  <a:pt x="472807" y="16496"/>
                </a:cubicBezTo>
                <a:cubicBezTo>
                  <a:pt x="472807" y="15607"/>
                  <a:pt x="472807" y="14718"/>
                  <a:pt x="473252" y="13829"/>
                </a:cubicBezTo>
                <a:cubicBezTo>
                  <a:pt x="473697" y="11162"/>
                  <a:pt x="476368" y="9384"/>
                  <a:pt x="479039" y="938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innerShdw blurRad="63500" dist="38100" dir="13500000">
              <a:schemeClr val="accent2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data-analysis-pie-chart_38826">
            <a:extLst>
              <a:ext uri="{FF2B5EF4-FFF2-40B4-BE49-F238E27FC236}">
                <a16:creationId xmlns:a16="http://schemas.microsoft.com/office/drawing/2014/main" id="{90698EA3-6EE2-4152-B5E3-B054F2E4BC70}"/>
              </a:ext>
            </a:extLst>
          </p:cNvPr>
          <p:cNvSpPr/>
          <p:nvPr/>
        </p:nvSpPr>
        <p:spPr>
          <a:xfrm>
            <a:off x="6472973" y="5249979"/>
            <a:ext cx="488932" cy="495507"/>
          </a:xfrm>
          <a:custGeom>
            <a:avLst/>
            <a:gdLst>
              <a:gd name="connsiteX0" fmla="*/ 398013 w 594254"/>
              <a:gd name="connsiteY0" fmla="*/ 542734 h 602245"/>
              <a:gd name="connsiteX1" fmla="*/ 413149 w 594254"/>
              <a:gd name="connsiteY1" fmla="*/ 581372 h 602245"/>
              <a:gd name="connsiteX2" fmla="*/ 385993 w 594254"/>
              <a:gd name="connsiteY2" fmla="*/ 590254 h 602245"/>
              <a:gd name="connsiteX3" fmla="*/ 301854 w 594254"/>
              <a:gd name="connsiteY3" fmla="*/ 602245 h 602245"/>
              <a:gd name="connsiteX4" fmla="*/ 288054 w 594254"/>
              <a:gd name="connsiteY4" fmla="*/ 602245 h 602245"/>
              <a:gd name="connsiteX5" fmla="*/ 289834 w 594254"/>
              <a:gd name="connsiteY5" fmla="*/ 560499 h 602245"/>
              <a:gd name="connsiteX6" fmla="*/ 374418 w 594254"/>
              <a:gd name="connsiteY6" fmla="*/ 550728 h 602245"/>
              <a:gd name="connsiteX7" fmla="*/ 398013 w 594254"/>
              <a:gd name="connsiteY7" fmla="*/ 542734 h 602245"/>
              <a:gd name="connsiteX8" fmla="*/ 485649 w 594254"/>
              <a:gd name="connsiteY8" fmla="*/ 484937 h 602245"/>
              <a:gd name="connsiteX9" fmla="*/ 515025 w 594254"/>
              <a:gd name="connsiteY9" fmla="*/ 514276 h 602245"/>
              <a:gd name="connsiteX10" fmla="*/ 475412 w 594254"/>
              <a:gd name="connsiteY10" fmla="*/ 547615 h 602245"/>
              <a:gd name="connsiteX11" fmla="*/ 432238 w 594254"/>
              <a:gd name="connsiteY11" fmla="*/ 572953 h 602245"/>
              <a:gd name="connsiteX12" fmla="*/ 414435 w 594254"/>
              <a:gd name="connsiteY12" fmla="*/ 535613 h 602245"/>
              <a:gd name="connsiteX13" fmla="*/ 451377 w 594254"/>
              <a:gd name="connsiteY13" fmla="*/ 513831 h 602245"/>
              <a:gd name="connsiteX14" fmla="*/ 485649 w 594254"/>
              <a:gd name="connsiteY14" fmla="*/ 484937 h 602245"/>
              <a:gd name="connsiteX15" fmla="*/ 536432 w 594254"/>
              <a:gd name="connsiteY15" fmla="*/ 414210 h 602245"/>
              <a:gd name="connsiteX16" fmla="*/ 573821 w 594254"/>
              <a:gd name="connsiteY16" fmla="*/ 431993 h 602245"/>
              <a:gd name="connsiteX17" fmla="*/ 558243 w 594254"/>
              <a:gd name="connsiteY17" fmla="*/ 460445 h 602245"/>
              <a:gd name="connsiteX18" fmla="*/ 541773 w 594254"/>
              <a:gd name="connsiteY18" fmla="*/ 484008 h 602245"/>
              <a:gd name="connsiteX19" fmla="*/ 531981 w 594254"/>
              <a:gd name="connsiteY19" fmla="*/ 496011 h 602245"/>
              <a:gd name="connsiteX20" fmla="*/ 500379 w 594254"/>
              <a:gd name="connsiteY20" fmla="*/ 469337 h 602245"/>
              <a:gd name="connsiteX21" fmla="*/ 508836 w 594254"/>
              <a:gd name="connsiteY21" fmla="*/ 458667 h 602245"/>
              <a:gd name="connsiteX22" fmla="*/ 522634 w 594254"/>
              <a:gd name="connsiteY22" fmla="*/ 438662 h 602245"/>
              <a:gd name="connsiteX23" fmla="*/ 536432 w 594254"/>
              <a:gd name="connsiteY23" fmla="*/ 414210 h 602245"/>
              <a:gd name="connsiteX24" fmla="*/ 554235 w 594254"/>
              <a:gd name="connsiteY24" fmla="*/ 365344 h 602245"/>
              <a:gd name="connsiteX25" fmla="*/ 594254 w 594254"/>
              <a:gd name="connsiteY25" fmla="*/ 375122 h 602245"/>
              <a:gd name="connsiteX26" fmla="*/ 580914 w 594254"/>
              <a:gd name="connsiteY26" fmla="*/ 415568 h 602245"/>
              <a:gd name="connsiteX27" fmla="*/ 542673 w 594254"/>
              <a:gd name="connsiteY27" fmla="*/ 399568 h 602245"/>
              <a:gd name="connsiteX28" fmla="*/ 554235 w 594254"/>
              <a:gd name="connsiteY28" fmla="*/ 365344 h 602245"/>
              <a:gd name="connsiteX29" fmla="*/ 301842 w 594254"/>
              <a:gd name="connsiteY29" fmla="*/ 79576 h 602245"/>
              <a:gd name="connsiteX30" fmla="*/ 301842 w 594254"/>
              <a:gd name="connsiteY30" fmla="*/ 293374 h 602245"/>
              <a:gd name="connsiteX31" fmla="*/ 523510 w 594254"/>
              <a:gd name="connsiteY31" fmla="*/ 293374 h 602245"/>
              <a:gd name="connsiteX32" fmla="*/ 523955 w 594254"/>
              <a:gd name="connsiteY32" fmla="*/ 300931 h 602245"/>
              <a:gd name="connsiteX33" fmla="*/ 301842 w 594254"/>
              <a:gd name="connsiteY33" fmla="*/ 522730 h 602245"/>
              <a:gd name="connsiteX34" fmla="*/ 79729 w 594254"/>
              <a:gd name="connsiteY34" fmla="*/ 300931 h 602245"/>
              <a:gd name="connsiteX35" fmla="*/ 301842 w 594254"/>
              <a:gd name="connsiteY35" fmla="*/ 79576 h 602245"/>
              <a:gd name="connsiteX36" fmla="*/ 281564 w 594254"/>
              <a:gd name="connsiteY36" fmla="*/ 668 h 602245"/>
              <a:gd name="connsiteX37" fmla="*/ 482555 w 594254"/>
              <a:gd name="connsiteY37" fmla="*/ 60003 h 602245"/>
              <a:gd name="connsiteX38" fmla="*/ 482555 w 594254"/>
              <a:gd name="connsiteY38" fmla="*/ 39558 h 602245"/>
              <a:gd name="connsiteX39" fmla="*/ 500361 w 594254"/>
              <a:gd name="connsiteY39" fmla="*/ 21780 h 602245"/>
              <a:gd name="connsiteX40" fmla="*/ 518168 w 594254"/>
              <a:gd name="connsiteY40" fmla="*/ 39558 h 602245"/>
              <a:gd name="connsiteX41" fmla="*/ 518168 w 594254"/>
              <a:gd name="connsiteY41" fmla="*/ 107560 h 602245"/>
              <a:gd name="connsiteX42" fmla="*/ 513271 w 594254"/>
              <a:gd name="connsiteY42" fmla="*/ 120005 h 602245"/>
              <a:gd name="connsiteX43" fmla="*/ 500361 w 594254"/>
              <a:gd name="connsiteY43" fmla="*/ 125339 h 602245"/>
              <a:gd name="connsiteX44" fmla="*/ 434477 w 594254"/>
              <a:gd name="connsiteY44" fmla="*/ 125339 h 602245"/>
              <a:gd name="connsiteX45" fmla="*/ 416671 w 594254"/>
              <a:gd name="connsiteY45" fmla="*/ 107560 h 602245"/>
              <a:gd name="connsiteX46" fmla="*/ 434477 w 594254"/>
              <a:gd name="connsiteY46" fmla="*/ 89782 h 602245"/>
              <a:gd name="connsiteX47" fmla="*/ 453174 w 594254"/>
              <a:gd name="connsiteY47" fmla="*/ 89782 h 602245"/>
              <a:gd name="connsiteX48" fmla="*/ 117968 w 594254"/>
              <a:gd name="connsiteY48" fmla="*/ 117339 h 602245"/>
              <a:gd name="connsiteX49" fmla="*/ 41845 w 594254"/>
              <a:gd name="connsiteY49" fmla="*/ 300900 h 602245"/>
              <a:gd name="connsiteX50" fmla="*/ 117968 w 594254"/>
              <a:gd name="connsiteY50" fmla="*/ 484907 h 602245"/>
              <a:gd name="connsiteX51" fmla="*/ 259084 w 594254"/>
              <a:gd name="connsiteY51" fmla="*/ 557354 h 602245"/>
              <a:gd name="connsiteX52" fmla="*/ 252406 w 594254"/>
              <a:gd name="connsiteY52" fmla="*/ 598244 h 602245"/>
              <a:gd name="connsiteX53" fmla="*/ 88587 w 594254"/>
              <a:gd name="connsiteY53" fmla="*/ 514241 h 602245"/>
              <a:gd name="connsiteX54" fmla="*/ 0 w 594254"/>
              <a:gd name="connsiteY54" fmla="*/ 300900 h 602245"/>
              <a:gd name="connsiteX55" fmla="*/ 88587 w 594254"/>
              <a:gd name="connsiteY55" fmla="*/ 88004 h 602245"/>
              <a:gd name="connsiteX56" fmla="*/ 281564 w 594254"/>
              <a:gd name="connsiteY56" fmla="*/ 668 h 602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94254" h="602245">
                <a:moveTo>
                  <a:pt x="398013" y="542734"/>
                </a:moveTo>
                <a:lnTo>
                  <a:pt x="413149" y="581372"/>
                </a:lnTo>
                <a:cubicBezTo>
                  <a:pt x="404245" y="584925"/>
                  <a:pt x="395342" y="588034"/>
                  <a:pt x="385993" y="590254"/>
                </a:cubicBezTo>
                <a:cubicBezTo>
                  <a:pt x="358837" y="598248"/>
                  <a:pt x="330346" y="602245"/>
                  <a:pt x="301854" y="602245"/>
                </a:cubicBezTo>
                <a:cubicBezTo>
                  <a:pt x="297402" y="602245"/>
                  <a:pt x="292506" y="602245"/>
                  <a:pt x="288054" y="602245"/>
                </a:cubicBezTo>
                <a:lnTo>
                  <a:pt x="289834" y="560499"/>
                </a:lnTo>
                <a:cubicBezTo>
                  <a:pt x="318771" y="561831"/>
                  <a:pt x="347262" y="558722"/>
                  <a:pt x="374418" y="550728"/>
                </a:cubicBezTo>
                <a:cubicBezTo>
                  <a:pt x="382431" y="548508"/>
                  <a:pt x="390000" y="545843"/>
                  <a:pt x="398013" y="542734"/>
                </a:cubicBezTo>
                <a:close/>
                <a:moveTo>
                  <a:pt x="485649" y="484937"/>
                </a:moveTo>
                <a:lnTo>
                  <a:pt x="515025" y="514276"/>
                </a:lnTo>
                <a:cubicBezTo>
                  <a:pt x="503007" y="526278"/>
                  <a:pt x="489655" y="537836"/>
                  <a:pt x="475412" y="547615"/>
                </a:cubicBezTo>
                <a:cubicBezTo>
                  <a:pt x="461614" y="557395"/>
                  <a:pt x="447371" y="565841"/>
                  <a:pt x="432238" y="572953"/>
                </a:cubicBezTo>
                <a:lnTo>
                  <a:pt x="414435" y="535613"/>
                </a:lnTo>
                <a:cubicBezTo>
                  <a:pt x="427342" y="529390"/>
                  <a:pt x="439805" y="521833"/>
                  <a:pt x="451377" y="513831"/>
                </a:cubicBezTo>
                <a:cubicBezTo>
                  <a:pt x="463394" y="505385"/>
                  <a:pt x="474967" y="495606"/>
                  <a:pt x="485649" y="484937"/>
                </a:cubicBezTo>
                <a:close/>
                <a:moveTo>
                  <a:pt x="536432" y="414210"/>
                </a:moveTo>
                <a:lnTo>
                  <a:pt x="573821" y="431993"/>
                </a:lnTo>
                <a:cubicBezTo>
                  <a:pt x="568925" y="441774"/>
                  <a:pt x="563584" y="451109"/>
                  <a:pt x="558243" y="460445"/>
                </a:cubicBezTo>
                <a:cubicBezTo>
                  <a:pt x="552901" y="468448"/>
                  <a:pt x="547560" y="476450"/>
                  <a:pt x="541773" y="484008"/>
                </a:cubicBezTo>
                <a:cubicBezTo>
                  <a:pt x="538658" y="488009"/>
                  <a:pt x="535542" y="492010"/>
                  <a:pt x="531981" y="496011"/>
                </a:cubicBezTo>
                <a:lnTo>
                  <a:pt x="500379" y="469337"/>
                </a:lnTo>
                <a:cubicBezTo>
                  <a:pt x="503049" y="465780"/>
                  <a:pt x="506165" y="462224"/>
                  <a:pt x="508836" y="458667"/>
                </a:cubicBezTo>
                <a:cubicBezTo>
                  <a:pt x="513732" y="451999"/>
                  <a:pt x="518628" y="445330"/>
                  <a:pt x="522634" y="438662"/>
                </a:cubicBezTo>
                <a:cubicBezTo>
                  <a:pt x="527530" y="430659"/>
                  <a:pt x="532426" y="422212"/>
                  <a:pt x="536432" y="414210"/>
                </a:cubicBezTo>
                <a:close/>
                <a:moveTo>
                  <a:pt x="554235" y="365344"/>
                </a:moveTo>
                <a:lnTo>
                  <a:pt x="594254" y="375122"/>
                </a:lnTo>
                <a:cubicBezTo>
                  <a:pt x="590697" y="388901"/>
                  <a:pt x="586250" y="402234"/>
                  <a:pt x="580914" y="415568"/>
                </a:cubicBezTo>
                <a:lnTo>
                  <a:pt x="542673" y="399568"/>
                </a:lnTo>
                <a:cubicBezTo>
                  <a:pt x="547120" y="388456"/>
                  <a:pt x="551122" y="376900"/>
                  <a:pt x="554235" y="365344"/>
                </a:cubicBezTo>
                <a:close/>
                <a:moveTo>
                  <a:pt x="301842" y="79576"/>
                </a:moveTo>
                <a:lnTo>
                  <a:pt x="301842" y="293374"/>
                </a:lnTo>
                <a:lnTo>
                  <a:pt x="523510" y="293374"/>
                </a:lnTo>
                <a:cubicBezTo>
                  <a:pt x="523510" y="296041"/>
                  <a:pt x="523955" y="298264"/>
                  <a:pt x="523955" y="300931"/>
                </a:cubicBezTo>
                <a:cubicBezTo>
                  <a:pt x="523955" y="423609"/>
                  <a:pt x="424249" y="522730"/>
                  <a:pt x="301842" y="522730"/>
                </a:cubicBezTo>
                <a:cubicBezTo>
                  <a:pt x="179435" y="522730"/>
                  <a:pt x="79729" y="423609"/>
                  <a:pt x="79729" y="300931"/>
                </a:cubicBezTo>
                <a:cubicBezTo>
                  <a:pt x="79729" y="178697"/>
                  <a:pt x="179435" y="79576"/>
                  <a:pt x="301842" y="79576"/>
                </a:cubicBezTo>
                <a:close/>
                <a:moveTo>
                  <a:pt x="281564" y="668"/>
                </a:moveTo>
                <a:cubicBezTo>
                  <a:pt x="351900" y="-3999"/>
                  <a:pt x="423571" y="15780"/>
                  <a:pt x="482555" y="60003"/>
                </a:cubicBezTo>
                <a:lnTo>
                  <a:pt x="482555" y="39558"/>
                </a:lnTo>
                <a:cubicBezTo>
                  <a:pt x="482555" y="29336"/>
                  <a:pt x="490568" y="21780"/>
                  <a:pt x="500361" y="21780"/>
                </a:cubicBezTo>
                <a:cubicBezTo>
                  <a:pt x="510155" y="21780"/>
                  <a:pt x="518168" y="29336"/>
                  <a:pt x="518168" y="39558"/>
                </a:cubicBezTo>
                <a:lnTo>
                  <a:pt x="518168" y="107560"/>
                </a:lnTo>
                <a:cubicBezTo>
                  <a:pt x="518168" y="112450"/>
                  <a:pt x="516387" y="116894"/>
                  <a:pt x="513271" y="120005"/>
                </a:cubicBezTo>
                <a:cubicBezTo>
                  <a:pt x="509710" y="123561"/>
                  <a:pt x="505258" y="125339"/>
                  <a:pt x="500361" y="125339"/>
                </a:cubicBezTo>
                <a:lnTo>
                  <a:pt x="434477" y="125339"/>
                </a:lnTo>
                <a:cubicBezTo>
                  <a:pt x="424684" y="125339"/>
                  <a:pt x="416671" y="117339"/>
                  <a:pt x="416671" y="107560"/>
                </a:cubicBezTo>
                <a:cubicBezTo>
                  <a:pt x="416671" y="97782"/>
                  <a:pt x="424684" y="89782"/>
                  <a:pt x="434477" y="89782"/>
                </a:cubicBezTo>
                <a:lnTo>
                  <a:pt x="453174" y="89782"/>
                </a:lnTo>
                <a:cubicBezTo>
                  <a:pt x="351677" y="17335"/>
                  <a:pt x="209226" y="26224"/>
                  <a:pt x="117968" y="117339"/>
                </a:cubicBezTo>
                <a:cubicBezTo>
                  <a:pt x="68555" y="166674"/>
                  <a:pt x="41845" y="231565"/>
                  <a:pt x="41845" y="300900"/>
                </a:cubicBezTo>
                <a:cubicBezTo>
                  <a:pt x="41845" y="370681"/>
                  <a:pt x="68555" y="435572"/>
                  <a:pt x="117968" y="484907"/>
                </a:cubicBezTo>
                <a:cubicBezTo>
                  <a:pt x="156697" y="523575"/>
                  <a:pt x="205219" y="548465"/>
                  <a:pt x="259084" y="557354"/>
                </a:cubicBezTo>
                <a:lnTo>
                  <a:pt x="252406" y="598244"/>
                </a:lnTo>
                <a:cubicBezTo>
                  <a:pt x="190084" y="588022"/>
                  <a:pt x="133548" y="559132"/>
                  <a:pt x="88587" y="514241"/>
                </a:cubicBezTo>
                <a:cubicBezTo>
                  <a:pt x="31606" y="457350"/>
                  <a:pt x="0" y="381792"/>
                  <a:pt x="0" y="300900"/>
                </a:cubicBezTo>
                <a:cubicBezTo>
                  <a:pt x="0" y="220453"/>
                  <a:pt x="31606" y="144895"/>
                  <a:pt x="88587" y="88004"/>
                </a:cubicBezTo>
                <a:cubicBezTo>
                  <a:pt x="142229" y="34447"/>
                  <a:pt x="211229" y="5335"/>
                  <a:pt x="281564" y="66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innerShdw blurRad="63500" dist="38100" dir="13500000">
              <a:schemeClr val="accent2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dollar-rates_81375">
            <a:extLst>
              <a:ext uri="{FF2B5EF4-FFF2-40B4-BE49-F238E27FC236}">
                <a16:creationId xmlns:a16="http://schemas.microsoft.com/office/drawing/2014/main" id="{C6D99FBD-E51D-C562-5518-9EB2C9461E27}"/>
              </a:ext>
            </a:extLst>
          </p:cNvPr>
          <p:cNvSpPr/>
          <p:nvPr/>
        </p:nvSpPr>
        <p:spPr>
          <a:xfrm>
            <a:off x="3935113" y="5165967"/>
            <a:ext cx="438460" cy="639542"/>
          </a:xfrm>
          <a:custGeom>
            <a:avLst/>
            <a:gdLst>
              <a:gd name="connsiteX0" fmla="*/ 185690 w 393467"/>
              <a:gd name="connsiteY0" fmla="*/ 357796 h 607286"/>
              <a:gd name="connsiteX1" fmla="*/ 180743 w 393467"/>
              <a:gd name="connsiteY1" fmla="*/ 362736 h 607286"/>
              <a:gd name="connsiteX2" fmla="*/ 180743 w 393467"/>
              <a:gd name="connsiteY2" fmla="*/ 374336 h 607286"/>
              <a:gd name="connsiteX3" fmla="*/ 147835 w 393467"/>
              <a:gd name="connsiteY3" fmla="*/ 412463 h 607286"/>
              <a:gd name="connsiteX4" fmla="*/ 193971 w 393467"/>
              <a:gd name="connsiteY4" fmla="*/ 458752 h 607286"/>
              <a:gd name="connsiteX5" fmla="*/ 217631 w 393467"/>
              <a:gd name="connsiteY5" fmla="*/ 474862 h 607286"/>
              <a:gd name="connsiteX6" fmla="*/ 196015 w 393467"/>
              <a:gd name="connsiteY6" fmla="*/ 485280 h 607286"/>
              <a:gd name="connsiteX7" fmla="*/ 169129 w 393467"/>
              <a:gd name="connsiteY7" fmla="*/ 474432 h 607286"/>
              <a:gd name="connsiteX8" fmla="*/ 165687 w 393467"/>
              <a:gd name="connsiteY8" fmla="*/ 472929 h 607286"/>
              <a:gd name="connsiteX9" fmla="*/ 162246 w 393467"/>
              <a:gd name="connsiteY9" fmla="*/ 474325 h 607286"/>
              <a:gd name="connsiteX10" fmla="*/ 148050 w 393467"/>
              <a:gd name="connsiteY10" fmla="*/ 487642 h 607286"/>
              <a:gd name="connsiteX11" fmla="*/ 147835 w 393467"/>
              <a:gd name="connsiteY11" fmla="*/ 494516 h 607286"/>
              <a:gd name="connsiteX12" fmla="*/ 180743 w 393467"/>
              <a:gd name="connsiteY12" fmla="*/ 512667 h 607286"/>
              <a:gd name="connsiteX13" fmla="*/ 180743 w 393467"/>
              <a:gd name="connsiteY13" fmla="*/ 523836 h 607286"/>
              <a:gd name="connsiteX14" fmla="*/ 185690 w 393467"/>
              <a:gd name="connsiteY14" fmla="*/ 528669 h 607286"/>
              <a:gd name="connsiteX15" fmla="*/ 205156 w 393467"/>
              <a:gd name="connsiteY15" fmla="*/ 528669 h 607286"/>
              <a:gd name="connsiteX16" fmla="*/ 209995 w 393467"/>
              <a:gd name="connsiteY16" fmla="*/ 523836 h 607286"/>
              <a:gd name="connsiteX17" fmla="*/ 209995 w 393467"/>
              <a:gd name="connsiteY17" fmla="*/ 513204 h 607286"/>
              <a:gd name="connsiteX18" fmla="*/ 246883 w 393467"/>
              <a:gd name="connsiteY18" fmla="*/ 474969 h 607286"/>
              <a:gd name="connsiteX19" fmla="*/ 202467 w 393467"/>
              <a:gd name="connsiteY19" fmla="*/ 430721 h 607286"/>
              <a:gd name="connsiteX20" fmla="*/ 177087 w 393467"/>
              <a:gd name="connsiteY20" fmla="*/ 412463 h 607286"/>
              <a:gd name="connsiteX21" fmla="*/ 199779 w 393467"/>
              <a:gd name="connsiteY21" fmla="*/ 401186 h 607286"/>
              <a:gd name="connsiteX22" fmla="*/ 222901 w 393467"/>
              <a:gd name="connsiteY22" fmla="*/ 407415 h 607286"/>
              <a:gd name="connsiteX23" fmla="*/ 229568 w 393467"/>
              <a:gd name="connsiteY23" fmla="*/ 405911 h 607286"/>
              <a:gd name="connsiteX24" fmla="*/ 240215 w 393467"/>
              <a:gd name="connsiteY24" fmla="*/ 389586 h 607286"/>
              <a:gd name="connsiteX25" fmla="*/ 238710 w 393467"/>
              <a:gd name="connsiteY25" fmla="*/ 382820 h 607286"/>
              <a:gd name="connsiteX26" fmla="*/ 209995 w 393467"/>
              <a:gd name="connsiteY26" fmla="*/ 372725 h 607286"/>
              <a:gd name="connsiteX27" fmla="*/ 209995 w 393467"/>
              <a:gd name="connsiteY27" fmla="*/ 362736 h 607286"/>
              <a:gd name="connsiteX28" fmla="*/ 205156 w 393467"/>
              <a:gd name="connsiteY28" fmla="*/ 357796 h 607286"/>
              <a:gd name="connsiteX29" fmla="*/ 196768 w 393467"/>
              <a:gd name="connsiteY29" fmla="*/ 292282 h 607286"/>
              <a:gd name="connsiteX30" fmla="*/ 354427 w 393467"/>
              <a:gd name="connsiteY30" fmla="*/ 449730 h 607286"/>
              <a:gd name="connsiteX31" fmla="*/ 196768 w 393467"/>
              <a:gd name="connsiteY31" fmla="*/ 607286 h 607286"/>
              <a:gd name="connsiteX32" fmla="*/ 39000 w 393467"/>
              <a:gd name="connsiteY32" fmla="*/ 449730 h 607286"/>
              <a:gd name="connsiteX33" fmla="*/ 196768 w 393467"/>
              <a:gd name="connsiteY33" fmla="*/ 292282 h 607286"/>
              <a:gd name="connsiteX34" fmla="*/ 333381 w 393467"/>
              <a:gd name="connsiteY34" fmla="*/ 132875 h 607286"/>
              <a:gd name="connsiteX35" fmla="*/ 339509 w 393467"/>
              <a:gd name="connsiteY35" fmla="*/ 136311 h 607286"/>
              <a:gd name="connsiteX36" fmla="*/ 392406 w 393467"/>
              <a:gd name="connsiteY36" fmla="*/ 223068 h 607286"/>
              <a:gd name="connsiteX37" fmla="*/ 392513 w 393467"/>
              <a:gd name="connsiteY37" fmla="*/ 230370 h 607286"/>
              <a:gd name="connsiteX38" fmla="*/ 386277 w 393467"/>
              <a:gd name="connsiteY38" fmla="*/ 234020 h 607286"/>
              <a:gd name="connsiteX39" fmla="*/ 360582 w 393467"/>
              <a:gd name="connsiteY39" fmla="*/ 234020 h 607286"/>
              <a:gd name="connsiteX40" fmla="*/ 360582 w 393467"/>
              <a:gd name="connsiteY40" fmla="*/ 299732 h 607286"/>
              <a:gd name="connsiteX41" fmla="*/ 353378 w 393467"/>
              <a:gd name="connsiteY41" fmla="*/ 306819 h 607286"/>
              <a:gd name="connsiteX42" fmla="*/ 313491 w 393467"/>
              <a:gd name="connsiteY42" fmla="*/ 306819 h 607286"/>
              <a:gd name="connsiteX43" fmla="*/ 306288 w 393467"/>
              <a:gd name="connsiteY43" fmla="*/ 299732 h 607286"/>
              <a:gd name="connsiteX44" fmla="*/ 306288 w 393467"/>
              <a:gd name="connsiteY44" fmla="*/ 234020 h 607286"/>
              <a:gd name="connsiteX45" fmla="*/ 280592 w 393467"/>
              <a:gd name="connsiteY45" fmla="*/ 234020 h 607286"/>
              <a:gd name="connsiteX46" fmla="*/ 274356 w 393467"/>
              <a:gd name="connsiteY46" fmla="*/ 230370 h 607286"/>
              <a:gd name="connsiteX47" fmla="*/ 274464 w 393467"/>
              <a:gd name="connsiteY47" fmla="*/ 223068 h 607286"/>
              <a:gd name="connsiteX48" fmla="*/ 327253 w 393467"/>
              <a:gd name="connsiteY48" fmla="*/ 136311 h 607286"/>
              <a:gd name="connsiteX49" fmla="*/ 333381 w 393467"/>
              <a:gd name="connsiteY49" fmla="*/ 132875 h 607286"/>
              <a:gd name="connsiteX50" fmla="*/ 60083 w 393467"/>
              <a:gd name="connsiteY50" fmla="*/ 132875 h 607286"/>
              <a:gd name="connsiteX51" fmla="*/ 66215 w 393467"/>
              <a:gd name="connsiteY51" fmla="*/ 136311 h 607286"/>
              <a:gd name="connsiteX52" fmla="*/ 119035 w 393467"/>
              <a:gd name="connsiteY52" fmla="*/ 223068 h 607286"/>
              <a:gd name="connsiteX53" fmla="*/ 119142 w 393467"/>
              <a:gd name="connsiteY53" fmla="*/ 230370 h 607286"/>
              <a:gd name="connsiteX54" fmla="*/ 112903 w 393467"/>
              <a:gd name="connsiteY54" fmla="*/ 234020 h 607286"/>
              <a:gd name="connsiteX55" fmla="*/ 87192 w 393467"/>
              <a:gd name="connsiteY55" fmla="*/ 234020 h 607286"/>
              <a:gd name="connsiteX56" fmla="*/ 87192 w 393467"/>
              <a:gd name="connsiteY56" fmla="*/ 299732 h 607286"/>
              <a:gd name="connsiteX57" fmla="*/ 80092 w 393467"/>
              <a:gd name="connsiteY57" fmla="*/ 306819 h 607286"/>
              <a:gd name="connsiteX58" fmla="*/ 40074 w 393467"/>
              <a:gd name="connsiteY58" fmla="*/ 306819 h 607286"/>
              <a:gd name="connsiteX59" fmla="*/ 32866 w 393467"/>
              <a:gd name="connsiteY59" fmla="*/ 299732 h 607286"/>
              <a:gd name="connsiteX60" fmla="*/ 32866 w 393467"/>
              <a:gd name="connsiteY60" fmla="*/ 234020 h 607286"/>
              <a:gd name="connsiteX61" fmla="*/ 7156 w 393467"/>
              <a:gd name="connsiteY61" fmla="*/ 234020 h 607286"/>
              <a:gd name="connsiteX62" fmla="*/ 916 w 393467"/>
              <a:gd name="connsiteY62" fmla="*/ 230370 h 607286"/>
              <a:gd name="connsiteX63" fmla="*/ 1024 w 393467"/>
              <a:gd name="connsiteY63" fmla="*/ 223068 h 607286"/>
              <a:gd name="connsiteX64" fmla="*/ 53951 w 393467"/>
              <a:gd name="connsiteY64" fmla="*/ 136311 h 607286"/>
              <a:gd name="connsiteX65" fmla="*/ 60083 w 393467"/>
              <a:gd name="connsiteY65" fmla="*/ 132875 h 607286"/>
              <a:gd name="connsiteX66" fmla="*/ 196804 w 393467"/>
              <a:gd name="connsiteY66" fmla="*/ 0 h 607286"/>
              <a:gd name="connsiteX67" fmla="*/ 202826 w 393467"/>
              <a:gd name="connsiteY67" fmla="*/ 3329 h 607286"/>
              <a:gd name="connsiteX68" fmla="*/ 281652 w 393467"/>
              <a:gd name="connsiteY68" fmla="*/ 127669 h 607286"/>
              <a:gd name="connsiteX69" fmla="*/ 281867 w 393467"/>
              <a:gd name="connsiteY69" fmla="*/ 134971 h 607286"/>
              <a:gd name="connsiteX70" fmla="*/ 275630 w 393467"/>
              <a:gd name="connsiteY70" fmla="*/ 138622 h 607286"/>
              <a:gd name="connsiteX71" fmla="*/ 232614 w 393467"/>
              <a:gd name="connsiteY71" fmla="*/ 138622 h 607286"/>
              <a:gd name="connsiteX72" fmla="*/ 232614 w 393467"/>
              <a:gd name="connsiteY72" fmla="*/ 236011 h 607286"/>
              <a:gd name="connsiteX73" fmla="*/ 225409 w 393467"/>
              <a:gd name="connsiteY73" fmla="*/ 243098 h 607286"/>
              <a:gd name="connsiteX74" fmla="*/ 168091 w 393467"/>
              <a:gd name="connsiteY74" fmla="*/ 243098 h 607286"/>
              <a:gd name="connsiteX75" fmla="*/ 160993 w 393467"/>
              <a:gd name="connsiteY75" fmla="*/ 236011 h 607286"/>
              <a:gd name="connsiteX76" fmla="*/ 160993 w 393467"/>
              <a:gd name="connsiteY76" fmla="*/ 138622 h 607286"/>
              <a:gd name="connsiteX77" fmla="*/ 117870 w 393467"/>
              <a:gd name="connsiteY77" fmla="*/ 138622 h 607286"/>
              <a:gd name="connsiteX78" fmla="*/ 111633 w 393467"/>
              <a:gd name="connsiteY78" fmla="*/ 134971 h 607286"/>
              <a:gd name="connsiteX79" fmla="*/ 111848 w 393467"/>
              <a:gd name="connsiteY79" fmla="*/ 127669 h 607286"/>
              <a:gd name="connsiteX80" fmla="*/ 190674 w 393467"/>
              <a:gd name="connsiteY80" fmla="*/ 3329 h 607286"/>
              <a:gd name="connsiteX81" fmla="*/ 196804 w 393467"/>
              <a:gd name="connsiteY81" fmla="*/ 0 h 607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393467" h="607286">
                <a:moveTo>
                  <a:pt x="185690" y="357796"/>
                </a:moveTo>
                <a:cubicBezTo>
                  <a:pt x="182894" y="357796"/>
                  <a:pt x="180743" y="360051"/>
                  <a:pt x="180743" y="362736"/>
                </a:cubicBezTo>
                <a:lnTo>
                  <a:pt x="180743" y="374336"/>
                </a:lnTo>
                <a:cubicBezTo>
                  <a:pt x="160310" y="379706"/>
                  <a:pt x="147835" y="394097"/>
                  <a:pt x="147835" y="412463"/>
                </a:cubicBezTo>
                <a:cubicBezTo>
                  <a:pt x="147835" y="444790"/>
                  <a:pt x="175581" y="453167"/>
                  <a:pt x="193971" y="458752"/>
                </a:cubicBezTo>
                <a:cubicBezTo>
                  <a:pt x="213759" y="464659"/>
                  <a:pt x="217739" y="467451"/>
                  <a:pt x="217631" y="474862"/>
                </a:cubicBezTo>
                <a:cubicBezTo>
                  <a:pt x="217631" y="483024"/>
                  <a:pt x="204081" y="485280"/>
                  <a:pt x="196015" y="485280"/>
                </a:cubicBezTo>
                <a:cubicBezTo>
                  <a:pt x="186228" y="485280"/>
                  <a:pt x="175151" y="480769"/>
                  <a:pt x="169129" y="474432"/>
                </a:cubicBezTo>
                <a:cubicBezTo>
                  <a:pt x="168268" y="473573"/>
                  <a:pt x="166978" y="473036"/>
                  <a:pt x="165687" y="472929"/>
                </a:cubicBezTo>
                <a:cubicBezTo>
                  <a:pt x="164397" y="472929"/>
                  <a:pt x="163106" y="473358"/>
                  <a:pt x="162246" y="474325"/>
                </a:cubicBezTo>
                <a:lnTo>
                  <a:pt x="148050" y="487642"/>
                </a:lnTo>
                <a:cubicBezTo>
                  <a:pt x="146114" y="489468"/>
                  <a:pt x="146007" y="492583"/>
                  <a:pt x="147835" y="494516"/>
                </a:cubicBezTo>
                <a:cubicBezTo>
                  <a:pt x="156116" y="503215"/>
                  <a:pt x="167946" y="509767"/>
                  <a:pt x="180743" y="512667"/>
                </a:cubicBezTo>
                <a:lnTo>
                  <a:pt x="180743" y="523836"/>
                </a:lnTo>
                <a:cubicBezTo>
                  <a:pt x="180743" y="526521"/>
                  <a:pt x="182894" y="528669"/>
                  <a:pt x="185690" y="528669"/>
                </a:cubicBezTo>
                <a:lnTo>
                  <a:pt x="205156" y="528669"/>
                </a:lnTo>
                <a:cubicBezTo>
                  <a:pt x="207845" y="528669"/>
                  <a:pt x="209995" y="526521"/>
                  <a:pt x="209995" y="523836"/>
                </a:cubicBezTo>
                <a:lnTo>
                  <a:pt x="209995" y="513204"/>
                </a:lnTo>
                <a:cubicBezTo>
                  <a:pt x="232580" y="509015"/>
                  <a:pt x="246883" y="494301"/>
                  <a:pt x="246883" y="474969"/>
                </a:cubicBezTo>
                <a:cubicBezTo>
                  <a:pt x="247206" y="444253"/>
                  <a:pt x="220212" y="436198"/>
                  <a:pt x="202467" y="430721"/>
                </a:cubicBezTo>
                <a:cubicBezTo>
                  <a:pt x="181604" y="424491"/>
                  <a:pt x="177087" y="421269"/>
                  <a:pt x="177087" y="412463"/>
                </a:cubicBezTo>
                <a:cubicBezTo>
                  <a:pt x="177087" y="403548"/>
                  <a:pt x="191283" y="401186"/>
                  <a:pt x="199779" y="401186"/>
                </a:cubicBezTo>
                <a:cubicBezTo>
                  <a:pt x="207737" y="401186"/>
                  <a:pt x="217201" y="403763"/>
                  <a:pt x="222901" y="407415"/>
                </a:cubicBezTo>
                <a:cubicBezTo>
                  <a:pt x="225159" y="408811"/>
                  <a:pt x="228170" y="408167"/>
                  <a:pt x="229568" y="405911"/>
                </a:cubicBezTo>
                <a:lnTo>
                  <a:pt x="240215" y="389586"/>
                </a:lnTo>
                <a:cubicBezTo>
                  <a:pt x="241613" y="387331"/>
                  <a:pt x="240968" y="384324"/>
                  <a:pt x="238710" y="382820"/>
                </a:cubicBezTo>
                <a:cubicBezTo>
                  <a:pt x="230859" y="377772"/>
                  <a:pt x="220642" y="374228"/>
                  <a:pt x="209995" y="372725"/>
                </a:cubicBezTo>
                <a:lnTo>
                  <a:pt x="209995" y="362736"/>
                </a:lnTo>
                <a:cubicBezTo>
                  <a:pt x="209995" y="360051"/>
                  <a:pt x="207845" y="357796"/>
                  <a:pt x="205156" y="357796"/>
                </a:cubicBezTo>
                <a:close/>
                <a:moveTo>
                  <a:pt x="196768" y="292282"/>
                </a:moveTo>
                <a:cubicBezTo>
                  <a:pt x="283663" y="292282"/>
                  <a:pt x="354427" y="362951"/>
                  <a:pt x="354427" y="449730"/>
                </a:cubicBezTo>
                <a:cubicBezTo>
                  <a:pt x="354427" y="536617"/>
                  <a:pt x="283663" y="607286"/>
                  <a:pt x="196768" y="607286"/>
                </a:cubicBezTo>
                <a:cubicBezTo>
                  <a:pt x="109764" y="607286"/>
                  <a:pt x="39000" y="536617"/>
                  <a:pt x="39000" y="449730"/>
                </a:cubicBezTo>
                <a:cubicBezTo>
                  <a:pt x="39000" y="362951"/>
                  <a:pt x="109764" y="292282"/>
                  <a:pt x="196768" y="292282"/>
                </a:cubicBezTo>
                <a:close/>
                <a:moveTo>
                  <a:pt x="333381" y="132875"/>
                </a:moveTo>
                <a:cubicBezTo>
                  <a:pt x="335961" y="132875"/>
                  <a:pt x="338219" y="134163"/>
                  <a:pt x="339509" y="136311"/>
                </a:cubicBezTo>
                <a:lnTo>
                  <a:pt x="392406" y="223068"/>
                </a:lnTo>
                <a:cubicBezTo>
                  <a:pt x="393803" y="225323"/>
                  <a:pt x="393803" y="228115"/>
                  <a:pt x="392513" y="230370"/>
                </a:cubicBezTo>
                <a:cubicBezTo>
                  <a:pt x="391223" y="232624"/>
                  <a:pt x="388858" y="234020"/>
                  <a:pt x="386277" y="234020"/>
                </a:cubicBezTo>
                <a:lnTo>
                  <a:pt x="360582" y="234020"/>
                </a:lnTo>
                <a:lnTo>
                  <a:pt x="360582" y="299732"/>
                </a:lnTo>
                <a:cubicBezTo>
                  <a:pt x="360582" y="303705"/>
                  <a:pt x="357356" y="306819"/>
                  <a:pt x="353378" y="306819"/>
                </a:cubicBezTo>
                <a:lnTo>
                  <a:pt x="313491" y="306819"/>
                </a:lnTo>
                <a:cubicBezTo>
                  <a:pt x="309513" y="306819"/>
                  <a:pt x="306288" y="303705"/>
                  <a:pt x="306288" y="299732"/>
                </a:cubicBezTo>
                <a:lnTo>
                  <a:pt x="306288" y="234020"/>
                </a:lnTo>
                <a:lnTo>
                  <a:pt x="280592" y="234020"/>
                </a:lnTo>
                <a:cubicBezTo>
                  <a:pt x="278012" y="234020"/>
                  <a:pt x="275647" y="232624"/>
                  <a:pt x="274356" y="230370"/>
                </a:cubicBezTo>
                <a:cubicBezTo>
                  <a:pt x="273066" y="228115"/>
                  <a:pt x="273066" y="225323"/>
                  <a:pt x="274464" y="223068"/>
                </a:cubicBezTo>
                <a:lnTo>
                  <a:pt x="327253" y="136311"/>
                </a:lnTo>
                <a:cubicBezTo>
                  <a:pt x="328650" y="134163"/>
                  <a:pt x="330908" y="132875"/>
                  <a:pt x="333381" y="132875"/>
                </a:cubicBezTo>
                <a:close/>
                <a:moveTo>
                  <a:pt x="60083" y="132875"/>
                </a:moveTo>
                <a:cubicBezTo>
                  <a:pt x="62557" y="132875"/>
                  <a:pt x="64924" y="134163"/>
                  <a:pt x="66215" y="136311"/>
                </a:cubicBezTo>
                <a:lnTo>
                  <a:pt x="119035" y="223068"/>
                </a:lnTo>
                <a:cubicBezTo>
                  <a:pt x="120433" y="225323"/>
                  <a:pt x="120433" y="228115"/>
                  <a:pt x="119142" y="230370"/>
                </a:cubicBezTo>
                <a:cubicBezTo>
                  <a:pt x="117959" y="232624"/>
                  <a:pt x="115485" y="234020"/>
                  <a:pt x="112903" y="234020"/>
                </a:cubicBezTo>
                <a:lnTo>
                  <a:pt x="87192" y="234020"/>
                </a:lnTo>
                <a:lnTo>
                  <a:pt x="87192" y="299732"/>
                </a:lnTo>
                <a:cubicBezTo>
                  <a:pt x="87192" y="303705"/>
                  <a:pt x="83965" y="306819"/>
                  <a:pt x="80092" y="306819"/>
                </a:cubicBezTo>
                <a:lnTo>
                  <a:pt x="40074" y="306819"/>
                </a:lnTo>
                <a:cubicBezTo>
                  <a:pt x="36094" y="306819"/>
                  <a:pt x="32866" y="303705"/>
                  <a:pt x="32866" y="299732"/>
                </a:cubicBezTo>
                <a:lnTo>
                  <a:pt x="32866" y="234020"/>
                </a:lnTo>
                <a:lnTo>
                  <a:pt x="7156" y="234020"/>
                </a:lnTo>
                <a:cubicBezTo>
                  <a:pt x="4574" y="234020"/>
                  <a:pt x="2207" y="232624"/>
                  <a:pt x="916" y="230370"/>
                </a:cubicBezTo>
                <a:cubicBezTo>
                  <a:pt x="-375" y="228115"/>
                  <a:pt x="-267" y="225323"/>
                  <a:pt x="1024" y="223068"/>
                </a:cubicBezTo>
                <a:lnTo>
                  <a:pt x="53951" y="136311"/>
                </a:lnTo>
                <a:cubicBezTo>
                  <a:pt x="55242" y="134163"/>
                  <a:pt x="57501" y="132875"/>
                  <a:pt x="60083" y="132875"/>
                </a:cubicBezTo>
                <a:close/>
                <a:moveTo>
                  <a:pt x="196804" y="0"/>
                </a:moveTo>
                <a:cubicBezTo>
                  <a:pt x="199169" y="0"/>
                  <a:pt x="201535" y="1289"/>
                  <a:pt x="202826" y="3329"/>
                </a:cubicBezTo>
                <a:lnTo>
                  <a:pt x="281652" y="127669"/>
                </a:lnTo>
                <a:cubicBezTo>
                  <a:pt x="283050" y="129924"/>
                  <a:pt x="283157" y="132716"/>
                  <a:pt x="281867" y="134971"/>
                </a:cubicBezTo>
                <a:cubicBezTo>
                  <a:pt x="280684" y="137226"/>
                  <a:pt x="278210" y="138622"/>
                  <a:pt x="275630" y="138622"/>
                </a:cubicBezTo>
                <a:lnTo>
                  <a:pt x="232614" y="138622"/>
                </a:lnTo>
                <a:lnTo>
                  <a:pt x="232614" y="236011"/>
                </a:lnTo>
                <a:cubicBezTo>
                  <a:pt x="232614" y="239877"/>
                  <a:pt x="229388" y="243098"/>
                  <a:pt x="225409" y="243098"/>
                </a:cubicBezTo>
                <a:lnTo>
                  <a:pt x="168091" y="243098"/>
                </a:lnTo>
                <a:cubicBezTo>
                  <a:pt x="164112" y="243098"/>
                  <a:pt x="160993" y="239877"/>
                  <a:pt x="160993" y="236011"/>
                </a:cubicBezTo>
                <a:lnTo>
                  <a:pt x="160993" y="138622"/>
                </a:lnTo>
                <a:lnTo>
                  <a:pt x="117870" y="138622"/>
                </a:lnTo>
                <a:cubicBezTo>
                  <a:pt x="115289" y="138622"/>
                  <a:pt x="112923" y="137226"/>
                  <a:pt x="111633" y="134971"/>
                </a:cubicBezTo>
                <a:cubicBezTo>
                  <a:pt x="110342" y="132716"/>
                  <a:pt x="110450" y="129924"/>
                  <a:pt x="111848" y="127669"/>
                </a:cubicBezTo>
                <a:lnTo>
                  <a:pt x="190674" y="3329"/>
                </a:lnTo>
                <a:cubicBezTo>
                  <a:pt x="191964" y="1289"/>
                  <a:pt x="194330" y="0"/>
                  <a:pt x="1968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innerShdw blurRad="63500" dist="38100" dir="13500000">
              <a:schemeClr val="accent3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urrencies-symbols-on-a-hand_64815">
            <a:extLst>
              <a:ext uri="{FF2B5EF4-FFF2-40B4-BE49-F238E27FC236}">
                <a16:creationId xmlns:a16="http://schemas.microsoft.com/office/drawing/2014/main" id="{523E6867-062E-D0AB-A6D0-9E2A8E70EC3E}"/>
              </a:ext>
            </a:extLst>
          </p:cNvPr>
          <p:cNvSpPr/>
          <p:nvPr/>
        </p:nvSpPr>
        <p:spPr>
          <a:xfrm>
            <a:off x="9142837" y="5253266"/>
            <a:ext cx="460380" cy="488932"/>
          </a:xfrm>
          <a:custGeom>
            <a:avLst/>
            <a:gdLst>
              <a:gd name="T0" fmla="*/ 4948 w 7673"/>
              <a:gd name="T1" fmla="*/ 6187 h 8160"/>
              <a:gd name="T2" fmla="*/ 3808 w 7673"/>
              <a:gd name="T3" fmla="*/ 5014 h 8160"/>
              <a:gd name="T4" fmla="*/ 1279 w 7673"/>
              <a:gd name="T5" fmla="*/ 4533 h 8160"/>
              <a:gd name="T6" fmla="*/ 0 w 7673"/>
              <a:gd name="T7" fmla="*/ 7413 h 8160"/>
              <a:gd name="T8" fmla="*/ 2009 w 7673"/>
              <a:gd name="T9" fmla="*/ 7570 h 8160"/>
              <a:gd name="T10" fmla="*/ 5168 w 7673"/>
              <a:gd name="T11" fmla="*/ 7680 h 8160"/>
              <a:gd name="T12" fmla="*/ 7449 w 7673"/>
              <a:gd name="T13" fmla="*/ 5462 h 8160"/>
              <a:gd name="T14" fmla="*/ 746 w 7673"/>
              <a:gd name="T15" fmla="*/ 5805 h 8160"/>
              <a:gd name="T16" fmla="*/ 1466 w 7673"/>
              <a:gd name="T17" fmla="*/ 5440 h 8160"/>
              <a:gd name="T18" fmla="*/ 2318 w 7673"/>
              <a:gd name="T19" fmla="*/ 3877 h 8160"/>
              <a:gd name="T20" fmla="*/ 2235 w 7673"/>
              <a:gd name="T21" fmla="*/ 3689 h 8160"/>
              <a:gd name="T22" fmla="*/ 2371 w 7673"/>
              <a:gd name="T23" fmla="*/ 3409 h 8160"/>
              <a:gd name="T24" fmla="*/ 3841 w 7673"/>
              <a:gd name="T25" fmla="*/ 3184 h 8160"/>
              <a:gd name="T26" fmla="*/ 3170 w 7673"/>
              <a:gd name="T27" fmla="*/ 3165 h 8160"/>
              <a:gd name="T28" fmla="*/ 3345 w 7673"/>
              <a:gd name="T29" fmla="*/ 3550 h 8160"/>
              <a:gd name="T30" fmla="*/ 2748 w 7673"/>
              <a:gd name="T31" fmla="*/ 3786 h 8160"/>
              <a:gd name="T32" fmla="*/ 3345 w 7673"/>
              <a:gd name="T33" fmla="*/ 4019 h 8160"/>
              <a:gd name="T34" fmla="*/ 3186 w 7673"/>
              <a:gd name="T35" fmla="*/ 4413 h 8160"/>
              <a:gd name="T36" fmla="*/ 3847 w 7673"/>
              <a:gd name="T37" fmla="*/ 4368 h 8160"/>
              <a:gd name="T38" fmla="*/ 2363 w 7673"/>
              <a:gd name="T39" fmla="*/ 4157 h 8160"/>
              <a:gd name="T40" fmla="*/ 2235 w 7673"/>
              <a:gd name="T41" fmla="*/ 3877 h 8160"/>
              <a:gd name="T42" fmla="*/ 4449 w 7673"/>
              <a:gd name="T43" fmla="*/ 2801 h 8160"/>
              <a:gd name="T44" fmla="*/ 5467 w 7673"/>
              <a:gd name="T45" fmla="*/ 2926 h 8160"/>
              <a:gd name="T46" fmla="*/ 5817 w 7673"/>
              <a:gd name="T47" fmla="*/ 3148 h 8160"/>
              <a:gd name="T48" fmla="*/ 5786 w 7673"/>
              <a:gd name="T49" fmla="*/ 3883 h 8160"/>
              <a:gd name="T50" fmla="*/ 5259 w 7673"/>
              <a:gd name="T51" fmla="*/ 4206 h 8160"/>
              <a:gd name="T52" fmla="*/ 5637 w 7673"/>
              <a:gd name="T53" fmla="*/ 4505 h 8160"/>
              <a:gd name="T54" fmla="*/ 5054 w 7673"/>
              <a:gd name="T55" fmla="*/ 4777 h 8160"/>
              <a:gd name="T56" fmla="*/ 4471 w 7673"/>
              <a:gd name="T57" fmla="*/ 4505 h 8160"/>
              <a:gd name="T58" fmla="*/ 4849 w 7673"/>
              <a:gd name="T59" fmla="*/ 4206 h 8160"/>
              <a:gd name="T60" fmla="*/ 4322 w 7673"/>
              <a:gd name="T61" fmla="*/ 3883 h 8160"/>
              <a:gd name="T62" fmla="*/ 4291 w 7673"/>
              <a:gd name="T63" fmla="*/ 3148 h 8160"/>
              <a:gd name="T64" fmla="*/ 4471 w 7673"/>
              <a:gd name="T65" fmla="*/ 1583 h 8160"/>
              <a:gd name="T66" fmla="*/ 4521 w 7673"/>
              <a:gd name="T67" fmla="*/ 1231 h 8160"/>
              <a:gd name="T68" fmla="*/ 5179 w 7673"/>
              <a:gd name="T69" fmla="*/ 354 h 8160"/>
              <a:gd name="T70" fmla="*/ 5567 w 7673"/>
              <a:gd name="T71" fmla="*/ 926 h 8160"/>
              <a:gd name="T72" fmla="*/ 5026 w 7673"/>
              <a:gd name="T73" fmla="*/ 812 h 8160"/>
              <a:gd name="T74" fmla="*/ 5425 w 7673"/>
              <a:gd name="T75" fmla="*/ 1231 h 8160"/>
              <a:gd name="T76" fmla="*/ 4954 w 7673"/>
              <a:gd name="T77" fmla="*/ 1583 h 8160"/>
              <a:gd name="T78" fmla="*/ 5814 w 7673"/>
              <a:gd name="T79" fmla="*/ 2141 h 8160"/>
              <a:gd name="T80" fmla="*/ 4293 w 7673"/>
              <a:gd name="T81" fmla="*/ 2169 h 8160"/>
              <a:gd name="T82" fmla="*/ 3809 w 7673"/>
              <a:gd name="T83" fmla="*/ 1725 h 8160"/>
              <a:gd name="T84" fmla="*/ 3224 w 7673"/>
              <a:gd name="T85" fmla="*/ 2471 h 8160"/>
              <a:gd name="T86" fmla="*/ 2850 w 7673"/>
              <a:gd name="T87" fmla="*/ 2316 h 8160"/>
              <a:gd name="T88" fmla="*/ 2468 w 7673"/>
              <a:gd name="T89" fmla="*/ 1742 h 8160"/>
              <a:gd name="T90" fmla="*/ 3378 w 7673"/>
              <a:gd name="T91" fmla="*/ 1773 h 8160"/>
              <a:gd name="T92" fmla="*/ 2330 w 7673"/>
              <a:gd name="T93" fmla="*/ 916 h 8160"/>
              <a:gd name="T94" fmla="*/ 2849 w 7673"/>
              <a:gd name="T95" fmla="*/ 187 h 8160"/>
              <a:gd name="T96" fmla="*/ 3223 w 7673"/>
              <a:gd name="T97" fmla="*/ 335 h 8160"/>
              <a:gd name="T98" fmla="*/ 3536 w 7673"/>
              <a:gd name="T99" fmla="*/ 863 h 8160"/>
              <a:gd name="T100" fmla="*/ 2760 w 7673"/>
              <a:gd name="T101" fmla="*/ 871 h 8160"/>
              <a:gd name="T102" fmla="*/ 3809 w 7673"/>
              <a:gd name="T103" fmla="*/ 1725 h 8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673" h="8160">
                <a:moveTo>
                  <a:pt x="7449" y="5462"/>
                </a:moveTo>
                <a:cubicBezTo>
                  <a:pt x="7226" y="5116"/>
                  <a:pt x="6764" y="5016"/>
                  <a:pt x="6417" y="5240"/>
                </a:cubicBezTo>
                <a:lnTo>
                  <a:pt x="4948" y="6187"/>
                </a:lnTo>
                <a:lnTo>
                  <a:pt x="4555" y="6187"/>
                </a:lnTo>
                <a:lnTo>
                  <a:pt x="4555" y="5760"/>
                </a:lnTo>
                <a:cubicBezTo>
                  <a:pt x="4555" y="5348"/>
                  <a:pt x="4221" y="5014"/>
                  <a:pt x="3808" y="5014"/>
                </a:cubicBezTo>
                <a:lnTo>
                  <a:pt x="2395" y="5014"/>
                </a:lnTo>
                <a:cubicBezTo>
                  <a:pt x="2253" y="5014"/>
                  <a:pt x="2122" y="5055"/>
                  <a:pt x="2009" y="5124"/>
                </a:cubicBezTo>
                <a:cubicBezTo>
                  <a:pt x="1937" y="4787"/>
                  <a:pt x="1638" y="4533"/>
                  <a:pt x="1279" y="4533"/>
                </a:cubicBezTo>
                <a:lnTo>
                  <a:pt x="746" y="4533"/>
                </a:lnTo>
                <a:cubicBezTo>
                  <a:pt x="334" y="4533"/>
                  <a:pt x="0" y="4868"/>
                  <a:pt x="0" y="5280"/>
                </a:cubicBezTo>
                <a:lnTo>
                  <a:pt x="0" y="7413"/>
                </a:lnTo>
                <a:cubicBezTo>
                  <a:pt x="0" y="7826"/>
                  <a:pt x="334" y="8160"/>
                  <a:pt x="746" y="8160"/>
                </a:cubicBezTo>
                <a:lnTo>
                  <a:pt x="1279" y="8160"/>
                </a:lnTo>
                <a:cubicBezTo>
                  <a:pt x="1638" y="8160"/>
                  <a:pt x="1937" y="7907"/>
                  <a:pt x="2009" y="7570"/>
                </a:cubicBezTo>
                <a:cubicBezTo>
                  <a:pt x="2122" y="7638"/>
                  <a:pt x="2253" y="7680"/>
                  <a:pt x="2395" y="7680"/>
                </a:cubicBezTo>
                <a:lnTo>
                  <a:pt x="3808" y="7680"/>
                </a:lnTo>
                <a:lnTo>
                  <a:pt x="5168" y="7680"/>
                </a:lnTo>
                <a:cubicBezTo>
                  <a:pt x="5312" y="7680"/>
                  <a:pt x="5452" y="7639"/>
                  <a:pt x="5573" y="7561"/>
                </a:cubicBezTo>
                <a:lnTo>
                  <a:pt x="7226" y="6494"/>
                </a:lnTo>
                <a:cubicBezTo>
                  <a:pt x="7573" y="6271"/>
                  <a:pt x="7673" y="5809"/>
                  <a:pt x="7449" y="5462"/>
                </a:cubicBezTo>
                <a:close/>
                <a:moveTo>
                  <a:pt x="1280" y="5805"/>
                </a:moveTo>
                <a:cubicBezTo>
                  <a:pt x="1204" y="5860"/>
                  <a:pt x="1113" y="5894"/>
                  <a:pt x="1013" y="5894"/>
                </a:cubicBezTo>
                <a:cubicBezTo>
                  <a:pt x="913" y="5894"/>
                  <a:pt x="821" y="5860"/>
                  <a:pt x="746" y="5805"/>
                </a:cubicBezTo>
                <a:cubicBezTo>
                  <a:pt x="633" y="5723"/>
                  <a:pt x="560" y="5591"/>
                  <a:pt x="560" y="5440"/>
                </a:cubicBezTo>
                <a:cubicBezTo>
                  <a:pt x="560" y="5190"/>
                  <a:pt x="763" y="4987"/>
                  <a:pt x="1013" y="4987"/>
                </a:cubicBezTo>
                <a:cubicBezTo>
                  <a:pt x="1263" y="4987"/>
                  <a:pt x="1466" y="5190"/>
                  <a:pt x="1466" y="5440"/>
                </a:cubicBezTo>
                <a:cubicBezTo>
                  <a:pt x="1466" y="5591"/>
                  <a:pt x="1392" y="5723"/>
                  <a:pt x="1280" y="5805"/>
                </a:cubicBezTo>
                <a:close/>
                <a:moveTo>
                  <a:pt x="2235" y="3877"/>
                </a:moveTo>
                <a:lnTo>
                  <a:pt x="2318" y="3877"/>
                </a:lnTo>
                <a:cubicBezTo>
                  <a:pt x="2315" y="3850"/>
                  <a:pt x="2315" y="3822"/>
                  <a:pt x="2315" y="3791"/>
                </a:cubicBezTo>
                <a:cubicBezTo>
                  <a:pt x="2315" y="3758"/>
                  <a:pt x="2315" y="3722"/>
                  <a:pt x="2318" y="3689"/>
                </a:cubicBezTo>
                <a:lnTo>
                  <a:pt x="2235" y="3689"/>
                </a:lnTo>
                <a:cubicBezTo>
                  <a:pt x="2157" y="3689"/>
                  <a:pt x="2093" y="3628"/>
                  <a:pt x="2093" y="3550"/>
                </a:cubicBezTo>
                <a:cubicBezTo>
                  <a:pt x="2093" y="3472"/>
                  <a:pt x="2157" y="3409"/>
                  <a:pt x="2235" y="3409"/>
                </a:cubicBezTo>
                <a:lnTo>
                  <a:pt x="2371" y="3409"/>
                </a:lnTo>
                <a:cubicBezTo>
                  <a:pt x="2484" y="3042"/>
                  <a:pt x="2768" y="2784"/>
                  <a:pt x="3178" y="2784"/>
                </a:cubicBezTo>
                <a:cubicBezTo>
                  <a:pt x="3467" y="2784"/>
                  <a:pt x="3638" y="2887"/>
                  <a:pt x="3783" y="3040"/>
                </a:cubicBezTo>
                <a:cubicBezTo>
                  <a:pt x="3811" y="3067"/>
                  <a:pt x="3841" y="3120"/>
                  <a:pt x="3841" y="3184"/>
                </a:cubicBezTo>
                <a:cubicBezTo>
                  <a:pt x="3841" y="3295"/>
                  <a:pt x="3746" y="3384"/>
                  <a:pt x="3636" y="3384"/>
                </a:cubicBezTo>
                <a:cubicBezTo>
                  <a:pt x="3564" y="3384"/>
                  <a:pt x="3516" y="3350"/>
                  <a:pt x="3489" y="3320"/>
                </a:cubicBezTo>
                <a:cubicBezTo>
                  <a:pt x="3400" y="3220"/>
                  <a:pt x="3305" y="3165"/>
                  <a:pt x="3170" y="3165"/>
                </a:cubicBezTo>
                <a:cubicBezTo>
                  <a:pt x="3006" y="3165"/>
                  <a:pt x="2886" y="3256"/>
                  <a:pt x="2817" y="3409"/>
                </a:cubicBezTo>
                <a:lnTo>
                  <a:pt x="3203" y="3409"/>
                </a:lnTo>
                <a:cubicBezTo>
                  <a:pt x="3281" y="3409"/>
                  <a:pt x="3345" y="3472"/>
                  <a:pt x="3345" y="3550"/>
                </a:cubicBezTo>
                <a:cubicBezTo>
                  <a:pt x="3345" y="3628"/>
                  <a:pt x="3280" y="3689"/>
                  <a:pt x="3203" y="3689"/>
                </a:cubicBezTo>
                <a:lnTo>
                  <a:pt x="2751" y="3689"/>
                </a:lnTo>
                <a:cubicBezTo>
                  <a:pt x="2748" y="3719"/>
                  <a:pt x="2748" y="3753"/>
                  <a:pt x="2748" y="3786"/>
                </a:cubicBezTo>
                <a:cubicBezTo>
                  <a:pt x="2748" y="3819"/>
                  <a:pt x="2748" y="3850"/>
                  <a:pt x="2751" y="3877"/>
                </a:cubicBezTo>
                <a:lnTo>
                  <a:pt x="3203" y="3877"/>
                </a:lnTo>
                <a:cubicBezTo>
                  <a:pt x="3281" y="3877"/>
                  <a:pt x="3345" y="3941"/>
                  <a:pt x="3345" y="4019"/>
                </a:cubicBezTo>
                <a:cubicBezTo>
                  <a:pt x="3345" y="4096"/>
                  <a:pt x="3280" y="4158"/>
                  <a:pt x="3203" y="4158"/>
                </a:cubicBezTo>
                <a:lnTo>
                  <a:pt x="2812" y="4158"/>
                </a:lnTo>
                <a:cubicBezTo>
                  <a:pt x="2881" y="4321"/>
                  <a:pt x="3009" y="4413"/>
                  <a:pt x="3186" y="4413"/>
                </a:cubicBezTo>
                <a:cubicBezTo>
                  <a:pt x="3325" y="4413"/>
                  <a:pt x="3414" y="4355"/>
                  <a:pt x="3511" y="4243"/>
                </a:cubicBezTo>
                <a:cubicBezTo>
                  <a:pt x="3544" y="4205"/>
                  <a:pt x="3591" y="4177"/>
                  <a:pt x="3655" y="4177"/>
                </a:cubicBezTo>
                <a:cubicBezTo>
                  <a:pt x="3761" y="4177"/>
                  <a:pt x="3847" y="4263"/>
                  <a:pt x="3847" y="4368"/>
                </a:cubicBezTo>
                <a:cubicBezTo>
                  <a:pt x="3847" y="4418"/>
                  <a:pt x="3824" y="4465"/>
                  <a:pt x="3805" y="4490"/>
                </a:cubicBezTo>
                <a:cubicBezTo>
                  <a:pt x="3652" y="4676"/>
                  <a:pt x="3467" y="4793"/>
                  <a:pt x="3186" y="4793"/>
                </a:cubicBezTo>
                <a:cubicBezTo>
                  <a:pt x="2762" y="4793"/>
                  <a:pt x="2474" y="4537"/>
                  <a:pt x="2363" y="4157"/>
                </a:cubicBezTo>
                <a:lnTo>
                  <a:pt x="2235" y="4157"/>
                </a:lnTo>
                <a:cubicBezTo>
                  <a:pt x="2157" y="4157"/>
                  <a:pt x="2093" y="4096"/>
                  <a:pt x="2093" y="4019"/>
                </a:cubicBezTo>
                <a:cubicBezTo>
                  <a:pt x="2093" y="3941"/>
                  <a:pt x="2157" y="3877"/>
                  <a:pt x="2235" y="3877"/>
                </a:cubicBezTo>
                <a:close/>
                <a:moveTo>
                  <a:pt x="4291" y="3148"/>
                </a:moveTo>
                <a:cubicBezTo>
                  <a:pt x="4255" y="3098"/>
                  <a:pt x="4238" y="3056"/>
                  <a:pt x="4238" y="3004"/>
                </a:cubicBezTo>
                <a:cubicBezTo>
                  <a:pt x="4238" y="2898"/>
                  <a:pt x="4324" y="2801"/>
                  <a:pt x="4449" y="2801"/>
                </a:cubicBezTo>
                <a:cubicBezTo>
                  <a:pt x="4538" y="2801"/>
                  <a:pt x="4602" y="2848"/>
                  <a:pt x="4649" y="2920"/>
                </a:cubicBezTo>
                <a:lnTo>
                  <a:pt x="5056" y="3525"/>
                </a:lnTo>
                <a:lnTo>
                  <a:pt x="5467" y="2926"/>
                </a:lnTo>
                <a:cubicBezTo>
                  <a:pt x="5509" y="2865"/>
                  <a:pt x="5570" y="2801"/>
                  <a:pt x="5664" y="2801"/>
                </a:cubicBezTo>
                <a:cubicBezTo>
                  <a:pt x="5775" y="2801"/>
                  <a:pt x="5870" y="2876"/>
                  <a:pt x="5870" y="3001"/>
                </a:cubicBezTo>
                <a:cubicBezTo>
                  <a:pt x="5870" y="3059"/>
                  <a:pt x="5847" y="3107"/>
                  <a:pt x="5817" y="3148"/>
                </a:cubicBezTo>
                <a:lnTo>
                  <a:pt x="5370" y="3734"/>
                </a:lnTo>
                <a:lnTo>
                  <a:pt x="5637" y="3734"/>
                </a:lnTo>
                <a:cubicBezTo>
                  <a:pt x="5720" y="3734"/>
                  <a:pt x="5786" y="3800"/>
                  <a:pt x="5786" y="3883"/>
                </a:cubicBezTo>
                <a:cubicBezTo>
                  <a:pt x="5786" y="3967"/>
                  <a:pt x="5720" y="4033"/>
                  <a:pt x="5637" y="4033"/>
                </a:cubicBezTo>
                <a:lnTo>
                  <a:pt x="5259" y="4033"/>
                </a:lnTo>
                <a:lnTo>
                  <a:pt x="5259" y="4206"/>
                </a:lnTo>
                <a:lnTo>
                  <a:pt x="5637" y="4206"/>
                </a:lnTo>
                <a:cubicBezTo>
                  <a:pt x="5720" y="4206"/>
                  <a:pt x="5786" y="4272"/>
                  <a:pt x="5786" y="4355"/>
                </a:cubicBezTo>
                <a:cubicBezTo>
                  <a:pt x="5786" y="4438"/>
                  <a:pt x="5720" y="4505"/>
                  <a:pt x="5637" y="4505"/>
                </a:cubicBezTo>
                <a:lnTo>
                  <a:pt x="5259" y="4505"/>
                </a:lnTo>
                <a:lnTo>
                  <a:pt x="5259" y="4572"/>
                </a:lnTo>
                <a:cubicBezTo>
                  <a:pt x="5259" y="4685"/>
                  <a:pt x="5168" y="4777"/>
                  <a:pt x="5054" y="4777"/>
                </a:cubicBezTo>
                <a:cubicBezTo>
                  <a:pt x="4940" y="4777"/>
                  <a:pt x="4849" y="4685"/>
                  <a:pt x="4849" y="4572"/>
                </a:cubicBezTo>
                <a:lnTo>
                  <a:pt x="4849" y="4505"/>
                </a:lnTo>
                <a:lnTo>
                  <a:pt x="4471" y="4505"/>
                </a:lnTo>
                <a:cubicBezTo>
                  <a:pt x="4388" y="4505"/>
                  <a:pt x="4322" y="4438"/>
                  <a:pt x="4322" y="4355"/>
                </a:cubicBezTo>
                <a:cubicBezTo>
                  <a:pt x="4322" y="4272"/>
                  <a:pt x="4388" y="4206"/>
                  <a:pt x="4471" y="4206"/>
                </a:cubicBezTo>
                <a:lnTo>
                  <a:pt x="4849" y="4206"/>
                </a:lnTo>
                <a:lnTo>
                  <a:pt x="4849" y="4033"/>
                </a:lnTo>
                <a:lnTo>
                  <a:pt x="4471" y="4033"/>
                </a:lnTo>
                <a:cubicBezTo>
                  <a:pt x="4388" y="4033"/>
                  <a:pt x="4322" y="3967"/>
                  <a:pt x="4322" y="3883"/>
                </a:cubicBezTo>
                <a:cubicBezTo>
                  <a:pt x="4322" y="3800"/>
                  <a:pt x="4388" y="3734"/>
                  <a:pt x="4471" y="3734"/>
                </a:cubicBezTo>
                <a:lnTo>
                  <a:pt x="4732" y="3734"/>
                </a:lnTo>
                <a:lnTo>
                  <a:pt x="4291" y="3148"/>
                </a:lnTo>
                <a:close/>
                <a:moveTo>
                  <a:pt x="4521" y="1974"/>
                </a:moveTo>
                <a:lnTo>
                  <a:pt x="4521" y="1583"/>
                </a:lnTo>
                <a:lnTo>
                  <a:pt x="4471" y="1583"/>
                </a:lnTo>
                <a:cubicBezTo>
                  <a:pt x="4374" y="1583"/>
                  <a:pt x="4293" y="1506"/>
                  <a:pt x="4293" y="1409"/>
                </a:cubicBezTo>
                <a:cubicBezTo>
                  <a:pt x="4293" y="1312"/>
                  <a:pt x="4374" y="1231"/>
                  <a:pt x="4471" y="1231"/>
                </a:cubicBezTo>
                <a:lnTo>
                  <a:pt x="4521" y="1231"/>
                </a:lnTo>
                <a:lnTo>
                  <a:pt x="4521" y="1006"/>
                </a:lnTo>
                <a:cubicBezTo>
                  <a:pt x="4521" y="806"/>
                  <a:pt x="4579" y="640"/>
                  <a:pt x="4687" y="532"/>
                </a:cubicBezTo>
                <a:cubicBezTo>
                  <a:pt x="4801" y="418"/>
                  <a:pt x="4965" y="354"/>
                  <a:pt x="5179" y="354"/>
                </a:cubicBezTo>
                <a:cubicBezTo>
                  <a:pt x="5425" y="354"/>
                  <a:pt x="5589" y="440"/>
                  <a:pt x="5711" y="565"/>
                </a:cubicBezTo>
                <a:cubicBezTo>
                  <a:pt x="5750" y="604"/>
                  <a:pt x="5778" y="648"/>
                  <a:pt x="5778" y="717"/>
                </a:cubicBezTo>
                <a:cubicBezTo>
                  <a:pt x="5778" y="834"/>
                  <a:pt x="5683" y="926"/>
                  <a:pt x="5567" y="926"/>
                </a:cubicBezTo>
                <a:cubicBezTo>
                  <a:pt x="5492" y="926"/>
                  <a:pt x="5442" y="890"/>
                  <a:pt x="5414" y="862"/>
                </a:cubicBezTo>
                <a:cubicBezTo>
                  <a:pt x="5342" y="787"/>
                  <a:pt x="5276" y="751"/>
                  <a:pt x="5184" y="751"/>
                </a:cubicBezTo>
                <a:cubicBezTo>
                  <a:pt x="5117" y="751"/>
                  <a:pt x="5067" y="770"/>
                  <a:pt x="5026" y="812"/>
                </a:cubicBezTo>
                <a:cubicBezTo>
                  <a:pt x="4981" y="856"/>
                  <a:pt x="4954" y="929"/>
                  <a:pt x="4954" y="1017"/>
                </a:cubicBezTo>
                <a:lnTo>
                  <a:pt x="4954" y="1231"/>
                </a:lnTo>
                <a:lnTo>
                  <a:pt x="5425" y="1231"/>
                </a:lnTo>
                <a:cubicBezTo>
                  <a:pt x="5523" y="1231"/>
                  <a:pt x="5603" y="1311"/>
                  <a:pt x="5603" y="1409"/>
                </a:cubicBezTo>
                <a:cubicBezTo>
                  <a:pt x="5603" y="1506"/>
                  <a:pt x="5523" y="1583"/>
                  <a:pt x="5425" y="1583"/>
                </a:cubicBezTo>
                <a:lnTo>
                  <a:pt x="4954" y="1583"/>
                </a:lnTo>
                <a:lnTo>
                  <a:pt x="4954" y="1955"/>
                </a:lnTo>
                <a:lnTo>
                  <a:pt x="5628" y="1955"/>
                </a:lnTo>
                <a:cubicBezTo>
                  <a:pt x="5731" y="1955"/>
                  <a:pt x="5814" y="2038"/>
                  <a:pt x="5814" y="2141"/>
                </a:cubicBezTo>
                <a:cubicBezTo>
                  <a:pt x="5814" y="2243"/>
                  <a:pt x="5731" y="2324"/>
                  <a:pt x="5628" y="2324"/>
                </a:cubicBezTo>
                <a:lnTo>
                  <a:pt x="4465" y="2324"/>
                </a:lnTo>
                <a:cubicBezTo>
                  <a:pt x="4363" y="2324"/>
                  <a:pt x="4293" y="2255"/>
                  <a:pt x="4293" y="2169"/>
                </a:cubicBezTo>
                <a:cubicBezTo>
                  <a:pt x="4293" y="2099"/>
                  <a:pt x="4335" y="2036"/>
                  <a:pt x="4410" y="2010"/>
                </a:cubicBezTo>
                <a:lnTo>
                  <a:pt x="4521" y="1974"/>
                </a:lnTo>
                <a:close/>
                <a:moveTo>
                  <a:pt x="3809" y="1725"/>
                </a:moveTo>
                <a:lnTo>
                  <a:pt x="3809" y="1731"/>
                </a:lnTo>
                <a:cubicBezTo>
                  <a:pt x="3809" y="2077"/>
                  <a:pt x="3573" y="2289"/>
                  <a:pt x="3224" y="2332"/>
                </a:cubicBezTo>
                <a:lnTo>
                  <a:pt x="3224" y="2471"/>
                </a:lnTo>
                <a:cubicBezTo>
                  <a:pt x="3224" y="2574"/>
                  <a:pt x="3140" y="2658"/>
                  <a:pt x="3037" y="2658"/>
                </a:cubicBezTo>
                <a:cubicBezTo>
                  <a:pt x="2934" y="2658"/>
                  <a:pt x="2850" y="2575"/>
                  <a:pt x="2850" y="2471"/>
                </a:cubicBezTo>
                <a:lnTo>
                  <a:pt x="2850" y="2316"/>
                </a:lnTo>
                <a:cubicBezTo>
                  <a:pt x="2672" y="2283"/>
                  <a:pt x="2499" y="2214"/>
                  <a:pt x="2347" y="2105"/>
                </a:cubicBezTo>
                <a:cubicBezTo>
                  <a:pt x="2299" y="2071"/>
                  <a:pt x="2265" y="2009"/>
                  <a:pt x="2265" y="1942"/>
                </a:cubicBezTo>
                <a:cubicBezTo>
                  <a:pt x="2265" y="1830"/>
                  <a:pt x="2355" y="1742"/>
                  <a:pt x="2468" y="1742"/>
                </a:cubicBezTo>
                <a:cubicBezTo>
                  <a:pt x="2524" y="1742"/>
                  <a:pt x="2563" y="1762"/>
                  <a:pt x="2591" y="1782"/>
                </a:cubicBezTo>
                <a:cubicBezTo>
                  <a:pt x="2740" y="1891"/>
                  <a:pt x="2903" y="1959"/>
                  <a:pt x="3094" y="1959"/>
                </a:cubicBezTo>
                <a:cubicBezTo>
                  <a:pt x="3271" y="1959"/>
                  <a:pt x="3378" y="1889"/>
                  <a:pt x="3378" y="1773"/>
                </a:cubicBezTo>
                <a:lnTo>
                  <a:pt x="3378" y="1768"/>
                </a:lnTo>
                <a:cubicBezTo>
                  <a:pt x="3378" y="1658"/>
                  <a:pt x="3311" y="1602"/>
                  <a:pt x="2982" y="1518"/>
                </a:cubicBezTo>
                <a:cubicBezTo>
                  <a:pt x="2586" y="1417"/>
                  <a:pt x="2330" y="1307"/>
                  <a:pt x="2330" y="916"/>
                </a:cubicBezTo>
                <a:lnTo>
                  <a:pt x="2330" y="910"/>
                </a:lnTo>
                <a:cubicBezTo>
                  <a:pt x="2330" y="606"/>
                  <a:pt x="2539" y="391"/>
                  <a:pt x="2849" y="334"/>
                </a:cubicBezTo>
                <a:lnTo>
                  <a:pt x="2849" y="187"/>
                </a:lnTo>
                <a:cubicBezTo>
                  <a:pt x="2849" y="84"/>
                  <a:pt x="2933" y="0"/>
                  <a:pt x="3037" y="0"/>
                </a:cubicBezTo>
                <a:cubicBezTo>
                  <a:pt x="3140" y="0"/>
                  <a:pt x="3223" y="84"/>
                  <a:pt x="3223" y="187"/>
                </a:cubicBezTo>
                <a:lnTo>
                  <a:pt x="3223" y="335"/>
                </a:lnTo>
                <a:cubicBezTo>
                  <a:pt x="3378" y="361"/>
                  <a:pt x="3518" y="413"/>
                  <a:pt x="3642" y="492"/>
                </a:cubicBezTo>
                <a:cubicBezTo>
                  <a:pt x="3690" y="520"/>
                  <a:pt x="3738" y="579"/>
                  <a:pt x="3738" y="663"/>
                </a:cubicBezTo>
                <a:cubicBezTo>
                  <a:pt x="3738" y="775"/>
                  <a:pt x="3648" y="863"/>
                  <a:pt x="3536" y="863"/>
                </a:cubicBezTo>
                <a:cubicBezTo>
                  <a:pt x="3493" y="863"/>
                  <a:pt x="3460" y="852"/>
                  <a:pt x="3426" y="832"/>
                </a:cubicBezTo>
                <a:cubicBezTo>
                  <a:pt x="3283" y="748"/>
                  <a:pt x="3147" y="700"/>
                  <a:pt x="3012" y="700"/>
                </a:cubicBezTo>
                <a:cubicBezTo>
                  <a:pt x="2846" y="700"/>
                  <a:pt x="2760" y="775"/>
                  <a:pt x="2760" y="871"/>
                </a:cubicBezTo>
                <a:lnTo>
                  <a:pt x="2760" y="877"/>
                </a:lnTo>
                <a:cubicBezTo>
                  <a:pt x="2760" y="1006"/>
                  <a:pt x="2844" y="1048"/>
                  <a:pt x="3184" y="1135"/>
                </a:cubicBezTo>
                <a:cubicBezTo>
                  <a:pt x="3584" y="1239"/>
                  <a:pt x="3809" y="1382"/>
                  <a:pt x="3809" y="17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innerShdw blurRad="63500" dist="38100" dir="13500000">
              <a:schemeClr val="accent3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928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177AC8-E1F8-F303-9E05-DA75062DE192}"/>
              </a:ext>
            </a:extLst>
          </p:cNvPr>
          <p:cNvGrpSpPr/>
          <p:nvPr/>
        </p:nvGrpSpPr>
        <p:grpSpPr>
          <a:xfrm>
            <a:off x="515008" y="1785115"/>
            <a:ext cx="11429746" cy="338554"/>
            <a:chOff x="515008" y="2242315"/>
            <a:chExt cx="11429746" cy="33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13BEE9-F340-B659-348D-F89EC18E56EC}"/>
                </a:ext>
              </a:extLst>
            </p:cNvPr>
            <p:cNvSpPr/>
            <p:nvPr/>
          </p:nvSpPr>
          <p:spPr>
            <a:xfrm>
              <a:off x="515008" y="2242315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4E55F13-C439-ADDB-5103-895B960C2813}"/>
                </a:ext>
              </a:extLst>
            </p:cNvPr>
            <p:cNvSpPr txBox="1"/>
            <p:nvPr/>
          </p:nvSpPr>
          <p:spPr>
            <a:xfrm>
              <a:off x="1107658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EE7C92-C9B3-1A1C-3C2E-89EF4EB28F09}"/>
                </a:ext>
              </a:extLst>
            </p:cNvPr>
            <p:cNvSpPr txBox="1"/>
            <p:nvPr/>
          </p:nvSpPr>
          <p:spPr>
            <a:xfrm>
              <a:off x="3773881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DE4E843-186D-B9F7-9970-E902FFDB401F}"/>
                </a:ext>
              </a:extLst>
            </p:cNvPr>
            <p:cNvSpPr txBox="1"/>
            <p:nvPr/>
          </p:nvSpPr>
          <p:spPr>
            <a:xfrm>
              <a:off x="6440104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C07AEB-5E96-9025-C5E4-88D0E4081C7B}"/>
                </a:ext>
              </a:extLst>
            </p:cNvPr>
            <p:cNvSpPr txBox="1"/>
            <p:nvPr/>
          </p:nvSpPr>
          <p:spPr>
            <a:xfrm>
              <a:off x="9106327" y="2288482"/>
              <a:ext cx="2838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Data Analysis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EFDFC04-8659-0952-0C5A-157A43CEC837}"/>
                </a:ext>
              </a:extLst>
            </p:cNvPr>
            <p:cNvSpPr/>
            <p:nvPr/>
          </p:nvSpPr>
          <p:spPr>
            <a:xfrm>
              <a:off x="3382863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C9FF985-FEC6-11FA-0AC7-C283F4C98934}"/>
                </a:ext>
              </a:extLst>
            </p:cNvPr>
            <p:cNvSpPr/>
            <p:nvPr/>
          </p:nvSpPr>
          <p:spPr>
            <a:xfrm>
              <a:off x="6026227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210E3BD-613D-8B2A-34B7-D1CABFA9321D}"/>
                </a:ext>
              </a:extLst>
            </p:cNvPr>
            <p:cNvSpPr/>
            <p:nvPr/>
          </p:nvSpPr>
          <p:spPr>
            <a:xfrm>
              <a:off x="8738169" y="2388733"/>
              <a:ext cx="45719" cy="4571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6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E56FF3F-BC8B-19B0-1F2C-AE092C0871E2}"/>
              </a:ext>
            </a:extLst>
          </p:cNvPr>
          <p:cNvSpPr txBox="1"/>
          <p:nvPr/>
        </p:nvSpPr>
        <p:spPr>
          <a:xfrm>
            <a:off x="1364078" y="913135"/>
            <a:ext cx="266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rgbClr val="858AA3"/>
                </a:solidFill>
                <a:latin typeface="Arboria" panose="02000506020000020004" pitchFamily="50" charset="0"/>
              </a:defRPr>
            </a:lvl1pPr>
          </a:lstStyle>
          <a:p>
            <a:pPr algn="l"/>
            <a:r>
              <a:rPr lang="zh-CN" alt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数据分析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9DA35-348A-7CAA-BDE3-0F9E6CBC29CD}"/>
              </a:ext>
            </a:extLst>
          </p:cNvPr>
          <p:cNvSpPr txBox="1"/>
          <p:nvPr/>
        </p:nvSpPr>
        <p:spPr>
          <a:xfrm>
            <a:off x="1364078" y="1285480"/>
            <a:ext cx="298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Data Analysis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7B01705-3EA1-B431-8818-2B9087ECD0D1}"/>
              </a:ext>
            </a:extLst>
          </p:cNvPr>
          <p:cNvGrpSpPr/>
          <p:nvPr/>
        </p:nvGrpSpPr>
        <p:grpSpPr>
          <a:xfrm>
            <a:off x="5765707" y="4145326"/>
            <a:ext cx="5490123" cy="1778318"/>
            <a:chOff x="5838277" y="3824186"/>
            <a:chExt cx="5490123" cy="2003311"/>
          </a:xfrm>
        </p:grpSpPr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8D64CBD3-BA73-27B2-7AB2-60A1CA79B948}"/>
                </a:ext>
              </a:extLst>
            </p:cNvPr>
            <p:cNvSpPr/>
            <p:nvPr/>
          </p:nvSpPr>
          <p:spPr>
            <a:xfrm>
              <a:off x="5838277" y="3824186"/>
              <a:ext cx="5490123" cy="2003311"/>
            </a:xfrm>
            <a:custGeom>
              <a:avLst/>
              <a:gdLst>
                <a:gd name="connsiteX0" fmla="*/ 0 w 6303865"/>
                <a:gd name="connsiteY0" fmla="*/ 0 h 2003311"/>
                <a:gd name="connsiteX1" fmla="*/ 6303865 w 6303865"/>
                <a:gd name="connsiteY1" fmla="*/ 0 h 2003311"/>
                <a:gd name="connsiteX2" fmla="*/ 6303865 w 6303865"/>
                <a:gd name="connsiteY2" fmla="*/ 1767481 h 2003311"/>
                <a:gd name="connsiteX3" fmla="*/ 733353 w 6303865"/>
                <a:gd name="connsiteY3" fmla="*/ 1767481 h 2003311"/>
                <a:gd name="connsiteX4" fmla="*/ 596572 w 6303865"/>
                <a:gd name="connsiteY4" fmla="*/ 2003311 h 2003311"/>
                <a:gd name="connsiteX5" fmla="*/ 459791 w 6303865"/>
                <a:gd name="connsiteY5" fmla="*/ 1767481 h 2003311"/>
                <a:gd name="connsiteX6" fmla="*/ 0 w 6303865"/>
                <a:gd name="connsiteY6" fmla="*/ 1767481 h 200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3865" h="2003311">
                  <a:moveTo>
                    <a:pt x="0" y="0"/>
                  </a:moveTo>
                  <a:lnTo>
                    <a:pt x="6303865" y="0"/>
                  </a:lnTo>
                  <a:lnTo>
                    <a:pt x="6303865" y="1767481"/>
                  </a:lnTo>
                  <a:lnTo>
                    <a:pt x="733353" y="1767481"/>
                  </a:lnTo>
                  <a:lnTo>
                    <a:pt x="596572" y="2003311"/>
                  </a:lnTo>
                  <a:lnTo>
                    <a:pt x="459791" y="1767481"/>
                  </a:lnTo>
                  <a:lnTo>
                    <a:pt x="0" y="1767481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effectLst>
              <a:outerShdw blurRad="127000" dist="63500" dir="2700004" rotWithShape="0">
                <a:schemeClr val="bg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EF93AD35-1A64-D1CA-85EC-18C8E101FA7C}"/>
                </a:ext>
              </a:extLst>
            </p:cNvPr>
            <p:cNvSpPr/>
            <p:nvPr/>
          </p:nvSpPr>
          <p:spPr>
            <a:xfrm>
              <a:off x="5838277" y="3824186"/>
              <a:ext cx="5490123" cy="2003311"/>
            </a:xfrm>
            <a:custGeom>
              <a:avLst/>
              <a:gdLst>
                <a:gd name="connsiteX0" fmla="*/ 0 w 6303865"/>
                <a:gd name="connsiteY0" fmla="*/ 0 h 2003311"/>
                <a:gd name="connsiteX1" fmla="*/ 6303865 w 6303865"/>
                <a:gd name="connsiteY1" fmla="*/ 0 h 2003311"/>
                <a:gd name="connsiteX2" fmla="*/ 6303865 w 6303865"/>
                <a:gd name="connsiteY2" fmla="*/ 1767481 h 2003311"/>
                <a:gd name="connsiteX3" fmla="*/ 733353 w 6303865"/>
                <a:gd name="connsiteY3" fmla="*/ 1767481 h 2003311"/>
                <a:gd name="connsiteX4" fmla="*/ 596572 w 6303865"/>
                <a:gd name="connsiteY4" fmla="*/ 2003311 h 2003311"/>
                <a:gd name="connsiteX5" fmla="*/ 459791 w 6303865"/>
                <a:gd name="connsiteY5" fmla="*/ 1767481 h 2003311"/>
                <a:gd name="connsiteX6" fmla="*/ 0 w 6303865"/>
                <a:gd name="connsiteY6" fmla="*/ 1767481 h 200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3865" h="2003311">
                  <a:moveTo>
                    <a:pt x="0" y="0"/>
                  </a:moveTo>
                  <a:lnTo>
                    <a:pt x="6303865" y="0"/>
                  </a:lnTo>
                  <a:lnTo>
                    <a:pt x="6303865" y="1767481"/>
                  </a:lnTo>
                  <a:lnTo>
                    <a:pt x="733353" y="1767481"/>
                  </a:lnTo>
                  <a:lnTo>
                    <a:pt x="596572" y="2003311"/>
                  </a:lnTo>
                  <a:lnTo>
                    <a:pt x="459791" y="1767481"/>
                  </a:lnTo>
                  <a:lnTo>
                    <a:pt x="0" y="1767481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effectLst>
              <a:outerShdw blurRad="76200" dist="63500" dir="13500008" rotWithShape="0">
                <a:schemeClr val="bg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0F1A9-18BC-322C-2085-5AA256F9F204}"/>
              </a:ext>
            </a:extLst>
          </p:cNvPr>
          <p:cNvSpPr txBox="1"/>
          <p:nvPr/>
        </p:nvSpPr>
        <p:spPr>
          <a:xfrm>
            <a:off x="6128661" y="2794076"/>
            <a:ext cx="233771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dist">
              <a:defRPr kumimoji="1" sz="1400" cap="all" spc="120">
                <a:solidFill>
                  <a:schemeClr val="tx1">
                    <a:lumMod val="50000"/>
                    <a:lumOff val="50000"/>
                  </a:schemeClr>
                </a:solidFill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" panose="00020600040101010101" pitchFamily="18" charset="-122"/>
                <a:sym typeface="思源黑体 CN Medium" panose="020B0600000000000000" pitchFamily="34" charset="-122"/>
              </a:rPr>
              <a:t>输入小标题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9F3E7F-154A-00CF-18BE-905D6B0A1585}"/>
              </a:ext>
            </a:extLst>
          </p:cNvPr>
          <p:cNvSpPr txBox="1">
            <a:spLocks/>
          </p:cNvSpPr>
          <p:nvPr/>
        </p:nvSpPr>
        <p:spPr>
          <a:xfrm>
            <a:off x="6128661" y="3145956"/>
            <a:ext cx="4742438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 spc="130">
                <a:latin typeface="OPPOSans L" pitchFamily="18" charset="-122"/>
                <a:ea typeface="OPPOSans L" pitchFamily="18" charset="-122"/>
                <a:cs typeface="OPPOSans L" pitchFamily="18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请在此处点击编辑添加修改文本，简洁明了阐述你的观点，请在此处点击编辑添加修改文本。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671B5A8-A1B2-4842-1A33-31E9CE9F7B27}"/>
              </a:ext>
            </a:extLst>
          </p:cNvPr>
          <p:cNvSpPr txBox="1"/>
          <p:nvPr/>
        </p:nvSpPr>
        <p:spPr>
          <a:xfrm>
            <a:off x="7821212" y="2698684"/>
            <a:ext cx="2880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kumimoji="1" cap="all" spc="120"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r"/>
            <a:r>
              <a:rPr lang="en-US" altLang="zh-CN" sz="2800" dirty="0">
                <a:solidFill>
                  <a:schemeClr val="accent2"/>
                </a:solidFill>
                <a:effectLst>
                  <a:innerShdw blurRad="63500" dist="38100" dir="13500000">
                    <a:schemeClr val="accent2">
                      <a:lumMod val="50000"/>
                      <a:alpha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1</a:t>
            </a:r>
            <a:r>
              <a:rPr lang="en-US" altLang="zh-CN" sz="2800">
                <a:solidFill>
                  <a:schemeClr val="accent2"/>
                </a:solidFill>
                <a:effectLst>
                  <a:innerShdw blurRad="63500" dist="38100" dir="13500000">
                    <a:schemeClr val="accent2">
                      <a:lumMod val="50000"/>
                      <a:alpha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0</a:t>
            </a:r>
            <a:r>
              <a:rPr lang="zh-CN" altLang="en-US" sz="1400" dirty="0">
                <a:solidFill>
                  <a:schemeClr val="accent2"/>
                </a:solidFill>
                <a:effectLst>
                  <a:innerShdw blurRad="63500" dist="38100" dir="13500000">
                    <a:schemeClr val="accent2">
                      <a:lumMod val="50000"/>
                      <a:alpha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万元</a:t>
            </a:r>
            <a:endParaRPr lang="zh-CN" altLang="en-US" sz="2800" dirty="0">
              <a:solidFill>
                <a:schemeClr val="accent2"/>
              </a:solidFill>
              <a:effectLst>
                <a:innerShdw blurRad="63500" dist="38100" dir="13500000">
                  <a:schemeClr val="accent2">
                    <a:lumMod val="50000"/>
                    <a:alpha val="5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B" panose="00020600040101010101" pitchFamily="18" charset="-122"/>
              <a:sym typeface="思源黑体 CN Bold" panose="020B08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EF35AE3-20D1-E93A-35B9-80FF287DA074}"/>
              </a:ext>
            </a:extLst>
          </p:cNvPr>
          <p:cNvSpPr txBox="1"/>
          <p:nvPr/>
        </p:nvSpPr>
        <p:spPr>
          <a:xfrm>
            <a:off x="6128661" y="4465816"/>
            <a:ext cx="233771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dist">
              <a:defRPr kumimoji="1" sz="1400" cap="all" spc="120">
                <a:solidFill>
                  <a:schemeClr val="tx1">
                    <a:lumMod val="50000"/>
                    <a:lumOff val="50000"/>
                  </a:schemeClr>
                </a:solidFill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" panose="00020600040101010101" pitchFamily="18" charset="-122"/>
                <a:sym typeface="思源黑体 CN Medium" panose="020B0600000000000000" pitchFamily="34" charset="-122"/>
              </a:rPr>
              <a:t>输入小标题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9E7AAE7-BE37-F682-3307-1120C5BB86F6}"/>
              </a:ext>
            </a:extLst>
          </p:cNvPr>
          <p:cNvSpPr txBox="1">
            <a:spLocks/>
          </p:cNvSpPr>
          <p:nvPr/>
        </p:nvSpPr>
        <p:spPr>
          <a:xfrm>
            <a:off x="6128661" y="4817696"/>
            <a:ext cx="4742438" cy="70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 spc="130">
                <a:latin typeface="OPPOSans L" pitchFamily="18" charset="-122"/>
                <a:ea typeface="OPPOSans L" pitchFamily="18" charset="-122"/>
                <a:cs typeface="OPPOSans L" pitchFamily="18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请在此处点击编辑添加修改文本，简洁明了阐述你的观点，请在此处点击编辑添加修改文本。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0CDBEC5-1DA4-42BC-EDAB-8054F233BD40}"/>
              </a:ext>
            </a:extLst>
          </p:cNvPr>
          <p:cNvSpPr txBox="1"/>
          <p:nvPr/>
        </p:nvSpPr>
        <p:spPr>
          <a:xfrm>
            <a:off x="7821212" y="4370424"/>
            <a:ext cx="2880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kumimoji="1" cap="all" spc="120"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r"/>
            <a:r>
              <a:rPr lang="en-US" altLang="zh-CN" sz="2800" dirty="0">
                <a:solidFill>
                  <a:schemeClr val="accent3"/>
                </a:solidFill>
                <a:effectLst>
                  <a:innerShdw blurRad="63500" dist="38100" dir="13500000">
                    <a:schemeClr val="accent3">
                      <a:lumMod val="50000"/>
                      <a:alpha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30</a:t>
            </a:r>
            <a:r>
              <a:rPr lang="zh-CN" altLang="en-US" sz="1400" dirty="0">
                <a:solidFill>
                  <a:schemeClr val="accent3"/>
                </a:solidFill>
                <a:effectLst>
                  <a:innerShdw blurRad="63500" dist="38100" dir="13500000">
                    <a:schemeClr val="accent3">
                      <a:lumMod val="50000"/>
                      <a:alpha val="50000"/>
                    </a:schemeClr>
                  </a:inn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万元</a:t>
            </a:r>
            <a:endParaRPr lang="zh-CN" altLang="en-US" sz="2800" dirty="0">
              <a:solidFill>
                <a:schemeClr val="accent3"/>
              </a:solidFill>
              <a:effectLst>
                <a:innerShdw blurRad="63500" dist="38100" dir="13500000">
                  <a:schemeClr val="accent3">
                    <a:lumMod val="50000"/>
                    <a:alpha val="50000"/>
                  </a:schemeClr>
                </a:inn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B" panose="00020600040101010101" pitchFamily="18" charset="-122"/>
              <a:sym typeface="思源黑体 CN Bold" panose="020B0800000000000000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74A1973-9D12-399C-9D91-45859E408FF0}"/>
              </a:ext>
            </a:extLst>
          </p:cNvPr>
          <p:cNvSpPr txBox="1"/>
          <p:nvPr/>
        </p:nvSpPr>
        <p:spPr>
          <a:xfrm>
            <a:off x="1344936" y="4964479"/>
            <a:ext cx="208364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kumimoji="1" cap="all" spc="120">
                <a:latin typeface="YOUSHEhaoshenti" pitchFamily="18" charset="-122"/>
                <a:ea typeface="YOUSHEhaoshenti" pitchFamily="18" charset="-122"/>
              </a:defRPr>
            </a:lvl1pPr>
          </a:lstStyle>
          <a:p>
            <a:r>
              <a:rPr lang="en-US" altLang="zh-CN" sz="28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XX</a:t>
            </a:r>
            <a:r>
              <a:rPr lang="zh-CN" altLang="en-US" sz="14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万</a:t>
            </a:r>
            <a:r>
              <a:rPr lang="zh-CN" altLang="en-US" sz="14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元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6814ED9-D778-3FC6-06E6-572AE1E2AA5A}"/>
              </a:ext>
            </a:extLst>
          </p:cNvPr>
          <p:cNvSpPr txBox="1"/>
          <p:nvPr/>
        </p:nvSpPr>
        <p:spPr>
          <a:xfrm>
            <a:off x="1344936" y="5487048"/>
            <a:ext cx="169112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dist">
              <a:defRPr kumimoji="1" sz="1400" cap="all" spc="120">
                <a:solidFill>
                  <a:schemeClr val="tx1">
                    <a:lumMod val="50000"/>
                    <a:lumOff val="50000"/>
                  </a:schemeClr>
                </a:solidFill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l"/>
            <a:r>
              <a:rPr lang="zh-CN" altLang="en-US" dirty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" panose="00020600040101010101" pitchFamily="18" charset="-122"/>
                <a:sym typeface="思源黑体 CN Medium" panose="020B0600000000000000" pitchFamily="34" charset="-122"/>
              </a:rPr>
              <a:t>输入小标题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E8E3684-0164-1E4E-75A5-C47D5B574B30}"/>
              </a:ext>
            </a:extLst>
          </p:cNvPr>
          <p:cNvSpPr txBox="1"/>
          <p:nvPr/>
        </p:nvSpPr>
        <p:spPr>
          <a:xfrm>
            <a:off x="3006553" y="4991238"/>
            <a:ext cx="19309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kumimoji="1" cap="all" spc="120"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r"/>
            <a:r>
              <a:rPr lang="en-US" altLang="zh-CN" sz="280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+1.28</a:t>
            </a:r>
            <a:r>
              <a:rPr lang="en-US" altLang="zh-CN" sz="140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思源黑体 CN Bold" panose="020B0800000000000000" pitchFamily="34" charset="-122"/>
              </a:rPr>
              <a:t>%</a:t>
            </a:r>
            <a:endParaRPr lang="zh-CN" altLang="en-US" sz="1400" dirty="0">
              <a:solidFill>
                <a:schemeClr val="accent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B" panose="00020600040101010101" pitchFamily="18" charset="-122"/>
              <a:sym typeface="思源黑体 CN Bold" panose="020B0800000000000000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6E1FB83-408C-303C-3270-8F87B0F977FB}"/>
              </a:ext>
            </a:extLst>
          </p:cNvPr>
          <p:cNvSpPr txBox="1"/>
          <p:nvPr/>
        </p:nvSpPr>
        <p:spPr>
          <a:xfrm>
            <a:off x="3370316" y="5487048"/>
            <a:ext cx="156721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dist">
              <a:defRPr kumimoji="1" sz="1400" cap="all" spc="120">
                <a:solidFill>
                  <a:schemeClr val="tx1">
                    <a:lumMod val="50000"/>
                    <a:lumOff val="50000"/>
                  </a:schemeClr>
                </a:solidFill>
                <a:latin typeface="YOUSHEhaoshenti" pitchFamily="18" charset="-122"/>
                <a:ea typeface="YOUSHEhaoshenti" pitchFamily="18" charset="-122"/>
              </a:defRPr>
            </a:lvl1pPr>
          </a:lstStyle>
          <a:p>
            <a:pPr algn="r"/>
            <a:r>
              <a:rPr lang="zh-CN" altLang="en-US" dirty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M" panose="00020600040101010101" pitchFamily="18" charset="-122"/>
                <a:sym typeface="思源黑体 CN Medium" panose="020B0600000000000000" pitchFamily="34" charset="-122"/>
              </a:rPr>
              <a:t>输入小标题</a:t>
            </a:r>
          </a:p>
        </p:txBody>
      </p:sp>
      <p:graphicFrame>
        <p:nvGraphicFramePr>
          <p:cNvPr id="68" name="i$lïḑe">
            <a:extLst>
              <a:ext uri="{FF2B5EF4-FFF2-40B4-BE49-F238E27FC236}">
                <a16:creationId xmlns:a16="http://schemas.microsoft.com/office/drawing/2014/main" id="{BBFBEC29-C741-C306-E122-D77547DD1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215201"/>
              </p:ext>
            </p:extLst>
          </p:nvPr>
        </p:nvGraphicFramePr>
        <p:xfrm>
          <a:off x="1033439" y="2317276"/>
          <a:ext cx="4211256" cy="2487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AC35874-510E-BD3A-529A-8BA77652F533}"/>
              </a:ext>
            </a:extLst>
          </p:cNvPr>
          <p:cNvSpPr/>
          <p:nvPr/>
        </p:nvSpPr>
        <p:spPr>
          <a:xfrm>
            <a:off x="3086100" y="4996569"/>
            <a:ext cx="52967" cy="818519"/>
          </a:xfrm>
          <a:prstGeom prst="roundRect">
            <a:avLst>
              <a:gd name="adj" fmla="val 23374"/>
            </a:avLst>
          </a:prstGeom>
          <a:solidFill>
            <a:schemeClr val="bg1"/>
          </a:solidFill>
          <a:ln>
            <a:noFill/>
          </a:ln>
          <a:effectLst>
            <a:innerShdw blurRad="38100" dist="25400" dir="13500000">
              <a:schemeClr val="accent2">
                <a:alpha val="5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449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9A56908-5D44-1460-4F32-7D3F9BF9D42C}"/>
              </a:ext>
            </a:extLst>
          </p:cNvPr>
          <p:cNvSpPr txBox="1"/>
          <p:nvPr/>
        </p:nvSpPr>
        <p:spPr>
          <a:xfrm>
            <a:off x="964042" y="2216229"/>
            <a:ext cx="7977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感谢观看</a:t>
            </a:r>
            <a:r>
              <a:rPr lang="en-US" altLang="zh-CN" sz="6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!</a:t>
            </a:r>
            <a:endParaRPr lang="en-US" altLang="zh-CN" sz="60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EC6C95-BFF8-4A58-EC10-25D2766432CF}"/>
              </a:ext>
            </a:extLst>
          </p:cNvPr>
          <p:cNvSpPr txBox="1"/>
          <p:nvPr/>
        </p:nvSpPr>
        <p:spPr>
          <a:xfrm>
            <a:off x="964042" y="3426503"/>
            <a:ext cx="6373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THANKS FOR WATCHING</a:t>
            </a:r>
            <a:endParaRPr lang="en-US" altLang="zh-CN" sz="1400" spc="6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3428F2-1B26-14BB-5051-BD2B321FAFC2}"/>
              </a:ext>
            </a:extLst>
          </p:cNvPr>
          <p:cNvSpPr txBox="1"/>
          <p:nvPr/>
        </p:nvSpPr>
        <p:spPr>
          <a:xfrm>
            <a:off x="964042" y="868702"/>
            <a:ext cx="16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1"/>
                </a:solidFill>
                <a:effectLst>
                  <a:innerShdw blurRad="101600" dist="76200" dir="13800000">
                    <a:schemeClr val="tx2">
                      <a:alpha val="60000"/>
                    </a:schemeClr>
                  </a:innerShdw>
                </a:effectLst>
                <a:latin typeface="+mj-lt"/>
              </a:rPr>
              <a:t>LOGO HERE</a:t>
            </a:r>
            <a:endParaRPr lang="en-US" altLang="zh-CN" sz="1600" dirty="0">
              <a:solidFill>
                <a:schemeClr val="accent1"/>
              </a:solidFill>
              <a:effectLst>
                <a:innerShdw blurRad="101600" dist="76200" dir="13800000">
                  <a:schemeClr val="tx2">
                    <a:alpha val="60000"/>
                  </a:schemeClr>
                </a:innerShdw>
              </a:effectLst>
              <a:latin typeface="+mj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65BAE53-F72F-DD9F-02D5-01384A5B2C07}"/>
              </a:ext>
            </a:extLst>
          </p:cNvPr>
          <p:cNvGrpSpPr/>
          <p:nvPr/>
        </p:nvGrpSpPr>
        <p:grpSpPr>
          <a:xfrm>
            <a:off x="1044667" y="4224576"/>
            <a:ext cx="3057426" cy="466822"/>
            <a:chOff x="1044667" y="4513047"/>
            <a:chExt cx="3057426" cy="46682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E7C960D-78CC-6BAA-4B34-C6824AD7B074}"/>
                </a:ext>
              </a:extLst>
            </p:cNvPr>
            <p:cNvSpPr/>
            <p:nvPr/>
          </p:nvSpPr>
          <p:spPr>
            <a:xfrm>
              <a:off x="1044667" y="4513047"/>
              <a:ext cx="3000283" cy="46682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72421">
                  <a:schemeClr val="accent1">
                    <a:lumMod val="100000"/>
                  </a:schemeClr>
                </a:gs>
                <a:gs pos="100000">
                  <a:schemeClr val="accent1">
                    <a:lumMod val="21107"/>
                    <a:lumOff val="78893"/>
                  </a:schemeClr>
                </a:gs>
              </a:gsLst>
              <a:path path="shape">
                <a:fillToRect r="8069" b="50000"/>
              </a:path>
              <a:tileRect/>
            </a:gradFill>
            <a:ln>
              <a:noFill/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199A82-7661-F86F-B5BB-C55B220CE66D}"/>
                </a:ext>
              </a:extLst>
            </p:cNvPr>
            <p:cNvSpPr txBox="1"/>
            <p:nvPr/>
          </p:nvSpPr>
          <p:spPr>
            <a:xfrm>
              <a:off x="1661160" y="4577181"/>
              <a:ext cx="24409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汇报人：</a:t>
              </a:r>
              <a:r>
                <a:rPr lang="en-US" altLang="zh-CN" sz="16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XXX</a:t>
              </a: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647CE14-EB6F-A8CA-0CBD-32046111F8FC}"/>
                </a:ext>
              </a:extLst>
            </p:cNvPr>
            <p:cNvGrpSpPr/>
            <p:nvPr/>
          </p:nvGrpSpPr>
          <p:grpSpPr>
            <a:xfrm>
              <a:off x="1117142" y="4571507"/>
              <a:ext cx="349708" cy="349902"/>
              <a:chOff x="1167942" y="4571507"/>
              <a:chExt cx="349708" cy="349902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17BBD0E-8C2F-2897-9120-A9A293FB549F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BF81A93-7ACB-A369-78A4-8A625472C4CC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</p:grp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A86AA34-86EA-6958-7CAD-E6B34664EE86}"/>
              </a:ext>
            </a:extLst>
          </p:cNvPr>
          <p:cNvCxnSpPr/>
          <p:nvPr/>
        </p:nvCxnSpPr>
        <p:spPr>
          <a:xfrm>
            <a:off x="1069621" y="3260723"/>
            <a:ext cx="632675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C7DC888-4007-9839-97B7-B712C4EEE0BA}"/>
              </a:ext>
            </a:extLst>
          </p:cNvPr>
          <p:cNvGrpSpPr/>
          <p:nvPr/>
        </p:nvGrpSpPr>
        <p:grpSpPr>
          <a:xfrm>
            <a:off x="1044667" y="4841796"/>
            <a:ext cx="3443513" cy="466822"/>
            <a:chOff x="1044667" y="4513047"/>
            <a:chExt cx="3443513" cy="466822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05B29C66-160D-BF78-55AF-CC9F3909D02E}"/>
                </a:ext>
              </a:extLst>
            </p:cNvPr>
            <p:cNvSpPr/>
            <p:nvPr/>
          </p:nvSpPr>
          <p:spPr>
            <a:xfrm>
              <a:off x="1044667" y="4513047"/>
              <a:ext cx="3000283" cy="46682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72421">
                  <a:schemeClr val="accent1">
                    <a:lumMod val="100000"/>
                  </a:schemeClr>
                </a:gs>
                <a:gs pos="100000">
                  <a:schemeClr val="accent1">
                    <a:lumMod val="21107"/>
                    <a:lumOff val="78893"/>
                  </a:schemeClr>
                </a:gs>
              </a:gsLst>
              <a:path path="shape">
                <a:fillToRect r="8069" b="50000"/>
              </a:path>
              <a:tileRect/>
            </a:gradFill>
            <a:ln>
              <a:noFill/>
            </a:ln>
            <a:effectLst>
              <a:innerShdw blurRad="63500" dist="63500" dir="13500011">
                <a:schemeClr val="accent1">
                  <a:lumMod val="85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CD2EFD6-E88F-E5AA-A9C9-FBA258EA9643}"/>
                </a:ext>
              </a:extLst>
            </p:cNvPr>
            <p:cNvSpPr txBox="1"/>
            <p:nvPr/>
          </p:nvSpPr>
          <p:spPr>
            <a:xfrm>
              <a:off x="1661160" y="4577181"/>
              <a:ext cx="28270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时间：</a:t>
              </a:r>
              <a:r>
                <a:rPr lang="en-US" altLang="zh-CN" sz="16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20XX</a:t>
              </a:r>
              <a:r>
                <a:rPr lang="zh-CN" altLang="en-US" sz="16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年</a:t>
              </a:r>
              <a:r>
                <a:rPr lang="en-US" altLang="zh-CN" sz="16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X</a:t>
              </a:r>
              <a:r>
                <a:rPr lang="zh-CN" altLang="en-US" sz="16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月</a:t>
              </a:r>
              <a:endParaRPr lang="en-US" altLang="zh-CN" sz="16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979F54F-D0D0-3720-8355-D8878A0F51A5}"/>
                </a:ext>
              </a:extLst>
            </p:cNvPr>
            <p:cNvGrpSpPr/>
            <p:nvPr/>
          </p:nvGrpSpPr>
          <p:grpSpPr>
            <a:xfrm>
              <a:off x="1117142" y="4571507"/>
              <a:ext cx="349708" cy="349902"/>
              <a:chOff x="1167942" y="4571507"/>
              <a:chExt cx="349708" cy="349902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F3B0B008-D34D-FEFB-EE27-F7F848D6041E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13500008" rotWithShape="0">
                  <a:schemeClr val="bg1">
                    <a:lumMod val="6107"/>
                    <a:lumOff val="93893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4D9193A-D740-6634-D053-469B26C388EA}"/>
                  </a:ext>
                </a:extLst>
              </p:cNvPr>
              <p:cNvSpPr/>
              <p:nvPr/>
            </p:nvSpPr>
            <p:spPr>
              <a:xfrm>
                <a:off x="1167942" y="4571507"/>
                <a:ext cx="349708" cy="34990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27000" dist="63500" dir="2700004" rotWithShape="0">
                  <a:schemeClr val="bg1">
                    <a:lumMod val="80000"/>
                    <a:alpha val="8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545F987-E9DA-9B20-2264-6BFE6B923E48}"/>
              </a:ext>
            </a:extLst>
          </p:cNvPr>
          <p:cNvGrpSpPr/>
          <p:nvPr/>
        </p:nvGrpSpPr>
        <p:grpSpPr>
          <a:xfrm>
            <a:off x="512064" y="5687070"/>
            <a:ext cx="11181079" cy="338554"/>
            <a:chOff x="512064" y="5687070"/>
            <a:chExt cx="11181079" cy="33855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A684E1C-26CB-40C1-8D1A-A8054874DDA0}"/>
                </a:ext>
              </a:extLst>
            </p:cNvPr>
            <p:cNvSpPr/>
            <p:nvPr/>
          </p:nvSpPr>
          <p:spPr>
            <a:xfrm>
              <a:off x="512064" y="5687070"/>
              <a:ext cx="11181079" cy="33855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F5CD62-9614-D135-95A9-72EA6B97A76E}"/>
                </a:ext>
              </a:extLst>
            </p:cNvPr>
            <p:cNvSpPr txBox="1"/>
            <p:nvPr/>
          </p:nvSpPr>
          <p:spPr>
            <a:xfrm>
              <a:off x="964042" y="5733237"/>
              <a:ext cx="5532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spc="600" dirty="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INDUSTRY RESEARCH REPORT TEMPLATE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3F4FB5A-2D94-E951-79CC-058DDB7A6067}"/>
                </a:ext>
              </a:extLst>
            </p:cNvPr>
            <p:cNvSpPr txBox="1"/>
            <p:nvPr/>
          </p:nvSpPr>
          <p:spPr>
            <a:xfrm>
              <a:off x="5695950" y="5733237"/>
              <a:ext cx="56927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spc="600" dirty="0">
                  <a:solidFill>
                    <a:schemeClr val="bg2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INDUSTRY RESEARCH REPORT TEMPLATE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8EBF805-457F-7AF5-5A96-131A341C7C78}"/>
                </a:ext>
              </a:extLst>
            </p:cNvPr>
            <p:cNvSpPr/>
            <p:nvPr/>
          </p:nvSpPr>
          <p:spPr>
            <a:xfrm>
              <a:off x="6117431" y="5826978"/>
              <a:ext cx="58738" cy="5873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0049C71E-1A53-5367-0717-5CDFB4A058A3}"/>
              </a:ext>
            </a:extLst>
          </p:cNvPr>
          <p:cNvSpPr txBox="1"/>
          <p:nvPr/>
        </p:nvSpPr>
        <p:spPr>
          <a:xfrm>
            <a:off x="993070" y="1920831"/>
            <a:ext cx="432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营销策划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行业调研 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数据报告</a:t>
            </a:r>
            <a:endParaRPr lang="zh-CN" altLang="en-US" sz="1400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60EA67AF-4DCF-BC7C-3FD5-6AA8EF95E622}"/>
              </a:ext>
            </a:extLst>
          </p:cNvPr>
          <p:cNvGrpSpPr/>
          <p:nvPr/>
        </p:nvGrpSpPr>
        <p:grpSpPr>
          <a:xfrm>
            <a:off x="7196078" y="1449758"/>
            <a:ext cx="4718680" cy="4237312"/>
            <a:chOff x="2948546" y="1647186"/>
            <a:chExt cx="4718680" cy="4237312"/>
          </a:xfrm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3CB51E07-07D9-2935-030A-EB60582D63FF}"/>
                </a:ext>
              </a:extLst>
            </p:cNvPr>
            <p:cNvGrpSpPr/>
            <p:nvPr/>
          </p:nvGrpSpPr>
          <p:grpSpPr>
            <a:xfrm>
              <a:off x="4529343" y="5196308"/>
              <a:ext cx="1294000" cy="670322"/>
              <a:chOff x="4474888" y="5214176"/>
              <a:chExt cx="1294000" cy="670322"/>
            </a:xfrm>
          </p:grpSpPr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4AF45614-2E6B-27E3-B2E0-68C9B321A3FD}"/>
                  </a:ext>
                </a:extLst>
              </p:cNvPr>
              <p:cNvGrpSpPr/>
              <p:nvPr/>
            </p:nvGrpSpPr>
            <p:grpSpPr>
              <a:xfrm>
                <a:off x="4474888" y="5320556"/>
                <a:ext cx="865093" cy="563942"/>
                <a:chOff x="4474888" y="5320556"/>
                <a:chExt cx="865093" cy="563942"/>
              </a:xfrm>
            </p:grpSpPr>
            <p:sp>
              <p:nvSpPr>
                <p:cNvPr id="302" name="任意多边形: 形状 301">
                  <a:extLst>
                    <a:ext uri="{FF2B5EF4-FFF2-40B4-BE49-F238E27FC236}">
                      <a16:creationId xmlns:a16="http://schemas.microsoft.com/office/drawing/2014/main" id="{7180A8A7-07CD-ED56-EA26-244908AA87AD}"/>
                    </a:ext>
                  </a:extLst>
                </p:cNvPr>
                <p:cNvSpPr/>
                <p:nvPr/>
              </p:nvSpPr>
              <p:spPr>
                <a:xfrm>
                  <a:off x="4474888" y="5320556"/>
                  <a:ext cx="865093" cy="563942"/>
                </a:xfrm>
                <a:custGeom>
                  <a:avLst/>
                  <a:gdLst>
                    <a:gd name="connsiteX0" fmla="*/ 829117 w 865093"/>
                    <a:gd name="connsiteY0" fmla="*/ 0 h 563942"/>
                    <a:gd name="connsiteX1" fmla="*/ 865093 w 865093"/>
                    <a:gd name="connsiteY1" fmla="*/ 0 h 563942"/>
                    <a:gd name="connsiteX2" fmla="*/ 865093 w 865093"/>
                    <a:gd name="connsiteY2" fmla="*/ 563942 h 563942"/>
                    <a:gd name="connsiteX3" fmla="*/ 829117 w 865093"/>
                    <a:gd name="connsiteY3" fmla="*/ 563942 h 563942"/>
                    <a:gd name="connsiteX4" fmla="*/ 35976 w 865093"/>
                    <a:gd name="connsiteY4" fmla="*/ 563942 h 563942"/>
                    <a:gd name="connsiteX5" fmla="*/ 0 w 865093"/>
                    <a:gd name="connsiteY5" fmla="*/ 563942 h 563942"/>
                    <a:gd name="connsiteX6" fmla="*/ 0 w 865093"/>
                    <a:gd name="connsiteY6" fmla="*/ 0 h 563942"/>
                    <a:gd name="connsiteX7" fmla="*/ 35976 w 865093"/>
                    <a:gd name="connsiteY7" fmla="*/ 0 h 56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5093" h="563942">
                      <a:moveTo>
                        <a:pt x="829117" y="0"/>
                      </a:moveTo>
                      <a:cubicBezTo>
                        <a:pt x="848986" y="0"/>
                        <a:pt x="865093" y="0"/>
                        <a:pt x="865093" y="0"/>
                      </a:cubicBezTo>
                      <a:lnTo>
                        <a:pt x="865093" y="563942"/>
                      </a:lnTo>
                      <a:cubicBezTo>
                        <a:pt x="865093" y="563942"/>
                        <a:pt x="848986" y="563942"/>
                        <a:pt x="829117" y="563942"/>
                      </a:cubicBezTo>
                      <a:lnTo>
                        <a:pt x="35976" y="563942"/>
                      </a:lnTo>
                      <a:cubicBezTo>
                        <a:pt x="16107" y="563942"/>
                        <a:pt x="0" y="563942"/>
                        <a:pt x="0" y="56394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3" name="任意多边形: 形状 302">
                  <a:extLst>
                    <a:ext uri="{FF2B5EF4-FFF2-40B4-BE49-F238E27FC236}">
                      <a16:creationId xmlns:a16="http://schemas.microsoft.com/office/drawing/2014/main" id="{8732178F-9C76-6A0E-DFA8-2B15D7615534}"/>
                    </a:ext>
                  </a:extLst>
                </p:cNvPr>
                <p:cNvSpPr/>
                <p:nvPr/>
              </p:nvSpPr>
              <p:spPr>
                <a:xfrm>
                  <a:off x="4474888" y="5320556"/>
                  <a:ext cx="865093" cy="563942"/>
                </a:xfrm>
                <a:custGeom>
                  <a:avLst/>
                  <a:gdLst>
                    <a:gd name="connsiteX0" fmla="*/ 829117 w 865093"/>
                    <a:gd name="connsiteY0" fmla="*/ 0 h 563942"/>
                    <a:gd name="connsiteX1" fmla="*/ 865093 w 865093"/>
                    <a:gd name="connsiteY1" fmla="*/ 0 h 563942"/>
                    <a:gd name="connsiteX2" fmla="*/ 865093 w 865093"/>
                    <a:gd name="connsiteY2" fmla="*/ 563942 h 563942"/>
                    <a:gd name="connsiteX3" fmla="*/ 829117 w 865093"/>
                    <a:gd name="connsiteY3" fmla="*/ 563942 h 563942"/>
                    <a:gd name="connsiteX4" fmla="*/ 35976 w 865093"/>
                    <a:gd name="connsiteY4" fmla="*/ 563942 h 563942"/>
                    <a:gd name="connsiteX5" fmla="*/ 0 w 865093"/>
                    <a:gd name="connsiteY5" fmla="*/ 563942 h 563942"/>
                    <a:gd name="connsiteX6" fmla="*/ 0 w 865093"/>
                    <a:gd name="connsiteY6" fmla="*/ 0 h 563942"/>
                    <a:gd name="connsiteX7" fmla="*/ 35976 w 865093"/>
                    <a:gd name="connsiteY7" fmla="*/ 0 h 56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5093" h="563942">
                      <a:moveTo>
                        <a:pt x="829117" y="0"/>
                      </a:moveTo>
                      <a:cubicBezTo>
                        <a:pt x="848986" y="0"/>
                        <a:pt x="865093" y="0"/>
                        <a:pt x="865093" y="0"/>
                      </a:cubicBezTo>
                      <a:lnTo>
                        <a:pt x="865093" y="563942"/>
                      </a:lnTo>
                      <a:cubicBezTo>
                        <a:pt x="865093" y="563942"/>
                        <a:pt x="848986" y="563942"/>
                        <a:pt x="829117" y="563942"/>
                      </a:cubicBezTo>
                      <a:lnTo>
                        <a:pt x="35976" y="563942"/>
                      </a:lnTo>
                      <a:cubicBezTo>
                        <a:pt x="16107" y="563942"/>
                        <a:pt x="0" y="563942"/>
                        <a:pt x="0" y="56394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508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4" name="任意多边形: 形状 303">
                  <a:extLst>
                    <a:ext uri="{FF2B5EF4-FFF2-40B4-BE49-F238E27FC236}">
                      <a16:creationId xmlns:a16="http://schemas.microsoft.com/office/drawing/2014/main" id="{6F1B1BF6-010B-A898-3BBF-EA0180BA5E7B}"/>
                    </a:ext>
                  </a:extLst>
                </p:cNvPr>
                <p:cNvSpPr/>
                <p:nvPr/>
              </p:nvSpPr>
              <p:spPr>
                <a:xfrm>
                  <a:off x="4657151" y="5410019"/>
                  <a:ext cx="510931" cy="32521"/>
                </a:xfrm>
                <a:custGeom>
                  <a:avLst/>
                  <a:gdLst>
                    <a:gd name="connsiteX0" fmla="*/ 0 w 510931"/>
                    <a:gd name="connsiteY0" fmla="*/ 0 h 32521"/>
                    <a:gd name="connsiteX1" fmla="*/ 510931 w 510931"/>
                    <a:gd name="connsiteY1" fmla="*/ 0 h 32521"/>
                    <a:gd name="connsiteX2" fmla="*/ 510931 w 510931"/>
                    <a:gd name="connsiteY2" fmla="*/ 32522 h 32521"/>
                    <a:gd name="connsiteX3" fmla="*/ 0 w 510931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0931" h="32521">
                      <a:moveTo>
                        <a:pt x="0" y="0"/>
                      </a:moveTo>
                      <a:lnTo>
                        <a:pt x="510931" y="0"/>
                      </a:lnTo>
                      <a:lnTo>
                        <a:pt x="51093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5" name="任意多边形: 形状 304">
                  <a:extLst>
                    <a:ext uri="{FF2B5EF4-FFF2-40B4-BE49-F238E27FC236}">
                      <a16:creationId xmlns:a16="http://schemas.microsoft.com/office/drawing/2014/main" id="{70DF2683-5612-206D-C949-5B2C3A47263D}"/>
                    </a:ext>
                  </a:extLst>
                </p:cNvPr>
                <p:cNvSpPr/>
                <p:nvPr/>
              </p:nvSpPr>
              <p:spPr>
                <a:xfrm>
                  <a:off x="4569950" y="5403944"/>
                  <a:ext cx="44791" cy="44791"/>
                </a:xfrm>
                <a:custGeom>
                  <a:avLst/>
                  <a:gdLst>
                    <a:gd name="connsiteX0" fmla="*/ 44792 w 44791"/>
                    <a:gd name="connsiteY0" fmla="*/ 22277 h 44791"/>
                    <a:gd name="connsiteX1" fmla="*/ 22515 w 44791"/>
                    <a:gd name="connsiteY1" fmla="*/ 44791 h 44791"/>
                    <a:gd name="connsiteX2" fmla="*/ 0 w 44791"/>
                    <a:gd name="connsiteY2" fmla="*/ 22515 h 44791"/>
                    <a:gd name="connsiteX3" fmla="*/ 22277 w 44791"/>
                    <a:gd name="connsiteY3" fmla="*/ 0 h 44791"/>
                    <a:gd name="connsiteX4" fmla="*/ 22515 w 44791"/>
                    <a:gd name="connsiteY4" fmla="*/ 0 h 44791"/>
                    <a:gd name="connsiteX5" fmla="*/ 44792 w 44791"/>
                    <a:gd name="connsiteY5" fmla="*/ 22277 h 44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791" h="44791">
                      <a:moveTo>
                        <a:pt x="44792" y="22277"/>
                      </a:moveTo>
                      <a:cubicBezTo>
                        <a:pt x="44863" y="34642"/>
                        <a:pt x="34880" y="44720"/>
                        <a:pt x="22515" y="44791"/>
                      </a:cubicBezTo>
                      <a:cubicBezTo>
                        <a:pt x="10150" y="44851"/>
                        <a:pt x="72" y="34880"/>
                        <a:pt x="0" y="22515"/>
                      </a:cubicBezTo>
                      <a:cubicBezTo>
                        <a:pt x="-59" y="10150"/>
                        <a:pt x="9912" y="72"/>
                        <a:pt x="22277" y="0"/>
                      </a:cubicBezTo>
                      <a:cubicBezTo>
                        <a:pt x="22360" y="0"/>
                        <a:pt x="22432" y="0"/>
                        <a:pt x="22515" y="0"/>
                      </a:cubicBezTo>
                      <a:cubicBezTo>
                        <a:pt x="34785" y="60"/>
                        <a:pt x="44732" y="9995"/>
                        <a:pt x="44792" y="222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6" name="任意多边形: 形状 305">
                  <a:extLst>
                    <a:ext uri="{FF2B5EF4-FFF2-40B4-BE49-F238E27FC236}">
                      <a16:creationId xmlns:a16="http://schemas.microsoft.com/office/drawing/2014/main" id="{04B3E797-A416-6A0D-CB17-0F859A0732DE}"/>
                    </a:ext>
                  </a:extLst>
                </p:cNvPr>
                <p:cNvSpPr/>
                <p:nvPr/>
              </p:nvSpPr>
              <p:spPr>
                <a:xfrm>
                  <a:off x="4594729" y="5518067"/>
                  <a:ext cx="283519" cy="283519"/>
                </a:xfrm>
                <a:custGeom>
                  <a:avLst/>
                  <a:gdLst>
                    <a:gd name="connsiteX0" fmla="*/ 0 w 283519"/>
                    <a:gd name="connsiteY0" fmla="*/ 0 h 283519"/>
                    <a:gd name="connsiteX1" fmla="*/ 283520 w 283519"/>
                    <a:gd name="connsiteY1" fmla="*/ 0 h 283519"/>
                    <a:gd name="connsiteX2" fmla="*/ 283520 w 283519"/>
                    <a:gd name="connsiteY2" fmla="*/ 283520 h 283519"/>
                    <a:gd name="connsiteX3" fmla="*/ 0 w 283519"/>
                    <a:gd name="connsiteY3" fmla="*/ 283520 h 283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519" h="283519">
                      <a:moveTo>
                        <a:pt x="0" y="0"/>
                      </a:moveTo>
                      <a:lnTo>
                        <a:pt x="283520" y="0"/>
                      </a:lnTo>
                      <a:lnTo>
                        <a:pt x="283520" y="283520"/>
                      </a:lnTo>
                      <a:lnTo>
                        <a:pt x="0" y="283520"/>
                      </a:lnTo>
                      <a:close/>
                    </a:path>
                  </a:pathLst>
                </a:custGeom>
                <a:solidFill>
                  <a:schemeClr val="accent1">
                    <a:lumMod val="9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7" name="任意多边形: 形状 306">
                  <a:extLst>
                    <a:ext uri="{FF2B5EF4-FFF2-40B4-BE49-F238E27FC236}">
                      <a16:creationId xmlns:a16="http://schemas.microsoft.com/office/drawing/2014/main" id="{71F5469E-E0D2-A787-8348-D89E1193A7A8}"/>
                    </a:ext>
                  </a:extLst>
                </p:cNvPr>
                <p:cNvSpPr/>
                <p:nvPr/>
              </p:nvSpPr>
              <p:spPr>
                <a:xfrm>
                  <a:off x="4610930" y="5534387"/>
                  <a:ext cx="250998" cy="250998"/>
                </a:xfrm>
                <a:custGeom>
                  <a:avLst/>
                  <a:gdLst>
                    <a:gd name="connsiteX0" fmla="*/ 0 w 250998"/>
                    <a:gd name="connsiteY0" fmla="*/ 0 h 250998"/>
                    <a:gd name="connsiteX1" fmla="*/ 250999 w 250998"/>
                    <a:gd name="connsiteY1" fmla="*/ 0 h 250998"/>
                    <a:gd name="connsiteX2" fmla="*/ 250999 w 250998"/>
                    <a:gd name="connsiteY2" fmla="*/ 250999 h 250998"/>
                    <a:gd name="connsiteX3" fmla="*/ 0 w 250998"/>
                    <a:gd name="connsiteY3" fmla="*/ 250999 h 25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0998" h="250998">
                      <a:moveTo>
                        <a:pt x="0" y="0"/>
                      </a:moveTo>
                      <a:lnTo>
                        <a:pt x="250999" y="0"/>
                      </a:lnTo>
                      <a:lnTo>
                        <a:pt x="250999" y="250999"/>
                      </a:lnTo>
                      <a:lnTo>
                        <a:pt x="0" y="250999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任意多边形: 形状 307">
                  <a:extLst>
                    <a:ext uri="{FF2B5EF4-FFF2-40B4-BE49-F238E27FC236}">
                      <a16:creationId xmlns:a16="http://schemas.microsoft.com/office/drawing/2014/main" id="{6BA861A9-DBDB-281E-5630-C4B5A7B9DC3F}"/>
                    </a:ext>
                  </a:extLst>
                </p:cNvPr>
                <p:cNvSpPr/>
                <p:nvPr/>
              </p:nvSpPr>
              <p:spPr>
                <a:xfrm>
                  <a:off x="4610930" y="5534387"/>
                  <a:ext cx="250998" cy="250998"/>
                </a:xfrm>
                <a:custGeom>
                  <a:avLst/>
                  <a:gdLst>
                    <a:gd name="connsiteX0" fmla="*/ 0 w 250998"/>
                    <a:gd name="connsiteY0" fmla="*/ 0 h 250998"/>
                    <a:gd name="connsiteX1" fmla="*/ 250999 w 250998"/>
                    <a:gd name="connsiteY1" fmla="*/ 0 h 250998"/>
                    <a:gd name="connsiteX2" fmla="*/ 250999 w 250998"/>
                    <a:gd name="connsiteY2" fmla="*/ 250999 h 250998"/>
                    <a:gd name="connsiteX3" fmla="*/ 0 w 250998"/>
                    <a:gd name="connsiteY3" fmla="*/ 250999 h 25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0998" h="250998">
                      <a:moveTo>
                        <a:pt x="0" y="0"/>
                      </a:moveTo>
                      <a:lnTo>
                        <a:pt x="250999" y="0"/>
                      </a:lnTo>
                      <a:lnTo>
                        <a:pt x="250999" y="250999"/>
                      </a:lnTo>
                      <a:lnTo>
                        <a:pt x="0" y="250999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9" name="任意多边形: 形状 308">
                  <a:extLst>
                    <a:ext uri="{FF2B5EF4-FFF2-40B4-BE49-F238E27FC236}">
                      <a16:creationId xmlns:a16="http://schemas.microsoft.com/office/drawing/2014/main" id="{B72BFA27-9A2E-787E-87DA-5D751EF96BDD}"/>
                    </a:ext>
                  </a:extLst>
                </p:cNvPr>
                <p:cNvSpPr/>
                <p:nvPr/>
              </p:nvSpPr>
              <p:spPr>
                <a:xfrm>
                  <a:off x="4610930" y="5635287"/>
                  <a:ext cx="250998" cy="150098"/>
                </a:xfrm>
                <a:custGeom>
                  <a:avLst/>
                  <a:gdLst>
                    <a:gd name="connsiteX0" fmla="*/ 0 w 250998"/>
                    <a:gd name="connsiteY0" fmla="*/ 150099 h 150098"/>
                    <a:gd name="connsiteX1" fmla="*/ 85294 w 250998"/>
                    <a:gd name="connsiteY1" fmla="*/ 36691 h 150098"/>
                    <a:gd name="connsiteX2" fmla="*/ 141641 w 250998"/>
                    <a:gd name="connsiteY2" fmla="*/ 75288 h 150098"/>
                    <a:gd name="connsiteX3" fmla="*/ 209781 w 250998"/>
                    <a:gd name="connsiteY3" fmla="*/ 0 h 150098"/>
                    <a:gd name="connsiteX4" fmla="*/ 250998 w 250998"/>
                    <a:gd name="connsiteY4" fmla="*/ 38597 h 150098"/>
                    <a:gd name="connsiteX5" fmla="*/ 250998 w 250998"/>
                    <a:gd name="connsiteY5" fmla="*/ 150099 h 150098"/>
                    <a:gd name="connsiteX6" fmla="*/ 0 w 250998"/>
                    <a:gd name="connsiteY6" fmla="*/ 150099 h 150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998" h="150098">
                      <a:moveTo>
                        <a:pt x="0" y="150099"/>
                      </a:moveTo>
                      <a:lnTo>
                        <a:pt x="85294" y="36691"/>
                      </a:lnTo>
                      <a:lnTo>
                        <a:pt x="141641" y="75288"/>
                      </a:lnTo>
                      <a:lnTo>
                        <a:pt x="209781" y="0"/>
                      </a:lnTo>
                      <a:lnTo>
                        <a:pt x="250998" y="38597"/>
                      </a:lnTo>
                      <a:lnTo>
                        <a:pt x="250998" y="150099"/>
                      </a:lnTo>
                      <a:lnTo>
                        <a:pt x="0" y="15009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61E9ABB5-332E-CB73-25C0-33F21865A124}"/>
                  </a:ext>
                </a:extLst>
              </p:cNvPr>
              <p:cNvGrpSpPr/>
              <p:nvPr/>
            </p:nvGrpSpPr>
            <p:grpSpPr>
              <a:xfrm>
                <a:off x="4740593" y="5214176"/>
                <a:ext cx="1028295" cy="670322"/>
                <a:chOff x="6341300" y="5166781"/>
                <a:chExt cx="1028295" cy="670322"/>
              </a:xfrm>
            </p:grpSpPr>
            <p:sp>
              <p:nvSpPr>
                <p:cNvPr id="286" name="任意多边形: 形状 285">
                  <a:extLst>
                    <a:ext uri="{FF2B5EF4-FFF2-40B4-BE49-F238E27FC236}">
                      <a16:creationId xmlns:a16="http://schemas.microsoft.com/office/drawing/2014/main" id="{E8D1E42D-6E0C-230C-12DD-D8A1AAE85030}"/>
                    </a:ext>
                  </a:extLst>
                </p:cNvPr>
                <p:cNvSpPr/>
                <p:nvPr/>
              </p:nvSpPr>
              <p:spPr>
                <a:xfrm>
                  <a:off x="6341300" y="5166781"/>
                  <a:ext cx="1028295" cy="670322"/>
                </a:xfrm>
                <a:custGeom>
                  <a:avLst/>
                  <a:gdLst>
                    <a:gd name="connsiteX0" fmla="*/ 992320 w 1028295"/>
                    <a:gd name="connsiteY0" fmla="*/ 0 h 670322"/>
                    <a:gd name="connsiteX1" fmla="*/ 1028296 w 1028295"/>
                    <a:gd name="connsiteY1" fmla="*/ 0 h 670322"/>
                    <a:gd name="connsiteX2" fmla="*/ 1028296 w 1028295"/>
                    <a:gd name="connsiteY2" fmla="*/ 670322 h 670322"/>
                    <a:gd name="connsiteX3" fmla="*/ 992320 w 1028295"/>
                    <a:gd name="connsiteY3" fmla="*/ 670322 h 670322"/>
                    <a:gd name="connsiteX4" fmla="*/ 35976 w 1028295"/>
                    <a:gd name="connsiteY4" fmla="*/ 670322 h 670322"/>
                    <a:gd name="connsiteX5" fmla="*/ 0 w 1028295"/>
                    <a:gd name="connsiteY5" fmla="*/ 670322 h 670322"/>
                    <a:gd name="connsiteX6" fmla="*/ 0 w 1028295"/>
                    <a:gd name="connsiteY6" fmla="*/ 0 h 670322"/>
                    <a:gd name="connsiteX7" fmla="*/ 35976 w 1028295"/>
                    <a:gd name="connsiteY7" fmla="*/ 0 h 670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28295" h="670322">
                      <a:moveTo>
                        <a:pt x="992320" y="0"/>
                      </a:moveTo>
                      <a:cubicBezTo>
                        <a:pt x="1012188" y="0"/>
                        <a:pt x="1028296" y="0"/>
                        <a:pt x="1028296" y="0"/>
                      </a:cubicBezTo>
                      <a:lnTo>
                        <a:pt x="1028296" y="670322"/>
                      </a:lnTo>
                      <a:cubicBezTo>
                        <a:pt x="1028296" y="670322"/>
                        <a:pt x="1012189" y="670322"/>
                        <a:pt x="992320" y="670322"/>
                      </a:cubicBezTo>
                      <a:lnTo>
                        <a:pt x="35976" y="670322"/>
                      </a:lnTo>
                      <a:cubicBezTo>
                        <a:pt x="16107" y="670322"/>
                        <a:pt x="0" y="670322"/>
                        <a:pt x="0" y="67032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635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7" name="任意多边形: 形状 286">
                  <a:extLst>
                    <a:ext uri="{FF2B5EF4-FFF2-40B4-BE49-F238E27FC236}">
                      <a16:creationId xmlns:a16="http://schemas.microsoft.com/office/drawing/2014/main" id="{51F4A8AA-D06D-A785-43A0-D56028CAB8C6}"/>
                    </a:ext>
                  </a:extLst>
                </p:cNvPr>
                <p:cNvSpPr/>
                <p:nvPr/>
              </p:nvSpPr>
              <p:spPr>
                <a:xfrm>
                  <a:off x="6366912" y="5516297"/>
                  <a:ext cx="62183" cy="62183"/>
                </a:xfrm>
                <a:custGeom>
                  <a:avLst/>
                  <a:gdLst>
                    <a:gd name="connsiteX0" fmla="*/ 62184 w 62183"/>
                    <a:gd name="connsiteY0" fmla="*/ 31092 h 62183"/>
                    <a:gd name="connsiteX1" fmla="*/ 31092 w 62183"/>
                    <a:gd name="connsiteY1" fmla="*/ 62184 h 62183"/>
                    <a:gd name="connsiteX2" fmla="*/ 0 w 62183"/>
                    <a:gd name="connsiteY2" fmla="*/ 31092 h 62183"/>
                    <a:gd name="connsiteX3" fmla="*/ 31092 w 62183"/>
                    <a:gd name="connsiteY3" fmla="*/ 0 h 62183"/>
                    <a:gd name="connsiteX4" fmla="*/ 62184 w 62183"/>
                    <a:gd name="connsiteY4" fmla="*/ 31092 h 62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83" h="62183">
                      <a:moveTo>
                        <a:pt x="62184" y="31092"/>
                      </a:moveTo>
                      <a:cubicBezTo>
                        <a:pt x="62184" y="48264"/>
                        <a:pt x="48264" y="62184"/>
                        <a:pt x="31092" y="62184"/>
                      </a:cubicBezTo>
                      <a:cubicBezTo>
                        <a:pt x="13920" y="62184"/>
                        <a:pt x="0" y="48263"/>
                        <a:pt x="0" y="31092"/>
                      </a:cubicBezTo>
                      <a:cubicBezTo>
                        <a:pt x="0" y="13920"/>
                        <a:pt x="13920" y="0"/>
                        <a:pt x="31092" y="0"/>
                      </a:cubicBezTo>
                      <a:cubicBezTo>
                        <a:pt x="48264" y="0"/>
                        <a:pt x="62184" y="13921"/>
                        <a:pt x="62184" y="31092"/>
                      </a:cubicBez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8" name="任意多边形: 形状 287">
                  <a:extLst>
                    <a:ext uri="{FF2B5EF4-FFF2-40B4-BE49-F238E27FC236}">
                      <a16:creationId xmlns:a16="http://schemas.microsoft.com/office/drawing/2014/main" id="{32E0EDD3-D64B-6ACE-3BA4-55245AF5CFD4}"/>
                    </a:ext>
                  </a:extLst>
                </p:cNvPr>
                <p:cNvSpPr/>
                <p:nvPr/>
              </p:nvSpPr>
              <p:spPr>
                <a:xfrm>
                  <a:off x="6600041" y="5580029"/>
                  <a:ext cx="327000" cy="32521"/>
                </a:xfrm>
                <a:custGeom>
                  <a:avLst/>
                  <a:gdLst>
                    <a:gd name="connsiteX0" fmla="*/ 0 w 327000"/>
                    <a:gd name="connsiteY0" fmla="*/ 0 h 32521"/>
                    <a:gd name="connsiteX1" fmla="*/ 327001 w 327000"/>
                    <a:gd name="connsiteY1" fmla="*/ 0 h 32521"/>
                    <a:gd name="connsiteX2" fmla="*/ 327001 w 327000"/>
                    <a:gd name="connsiteY2" fmla="*/ 32522 h 32521"/>
                    <a:gd name="connsiteX3" fmla="*/ 0 w 327000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7000" h="32521">
                      <a:moveTo>
                        <a:pt x="0" y="0"/>
                      </a:moveTo>
                      <a:lnTo>
                        <a:pt x="327001" y="0"/>
                      </a:lnTo>
                      <a:lnTo>
                        <a:pt x="32700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9" name="任意多边形: 形状 288">
                  <a:extLst>
                    <a:ext uri="{FF2B5EF4-FFF2-40B4-BE49-F238E27FC236}">
                      <a16:creationId xmlns:a16="http://schemas.microsoft.com/office/drawing/2014/main" id="{CAB89527-5FA6-2011-27DE-81B49B1F3DD0}"/>
                    </a:ext>
                  </a:extLst>
                </p:cNvPr>
                <p:cNvSpPr/>
                <p:nvPr/>
              </p:nvSpPr>
              <p:spPr>
                <a:xfrm>
                  <a:off x="6600041" y="5668063"/>
                  <a:ext cx="142712" cy="32521"/>
                </a:xfrm>
                <a:custGeom>
                  <a:avLst/>
                  <a:gdLst>
                    <a:gd name="connsiteX0" fmla="*/ 0 w 142712"/>
                    <a:gd name="connsiteY0" fmla="*/ 0 h 32521"/>
                    <a:gd name="connsiteX1" fmla="*/ 142713 w 142712"/>
                    <a:gd name="connsiteY1" fmla="*/ 0 h 32521"/>
                    <a:gd name="connsiteX2" fmla="*/ 142713 w 142712"/>
                    <a:gd name="connsiteY2" fmla="*/ 32521 h 32521"/>
                    <a:gd name="connsiteX3" fmla="*/ 0 w 142712"/>
                    <a:gd name="connsiteY3" fmla="*/ 32521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712" h="32521">
                      <a:moveTo>
                        <a:pt x="0" y="0"/>
                      </a:moveTo>
                      <a:lnTo>
                        <a:pt x="142713" y="0"/>
                      </a:lnTo>
                      <a:lnTo>
                        <a:pt x="142713" y="32521"/>
                      </a:lnTo>
                      <a:lnTo>
                        <a:pt x="0" y="3252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多边形: 形状 289">
                  <a:extLst>
                    <a:ext uri="{FF2B5EF4-FFF2-40B4-BE49-F238E27FC236}">
                      <a16:creationId xmlns:a16="http://schemas.microsoft.com/office/drawing/2014/main" id="{E032A6D5-3EAF-444C-B2D3-CE48FB8CD092}"/>
                    </a:ext>
                  </a:extLst>
                </p:cNvPr>
                <p:cNvSpPr/>
                <p:nvPr/>
              </p:nvSpPr>
              <p:spPr>
                <a:xfrm>
                  <a:off x="6600041" y="5491876"/>
                  <a:ext cx="327000" cy="32521"/>
                </a:xfrm>
                <a:custGeom>
                  <a:avLst/>
                  <a:gdLst>
                    <a:gd name="connsiteX0" fmla="*/ 0 w 327000"/>
                    <a:gd name="connsiteY0" fmla="*/ 0 h 32521"/>
                    <a:gd name="connsiteX1" fmla="*/ 327001 w 327000"/>
                    <a:gd name="connsiteY1" fmla="*/ 0 h 32521"/>
                    <a:gd name="connsiteX2" fmla="*/ 327001 w 327000"/>
                    <a:gd name="connsiteY2" fmla="*/ 32522 h 32521"/>
                    <a:gd name="connsiteX3" fmla="*/ 0 w 327000"/>
                    <a:gd name="connsiteY3" fmla="*/ 32522 h 32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7000" h="32521">
                      <a:moveTo>
                        <a:pt x="0" y="0"/>
                      </a:moveTo>
                      <a:lnTo>
                        <a:pt x="327001" y="0"/>
                      </a:lnTo>
                      <a:lnTo>
                        <a:pt x="327001" y="32522"/>
                      </a:lnTo>
                      <a:lnTo>
                        <a:pt x="0" y="32522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多边形: 形状 290">
                  <a:extLst>
                    <a:ext uri="{FF2B5EF4-FFF2-40B4-BE49-F238E27FC236}">
                      <a16:creationId xmlns:a16="http://schemas.microsoft.com/office/drawing/2014/main" id="{8CEE030E-C657-5DD5-6B40-C710FA59B5B1}"/>
                    </a:ext>
                  </a:extLst>
                </p:cNvPr>
                <p:cNvSpPr/>
                <p:nvPr/>
              </p:nvSpPr>
              <p:spPr>
                <a:xfrm>
                  <a:off x="6341300" y="5166781"/>
                  <a:ext cx="1028295" cy="670322"/>
                </a:xfrm>
                <a:custGeom>
                  <a:avLst/>
                  <a:gdLst>
                    <a:gd name="connsiteX0" fmla="*/ 992320 w 1028295"/>
                    <a:gd name="connsiteY0" fmla="*/ 0 h 670322"/>
                    <a:gd name="connsiteX1" fmla="*/ 1028296 w 1028295"/>
                    <a:gd name="connsiteY1" fmla="*/ 0 h 670322"/>
                    <a:gd name="connsiteX2" fmla="*/ 1028296 w 1028295"/>
                    <a:gd name="connsiteY2" fmla="*/ 670322 h 670322"/>
                    <a:gd name="connsiteX3" fmla="*/ 992320 w 1028295"/>
                    <a:gd name="connsiteY3" fmla="*/ 670322 h 670322"/>
                    <a:gd name="connsiteX4" fmla="*/ 35976 w 1028295"/>
                    <a:gd name="connsiteY4" fmla="*/ 670322 h 670322"/>
                    <a:gd name="connsiteX5" fmla="*/ 0 w 1028295"/>
                    <a:gd name="connsiteY5" fmla="*/ 670322 h 670322"/>
                    <a:gd name="connsiteX6" fmla="*/ 0 w 1028295"/>
                    <a:gd name="connsiteY6" fmla="*/ 0 h 670322"/>
                    <a:gd name="connsiteX7" fmla="*/ 35976 w 1028295"/>
                    <a:gd name="connsiteY7" fmla="*/ 0 h 670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28295" h="670322">
                      <a:moveTo>
                        <a:pt x="992320" y="0"/>
                      </a:moveTo>
                      <a:cubicBezTo>
                        <a:pt x="1012188" y="0"/>
                        <a:pt x="1028296" y="0"/>
                        <a:pt x="1028296" y="0"/>
                      </a:cubicBezTo>
                      <a:lnTo>
                        <a:pt x="1028296" y="670322"/>
                      </a:lnTo>
                      <a:cubicBezTo>
                        <a:pt x="1028296" y="670322"/>
                        <a:pt x="1012189" y="670322"/>
                        <a:pt x="992320" y="670322"/>
                      </a:cubicBezTo>
                      <a:lnTo>
                        <a:pt x="35976" y="670322"/>
                      </a:lnTo>
                      <a:cubicBezTo>
                        <a:pt x="16107" y="670322"/>
                        <a:pt x="0" y="670322"/>
                        <a:pt x="0" y="670322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2" name="任意多边形: 形状 291">
                  <a:extLst>
                    <a:ext uri="{FF2B5EF4-FFF2-40B4-BE49-F238E27FC236}">
                      <a16:creationId xmlns:a16="http://schemas.microsoft.com/office/drawing/2014/main" id="{A8DE0FC8-BB6C-ED2C-D6B0-96468EC957A1}"/>
                    </a:ext>
                  </a:extLst>
                </p:cNvPr>
                <p:cNvSpPr/>
                <p:nvPr/>
              </p:nvSpPr>
              <p:spPr>
                <a:xfrm>
                  <a:off x="6557990" y="5273161"/>
                  <a:ext cx="607304" cy="38596"/>
                </a:xfrm>
                <a:custGeom>
                  <a:avLst/>
                  <a:gdLst>
                    <a:gd name="connsiteX0" fmla="*/ 0 w 607304"/>
                    <a:gd name="connsiteY0" fmla="*/ 0 h 38596"/>
                    <a:gd name="connsiteX1" fmla="*/ 607304 w 607304"/>
                    <a:gd name="connsiteY1" fmla="*/ 0 h 38596"/>
                    <a:gd name="connsiteX2" fmla="*/ 607304 w 607304"/>
                    <a:gd name="connsiteY2" fmla="*/ 38597 h 38596"/>
                    <a:gd name="connsiteX3" fmla="*/ 0 w 607304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304" h="38596">
                      <a:moveTo>
                        <a:pt x="0" y="0"/>
                      </a:moveTo>
                      <a:lnTo>
                        <a:pt x="607304" y="0"/>
                      </a:lnTo>
                      <a:lnTo>
                        <a:pt x="607304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3" name="任意多边形: 形状 292">
                  <a:extLst>
                    <a:ext uri="{FF2B5EF4-FFF2-40B4-BE49-F238E27FC236}">
                      <a16:creationId xmlns:a16="http://schemas.microsoft.com/office/drawing/2014/main" id="{ABB1A316-6A23-87D3-71E2-F60245CE40FE}"/>
                    </a:ext>
                  </a:extLst>
                </p:cNvPr>
                <p:cNvSpPr/>
                <p:nvPr/>
              </p:nvSpPr>
              <p:spPr>
                <a:xfrm>
                  <a:off x="6454469" y="5265894"/>
                  <a:ext cx="53130" cy="53130"/>
                </a:xfrm>
                <a:custGeom>
                  <a:avLst/>
                  <a:gdLst>
                    <a:gd name="connsiteX0" fmla="*/ 53130 w 53130"/>
                    <a:gd name="connsiteY0" fmla="*/ 26565 h 53130"/>
                    <a:gd name="connsiteX1" fmla="*/ 26565 w 53130"/>
                    <a:gd name="connsiteY1" fmla="*/ 53130 h 53130"/>
                    <a:gd name="connsiteX2" fmla="*/ 0 w 53130"/>
                    <a:gd name="connsiteY2" fmla="*/ 26565 h 53130"/>
                    <a:gd name="connsiteX3" fmla="*/ 26565 w 53130"/>
                    <a:gd name="connsiteY3" fmla="*/ 0 h 53130"/>
                    <a:gd name="connsiteX4" fmla="*/ 53130 w 53130"/>
                    <a:gd name="connsiteY4" fmla="*/ 26565 h 5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130" h="53130">
                      <a:moveTo>
                        <a:pt x="53130" y="26565"/>
                      </a:moveTo>
                      <a:cubicBezTo>
                        <a:pt x="53130" y="41236"/>
                        <a:pt x="41237" y="53130"/>
                        <a:pt x="26565" y="53130"/>
                      </a:cubicBezTo>
                      <a:cubicBezTo>
                        <a:pt x="11894" y="53130"/>
                        <a:pt x="0" y="41236"/>
                        <a:pt x="0" y="26565"/>
                      </a:cubicBezTo>
                      <a:cubicBezTo>
                        <a:pt x="0" y="11893"/>
                        <a:pt x="11894" y="0"/>
                        <a:pt x="26565" y="0"/>
                      </a:cubicBezTo>
                      <a:cubicBezTo>
                        <a:pt x="41237" y="0"/>
                        <a:pt x="53130" y="11893"/>
                        <a:pt x="53130" y="265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4" name="任意多边形: 形状 293">
                  <a:extLst>
                    <a:ext uri="{FF2B5EF4-FFF2-40B4-BE49-F238E27FC236}">
                      <a16:creationId xmlns:a16="http://schemas.microsoft.com/office/drawing/2014/main" id="{EED09FAF-0F6D-3810-EA54-1EED076237A1}"/>
                    </a:ext>
                  </a:extLst>
                </p:cNvPr>
                <p:cNvSpPr/>
                <p:nvPr/>
              </p:nvSpPr>
              <p:spPr>
                <a:xfrm>
                  <a:off x="6483774" y="5401579"/>
                  <a:ext cx="337007" cy="337007"/>
                </a:xfrm>
                <a:custGeom>
                  <a:avLst/>
                  <a:gdLst>
                    <a:gd name="connsiteX0" fmla="*/ 0 w 337007"/>
                    <a:gd name="connsiteY0" fmla="*/ 0 h 337007"/>
                    <a:gd name="connsiteX1" fmla="*/ 337007 w 337007"/>
                    <a:gd name="connsiteY1" fmla="*/ 0 h 337007"/>
                    <a:gd name="connsiteX2" fmla="*/ 337007 w 337007"/>
                    <a:gd name="connsiteY2" fmla="*/ 337007 h 337007"/>
                    <a:gd name="connsiteX3" fmla="*/ 0 w 337007"/>
                    <a:gd name="connsiteY3" fmla="*/ 337007 h 337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7007" h="337007">
                      <a:moveTo>
                        <a:pt x="0" y="0"/>
                      </a:moveTo>
                      <a:lnTo>
                        <a:pt x="337007" y="0"/>
                      </a:lnTo>
                      <a:lnTo>
                        <a:pt x="337007" y="337007"/>
                      </a:lnTo>
                      <a:lnTo>
                        <a:pt x="0" y="337007"/>
                      </a:ln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任意多边形: 形状 294">
                  <a:extLst>
                    <a:ext uri="{FF2B5EF4-FFF2-40B4-BE49-F238E27FC236}">
                      <a16:creationId xmlns:a16="http://schemas.microsoft.com/office/drawing/2014/main" id="{DB86CD55-A6C9-CFA4-930D-3EC980A51D54}"/>
                    </a:ext>
                  </a:extLst>
                </p:cNvPr>
                <p:cNvSpPr/>
                <p:nvPr/>
              </p:nvSpPr>
              <p:spPr>
                <a:xfrm>
                  <a:off x="6503073" y="5420877"/>
                  <a:ext cx="298291" cy="298291"/>
                </a:xfrm>
                <a:custGeom>
                  <a:avLst/>
                  <a:gdLst>
                    <a:gd name="connsiteX0" fmla="*/ 0 w 298291"/>
                    <a:gd name="connsiteY0" fmla="*/ 0 h 298291"/>
                    <a:gd name="connsiteX1" fmla="*/ 298292 w 298291"/>
                    <a:gd name="connsiteY1" fmla="*/ 0 h 298291"/>
                    <a:gd name="connsiteX2" fmla="*/ 298292 w 298291"/>
                    <a:gd name="connsiteY2" fmla="*/ 298291 h 298291"/>
                    <a:gd name="connsiteX3" fmla="*/ 0 w 298291"/>
                    <a:gd name="connsiteY3" fmla="*/ 298291 h 2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8291" h="298291">
                      <a:moveTo>
                        <a:pt x="0" y="0"/>
                      </a:moveTo>
                      <a:lnTo>
                        <a:pt x="298292" y="0"/>
                      </a:lnTo>
                      <a:lnTo>
                        <a:pt x="298292" y="298291"/>
                      </a:lnTo>
                      <a:lnTo>
                        <a:pt x="0" y="298291"/>
                      </a:lnTo>
                      <a:close/>
                    </a:path>
                  </a:pathLst>
                </a:custGeom>
                <a:solidFill>
                  <a:srgbClr val="FF5359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6" name="任意多边形: 形状 295">
                  <a:extLst>
                    <a:ext uri="{FF2B5EF4-FFF2-40B4-BE49-F238E27FC236}">
                      <a16:creationId xmlns:a16="http://schemas.microsoft.com/office/drawing/2014/main" id="{3141FF29-8277-756E-CE6A-B74609BE3E29}"/>
                    </a:ext>
                  </a:extLst>
                </p:cNvPr>
                <p:cNvSpPr/>
                <p:nvPr/>
              </p:nvSpPr>
              <p:spPr>
                <a:xfrm>
                  <a:off x="6503073" y="5420877"/>
                  <a:ext cx="298291" cy="298291"/>
                </a:xfrm>
                <a:custGeom>
                  <a:avLst/>
                  <a:gdLst>
                    <a:gd name="connsiteX0" fmla="*/ 0 w 298291"/>
                    <a:gd name="connsiteY0" fmla="*/ 0 h 298291"/>
                    <a:gd name="connsiteX1" fmla="*/ 298292 w 298291"/>
                    <a:gd name="connsiteY1" fmla="*/ 0 h 298291"/>
                    <a:gd name="connsiteX2" fmla="*/ 298292 w 298291"/>
                    <a:gd name="connsiteY2" fmla="*/ 298291 h 298291"/>
                    <a:gd name="connsiteX3" fmla="*/ 0 w 298291"/>
                    <a:gd name="connsiteY3" fmla="*/ 298291 h 2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8291" h="298291">
                      <a:moveTo>
                        <a:pt x="0" y="0"/>
                      </a:moveTo>
                      <a:lnTo>
                        <a:pt x="298292" y="0"/>
                      </a:lnTo>
                      <a:lnTo>
                        <a:pt x="298292" y="298291"/>
                      </a:lnTo>
                      <a:lnTo>
                        <a:pt x="0" y="298291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7" name="任意多边形: 形状 296">
                  <a:extLst>
                    <a:ext uri="{FF2B5EF4-FFF2-40B4-BE49-F238E27FC236}">
                      <a16:creationId xmlns:a16="http://schemas.microsoft.com/office/drawing/2014/main" id="{2A128108-80A0-B5C3-7331-01C4AC0EC273}"/>
                    </a:ext>
                  </a:extLst>
                </p:cNvPr>
                <p:cNvSpPr/>
                <p:nvPr/>
              </p:nvSpPr>
              <p:spPr>
                <a:xfrm>
                  <a:off x="6503073" y="5540837"/>
                  <a:ext cx="298291" cy="178450"/>
                </a:xfrm>
                <a:custGeom>
                  <a:avLst/>
                  <a:gdLst>
                    <a:gd name="connsiteX0" fmla="*/ 0 w 298291"/>
                    <a:gd name="connsiteY0" fmla="*/ 178451 h 178450"/>
                    <a:gd name="connsiteX1" fmla="*/ 101257 w 298291"/>
                    <a:gd name="connsiteY1" fmla="*/ 43600 h 178450"/>
                    <a:gd name="connsiteX2" fmla="*/ 168444 w 298291"/>
                    <a:gd name="connsiteY2" fmla="*/ 89583 h 178450"/>
                    <a:gd name="connsiteX3" fmla="*/ 249331 w 298291"/>
                    <a:gd name="connsiteY3" fmla="*/ 0 h 178450"/>
                    <a:gd name="connsiteX4" fmla="*/ 298291 w 298291"/>
                    <a:gd name="connsiteY4" fmla="*/ 45864 h 178450"/>
                    <a:gd name="connsiteX5" fmla="*/ 298291 w 298291"/>
                    <a:gd name="connsiteY5" fmla="*/ 178451 h 178450"/>
                    <a:gd name="connsiteX6" fmla="*/ 0 w 298291"/>
                    <a:gd name="connsiteY6" fmla="*/ 178451 h 178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8291" h="178450">
                      <a:moveTo>
                        <a:pt x="0" y="178451"/>
                      </a:moveTo>
                      <a:lnTo>
                        <a:pt x="101257" y="43600"/>
                      </a:lnTo>
                      <a:lnTo>
                        <a:pt x="168444" y="89583"/>
                      </a:lnTo>
                      <a:lnTo>
                        <a:pt x="249331" y="0"/>
                      </a:lnTo>
                      <a:lnTo>
                        <a:pt x="298291" y="45864"/>
                      </a:lnTo>
                      <a:lnTo>
                        <a:pt x="298291" y="178451"/>
                      </a:lnTo>
                      <a:lnTo>
                        <a:pt x="0" y="17845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8" name="任意多边形: 形状 297">
                  <a:extLst>
                    <a:ext uri="{FF2B5EF4-FFF2-40B4-BE49-F238E27FC236}">
                      <a16:creationId xmlns:a16="http://schemas.microsoft.com/office/drawing/2014/main" id="{FB932D1F-D2B1-DBC7-AF0C-48CDABC012B9}"/>
                    </a:ext>
                  </a:extLst>
                </p:cNvPr>
                <p:cNvSpPr/>
                <p:nvPr/>
              </p:nvSpPr>
              <p:spPr>
                <a:xfrm>
                  <a:off x="6615289" y="5455662"/>
                  <a:ext cx="73858" cy="73858"/>
                </a:xfrm>
                <a:custGeom>
                  <a:avLst/>
                  <a:gdLst>
                    <a:gd name="connsiteX0" fmla="*/ 73858 w 73858"/>
                    <a:gd name="connsiteY0" fmla="*/ 37048 h 73858"/>
                    <a:gd name="connsiteX1" fmla="*/ 36810 w 73858"/>
                    <a:gd name="connsiteY1" fmla="*/ 73858 h 73858"/>
                    <a:gd name="connsiteX2" fmla="*/ 0 w 73858"/>
                    <a:gd name="connsiteY2" fmla="*/ 36810 h 73858"/>
                    <a:gd name="connsiteX3" fmla="*/ 36929 w 73858"/>
                    <a:gd name="connsiteY3" fmla="*/ 0 h 73858"/>
                    <a:gd name="connsiteX4" fmla="*/ 73858 w 73858"/>
                    <a:gd name="connsiteY4" fmla="*/ 36929 h 73858"/>
                    <a:gd name="connsiteX5" fmla="*/ 73858 w 73858"/>
                    <a:gd name="connsiteY5" fmla="*/ 37048 h 7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58" h="73858">
                      <a:moveTo>
                        <a:pt x="73858" y="37048"/>
                      </a:moveTo>
                      <a:cubicBezTo>
                        <a:pt x="73787" y="57442"/>
                        <a:pt x="57204" y="73930"/>
                        <a:pt x="36810" y="73858"/>
                      </a:cubicBezTo>
                      <a:cubicBezTo>
                        <a:pt x="16416" y="73787"/>
                        <a:pt x="-59" y="57204"/>
                        <a:pt x="0" y="36810"/>
                      </a:cubicBezTo>
                      <a:cubicBezTo>
                        <a:pt x="72" y="16463"/>
                        <a:pt x="16582" y="0"/>
                        <a:pt x="36929" y="0"/>
                      </a:cubicBezTo>
                      <a:cubicBezTo>
                        <a:pt x="57324" y="0"/>
                        <a:pt x="73858" y="16535"/>
                        <a:pt x="73858" y="36929"/>
                      </a:cubicBezTo>
                      <a:cubicBezTo>
                        <a:pt x="73858" y="36965"/>
                        <a:pt x="73858" y="37012"/>
                        <a:pt x="73858" y="370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任意多边形: 形状 298">
                  <a:extLst>
                    <a:ext uri="{FF2B5EF4-FFF2-40B4-BE49-F238E27FC236}">
                      <a16:creationId xmlns:a16="http://schemas.microsoft.com/office/drawing/2014/main" id="{281626DB-1DA7-C9EE-B182-EB312ED4D59B}"/>
                    </a:ext>
                  </a:extLst>
                </p:cNvPr>
                <p:cNvSpPr/>
                <p:nvPr/>
              </p:nvSpPr>
              <p:spPr>
                <a:xfrm>
                  <a:off x="6892377" y="5531426"/>
                  <a:ext cx="388708" cy="38596"/>
                </a:xfrm>
                <a:custGeom>
                  <a:avLst/>
                  <a:gdLst>
                    <a:gd name="connsiteX0" fmla="*/ 0 w 388708"/>
                    <a:gd name="connsiteY0" fmla="*/ 0 h 38596"/>
                    <a:gd name="connsiteX1" fmla="*/ 388708 w 388708"/>
                    <a:gd name="connsiteY1" fmla="*/ 0 h 38596"/>
                    <a:gd name="connsiteX2" fmla="*/ 388708 w 388708"/>
                    <a:gd name="connsiteY2" fmla="*/ 38597 h 38596"/>
                    <a:gd name="connsiteX3" fmla="*/ 0 w 388708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8708" h="38596">
                      <a:moveTo>
                        <a:pt x="0" y="0"/>
                      </a:moveTo>
                      <a:lnTo>
                        <a:pt x="388708" y="0"/>
                      </a:lnTo>
                      <a:lnTo>
                        <a:pt x="388708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0" name="任意多边形: 形状 299">
                  <a:extLst>
                    <a:ext uri="{FF2B5EF4-FFF2-40B4-BE49-F238E27FC236}">
                      <a16:creationId xmlns:a16="http://schemas.microsoft.com/office/drawing/2014/main" id="{0AAA61AF-676F-8D48-9CAE-364CF7C03630}"/>
                    </a:ext>
                  </a:extLst>
                </p:cNvPr>
                <p:cNvSpPr/>
                <p:nvPr/>
              </p:nvSpPr>
              <p:spPr>
                <a:xfrm>
                  <a:off x="6892377" y="5636257"/>
                  <a:ext cx="169635" cy="38596"/>
                </a:xfrm>
                <a:custGeom>
                  <a:avLst/>
                  <a:gdLst>
                    <a:gd name="connsiteX0" fmla="*/ 0 w 169635"/>
                    <a:gd name="connsiteY0" fmla="*/ 0 h 38596"/>
                    <a:gd name="connsiteX1" fmla="*/ 169635 w 169635"/>
                    <a:gd name="connsiteY1" fmla="*/ 0 h 38596"/>
                    <a:gd name="connsiteX2" fmla="*/ 169635 w 169635"/>
                    <a:gd name="connsiteY2" fmla="*/ 38597 h 38596"/>
                    <a:gd name="connsiteX3" fmla="*/ 0 w 169635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635" h="38596">
                      <a:moveTo>
                        <a:pt x="0" y="0"/>
                      </a:moveTo>
                      <a:lnTo>
                        <a:pt x="169635" y="0"/>
                      </a:lnTo>
                      <a:lnTo>
                        <a:pt x="169635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1" name="任意多边形: 形状 300">
                  <a:extLst>
                    <a:ext uri="{FF2B5EF4-FFF2-40B4-BE49-F238E27FC236}">
                      <a16:creationId xmlns:a16="http://schemas.microsoft.com/office/drawing/2014/main" id="{097D2C1B-2592-489E-8BE4-A42B88E98C91}"/>
                    </a:ext>
                  </a:extLst>
                </p:cNvPr>
                <p:cNvSpPr/>
                <p:nvPr/>
              </p:nvSpPr>
              <p:spPr>
                <a:xfrm>
                  <a:off x="6892377" y="5426714"/>
                  <a:ext cx="388708" cy="38596"/>
                </a:xfrm>
                <a:custGeom>
                  <a:avLst/>
                  <a:gdLst>
                    <a:gd name="connsiteX0" fmla="*/ 0 w 388708"/>
                    <a:gd name="connsiteY0" fmla="*/ 0 h 38596"/>
                    <a:gd name="connsiteX1" fmla="*/ 388708 w 388708"/>
                    <a:gd name="connsiteY1" fmla="*/ 0 h 38596"/>
                    <a:gd name="connsiteX2" fmla="*/ 388708 w 388708"/>
                    <a:gd name="connsiteY2" fmla="*/ 38597 h 38596"/>
                    <a:gd name="connsiteX3" fmla="*/ 0 w 388708"/>
                    <a:gd name="connsiteY3" fmla="*/ 38597 h 3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8708" h="38596">
                      <a:moveTo>
                        <a:pt x="0" y="0"/>
                      </a:moveTo>
                      <a:lnTo>
                        <a:pt x="388708" y="0"/>
                      </a:lnTo>
                      <a:lnTo>
                        <a:pt x="388708" y="38597"/>
                      </a:lnTo>
                      <a:lnTo>
                        <a:pt x="0" y="3859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8E9AD5-E8F5-7B71-3E84-A56D86DA2C9F}"/>
                </a:ext>
              </a:extLst>
            </p:cNvPr>
            <p:cNvGrpSpPr/>
            <p:nvPr/>
          </p:nvGrpSpPr>
          <p:grpSpPr>
            <a:xfrm>
              <a:off x="3901772" y="1647186"/>
              <a:ext cx="3765454" cy="2912631"/>
              <a:chOff x="3901772" y="1647186"/>
              <a:chExt cx="3765454" cy="2912631"/>
            </a:xfrm>
          </p:grpSpPr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CEFD57B0-1EFD-82C0-A2A5-CEBAB5B04767}"/>
                  </a:ext>
                </a:extLst>
              </p:cNvPr>
              <p:cNvGrpSpPr/>
              <p:nvPr/>
            </p:nvGrpSpPr>
            <p:grpSpPr>
              <a:xfrm>
                <a:off x="3902607" y="1807768"/>
                <a:ext cx="3764619" cy="2752049"/>
                <a:chOff x="3902607" y="1807768"/>
                <a:chExt cx="3764619" cy="2752049"/>
              </a:xfrm>
            </p:grpSpPr>
            <p:sp>
              <p:nvSpPr>
                <p:cNvPr id="282" name="任意多边形: 形状 281">
                  <a:extLst>
                    <a:ext uri="{FF2B5EF4-FFF2-40B4-BE49-F238E27FC236}">
                      <a16:creationId xmlns:a16="http://schemas.microsoft.com/office/drawing/2014/main" id="{A6205CA3-A4C6-6188-C2CD-64A19C403E8D}"/>
                    </a:ext>
                  </a:extLst>
                </p:cNvPr>
                <p:cNvSpPr/>
                <p:nvPr/>
              </p:nvSpPr>
              <p:spPr>
                <a:xfrm>
                  <a:off x="3902607" y="1807768"/>
                  <a:ext cx="3764619" cy="2752049"/>
                </a:xfrm>
                <a:custGeom>
                  <a:avLst/>
                  <a:gdLst>
                    <a:gd name="connsiteX0" fmla="*/ 3684567 w 3764619"/>
                    <a:gd name="connsiteY0" fmla="*/ 0 h 2904411"/>
                    <a:gd name="connsiteX1" fmla="*/ 3764620 w 3764619"/>
                    <a:gd name="connsiteY1" fmla="*/ 0 h 2904411"/>
                    <a:gd name="connsiteX2" fmla="*/ 3764620 w 3764619"/>
                    <a:gd name="connsiteY2" fmla="*/ 2904411 h 2904411"/>
                    <a:gd name="connsiteX3" fmla="*/ 3684567 w 3764619"/>
                    <a:gd name="connsiteY3" fmla="*/ 2904411 h 2904411"/>
                    <a:gd name="connsiteX4" fmla="*/ 80053 w 3764619"/>
                    <a:gd name="connsiteY4" fmla="*/ 2904411 h 2904411"/>
                    <a:gd name="connsiteX5" fmla="*/ 0 w 3764619"/>
                    <a:gd name="connsiteY5" fmla="*/ 2904411 h 2904411"/>
                    <a:gd name="connsiteX6" fmla="*/ 0 w 3764619"/>
                    <a:gd name="connsiteY6" fmla="*/ 0 h 2904411"/>
                    <a:gd name="connsiteX7" fmla="*/ 80053 w 3764619"/>
                    <a:gd name="connsiteY7" fmla="*/ 0 h 2904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64619" h="2904411">
                      <a:moveTo>
                        <a:pt x="3684567" y="0"/>
                      </a:moveTo>
                      <a:cubicBezTo>
                        <a:pt x="3728779" y="0"/>
                        <a:pt x="3764620" y="0"/>
                        <a:pt x="3764620" y="0"/>
                      </a:cubicBezTo>
                      <a:lnTo>
                        <a:pt x="3764620" y="2904411"/>
                      </a:lnTo>
                      <a:cubicBezTo>
                        <a:pt x="3764620" y="2904411"/>
                        <a:pt x="3728779" y="2904411"/>
                        <a:pt x="3684567" y="2904411"/>
                      </a:cubicBezTo>
                      <a:lnTo>
                        <a:pt x="80053" y="2904411"/>
                      </a:lnTo>
                      <a:cubicBezTo>
                        <a:pt x="35841" y="2904411"/>
                        <a:pt x="0" y="2904411"/>
                        <a:pt x="0" y="2904411"/>
                      </a:cubicBezTo>
                      <a:lnTo>
                        <a:pt x="0" y="0"/>
                      </a:lnTo>
                      <a:cubicBezTo>
                        <a:pt x="0" y="0"/>
                        <a:pt x="35841" y="0"/>
                        <a:pt x="8005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63500" dir="2700004" rotWithShape="0">
                    <a:schemeClr val="bg1">
                      <a:lumMod val="80000"/>
                      <a:alpha val="8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多边形: 形状 282">
                  <a:extLst>
                    <a:ext uri="{FF2B5EF4-FFF2-40B4-BE49-F238E27FC236}">
                      <a16:creationId xmlns:a16="http://schemas.microsoft.com/office/drawing/2014/main" id="{0054561D-911A-4BE7-697B-565A9B191F91}"/>
                    </a:ext>
                  </a:extLst>
                </p:cNvPr>
                <p:cNvSpPr/>
                <p:nvPr/>
              </p:nvSpPr>
              <p:spPr>
                <a:xfrm>
                  <a:off x="3902607" y="1807768"/>
                  <a:ext cx="3764619" cy="2752049"/>
                </a:xfrm>
                <a:custGeom>
                  <a:avLst/>
                  <a:gdLst>
                    <a:gd name="connsiteX0" fmla="*/ 3684567 w 3764619"/>
                    <a:gd name="connsiteY0" fmla="*/ 0 h 2904411"/>
                    <a:gd name="connsiteX1" fmla="*/ 3764620 w 3764619"/>
                    <a:gd name="connsiteY1" fmla="*/ 0 h 2904411"/>
                    <a:gd name="connsiteX2" fmla="*/ 3764620 w 3764619"/>
                    <a:gd name="connsiteY2" fmla="*/ 2904411 h 2904411"/>
                    <a:gd name="connsiteX3" fmla="*/ 3684567 w 3764619"/>
                    <a:gd name="connsiteY3" fmla="*/ 2904411 h 2904411"/>
                    <a:gd name="connsiteX4" fmla="*/ 80053 w 3764619"/>
                    <a:gd name="connsiteY4" fmla="*/ 2904411 h 2904411"/>
                    <a:gd name="connsiteX5" fmla="*/ 0 w 3764619"/>
                    <a:gd name="connsiteY5" fmla="*/ 2904411 h 2904411"/>
                    <a:gd name="connsiteX6" fmla="*/ 0 w 3764619"/>
                    <a:gd name="connsiteY6" fmla="*/ 0 h 2904411"/>
                    <a:gd name="connsiteX7" fmla="*/ 80053 w 3764619"/>
                    <a:gd name="connsiteY7" fmla="*/ 0 h 2904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64619" h="2904411">
                      <a:moveTo>
                        <a:pt x="3684567" y="0"/>
                      </a:moveTo>
                      <a:cubicBezTo>
                        <a:pt x="3728779" y="0"/>
                        <a:pt x="3764620" y="0"/>
                        <a:pt x="3764620" y="0"/>
                      </a:cubicBezTo>
                      <a:lnTo>
                        <a:pt x="3764620" y="2904411"/>
                      </a:lnTo>
                      <a:cubicBezTo>
                        <a:pt x="3764620" y="2904411"/>
                        <a:pt x="3728779" y="2904411"/>
                        <a:pt x="3684567" y="2904411"/>
                      </a:cubicBezTo>
                      <a:lnTo>
                        <a:pt x="80053" y="2904411"/>
                      </a:lnTo>
                      <a:cubicBezTo>
                        <a:pt x="35841" y="2904411"/>
                        <a:pt x="0" y="2904411"/>
                        <a:pt x="0" y="2904411"/>
                      </a:cubicBezTo>
                      <a:lnTo>
                        <a:pt x="0" y="0"/>
                      </a:lnTo>
                      <a:cubicBezTo>
                        <a:pt x="0" y="0"/>
                        <a:pt x="35841" y="0"/>
                        <a:pt x="8005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63500" dir="13500008" rotWithShape="0">
                    <a:schemeClr val="bg1">
                      <a:lumMod val="6107"/>
                      <a:lumOff val="93893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组合 226">
                <a:extLst>
                  <a:ext uri="{FF2B5EF4-FFF2-40B4-BE49-F238E27FC236}">
                    <a16:creationId xmlns:a16="http://schemas.microsoft.com/office/drawing/2014/main" id="{8F9D1DD9-27E9-5E93-DDB0-E5D223EE7232}"/>
                  </a:ext>
                </a:extLst>
              </p:cNvPr>
              <p:cNvGrpSpPr/>
              <p:nvPr/>
            </p:nvGrpSpPr>
            <p:grpSpPr>
              <a:xfrm>
                <a:off x="6503723" y="2234954"/>
                <a:ext cx="845913" cy="395855"/>
                <a:chOff x="6503723" y="2234954"/>
                <a:chExt cx="845913" cy="395855"/>
              </a:xfrm>
            </p:grpSpPr>
            <p:sp>
              <p:nvSpPr>
                <p:cNvPr id="280" name="任意多边形: 形状 279">
                  <a:extLst>
                    <a:ext uri="{FF2B5EF4-FFF2-40B4-BE49-F238E27FC236}">
                      <a16:creationId xmlns:a16="http://schemas.microsoft.com/office/drawing/2014/main" id="{AC60FD6B-B48F-D756-0D49-5AA51E3EFD53}"/>
                    </a:ext>
                  </a:extLst>
                </p:cNvPr>
                <p:cNvSpPr/>
                <p:nvPr/>
              </p:nvSpPr>
              <p:spPr>
                <a:xfrm>
                  <a:off x="6503723" y="223495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6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1" name="任意多边形: 形状 280">
                  <a:extLst>
                    <a:ext uri="{FF2B5EF4-FFF2-40B4-BE49-F238E27FC236}">
                      <a16:creationId xmlns:a16="http://schemas.microsoft.com/office/drawing/2014/main" id="{B764F797-57F4-C0A5-A668-99937C61FEEB}"/>
                    </a:ext>
                  </a:extLst>
                </p:cNvPr>
                <p:cNvSpPr/>
                <p:nvPr/>
              </p:nvSpPr>
              <p:spPr>
                <a:xfrm>
                  <a:off x="6503723" y="223495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6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AAC19C2F-4CA8-4DAC-A939-6FF6437B37C9}"/>
                  </a:ext>
                </a:extLst>
              </p:cNvPr>
              <p:cNvSpPr/>
              <p:nvPr/>
            </p:nvSpPr>
            <p:spPr>
              <a:xfrm>
                <a:off x="6681935" y="2322393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02361FA4-8874-F81F-7A58-755F7BFAF4A1}"/>
                  </a:ext>
                </a:extLst>
              </p:cNvPr>
              <p:cNvSpPr/>
              <p:nvPr/>
            </p:nvSpPr>
            <p:spPr>
              <a:xfrm>
                <a:off x="6596760" y="2422816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70B252E3-55EB-B3AB-26DD-7C66F2D3CE5D}"/>
                  </a:ext>
                </a:extLst>
              </p:cNvPr>
              <p:cNvSpPr/>
              <p:nvPr/>
            </p:nvSpPr>
            <p:spPr>
              <a:xfrm>
                <a:off x="6596760" y="2507276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5080E70D-C207-0AB0-AAFE-5F200AC41F68}"/>
                  </a:ext>
                </a:extLst>
              </p:cNvPr>
              <p:cNvSpPr/>
              <p:nvPr/>
            </p:nvSpPr>
            <p:spPr>
              <a:xfrm>
                <a:off x="6596641" y="2316436"/>
                <a:ext cx="43838" cy="43838"/>
              </a:xfrm>
              <a:custGeom>
                <a:avLst/>
                <a:gdLst>
                  <a:gd name="connsiteX0" fmla="*/ 43838 w 43838"/>
                  <a:gd name="connsiteY0" fmla="*/ 21920 h 43838"/>
                  <a:gd name="connsiteX1" fmla="*/ 21919 w 43838"/>
                  <a:gd name="connsiteY1" fmla="*/ 43839 h 43838"/>
                  <a:gd name="connsiteX2" fmla="*/ 0 w 43838"/>
                  <a:gd name="connsiteY2" fmla="*/ 21920 h 43838"/>
                  <a:gd name="connsiteX3" fmla="*/ 21919 w 43838"/>
                  <a:gd name="connsiteY3" fmla="*/ 0 h 43838"/>
                  <a:gd name="connsiteX4" fmla="*/ 43838 w 43838"/>
                  <a:gd name="connsiteY4" fmla="*/ 21681 h 43838"/>
                  <a:gd name="connsiteX5" fmla="*/ 43838 w 43838"/>
                  <a:gd name="connsiteY5" fmla="*/ 2192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8" h="43838">
                    <a:moveTo>
                      <a:pt x="43838" y="21920"/>
                    </a:moveTo>
                    <a:cubicBezTo>
                      <a:pt x="43838" y="34023"/>
                      <a:pt x="34023" y="43839"/>
                      <a:pt x="21919" y="43839"/>
                    </a:cubicBezTo>
                    <a:cubicBezTo>
                      <a:pt x="9816" y="43839"/>
                      <a:pt x="0" y="34023"/>
                      <a:pt x="0" y="21920"/>
                    </a:cubicBezTo>
                    <a:cubicBezTo>
                      <a:pt x="0" y="9816"/>
                      <a:pt x="9816" y="0"/>
                      <a:pt x="21919" y="0"/>
                    </a:cubicBezTo>
                    <a:cubicBezTo>
                      <a:pt x="33963" y="-71"/>
                      <a:pt x="43767" y="9638"/>
                      <a:pt x="43838" y="21681"/>
                    </a:cubicBezTo>
                    <a:cubicBezTo>
                      <a:pt x="43838" y="21765"/>
                      <a:pt x="43838" y="21836"/>
                      <a:pt x="43838" y="219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1252BEC6-634C-913F-47F6-9AD9C2546E33}"/>
                  </a:ext>
                </a:extLst>
              </p:cNvPr>
              <p:cNvSpPr/>
              <p:nvPr/>
            </p:nvSpPr>
            <p:spPr>
              <a:xfrm>
                <a:off x="3901772" y="1647186"/>
                <a:ext cx="3765454" cy="177259"/>
              </a:xfrm>
              <a:custGeom>
                <a:avLst/>
                <a:gdLst>
                  <a:gd name="connsiteX0" fmla="*/ 57896 w 3765454"/>
                  <a:gd name="connsiteY0" fmla="*/ 0 h 177259"/>
                  <a:gd name="connsiteX1" fmla="*/ 3719234 w 3765454"/>
                  <a:gd name="connsiteY1" fmla="*/ 0 h 177259"/>
                  <a:gd name="connsiteX2" fmla="*/ 3765454 w 3765454"/>
                  <a:gd name="connsiteY2" fmla="*/ 46221 h 177259"/>
                  <a:gd name="connsiteX3" fmla="*/ 3765454 w 3765454"/>
                  <a:gd name="connsiteY3" fmla="*/ 177260 h 177259"/>
                  <a:gd name="connsiteX4" fmla="*/ 3765454 w 3765454"/>
                  <a:gd name="connsiteY4" fmla="*/ 177260 h 177259"/>
                  <a:gd name="connsiteX5" fmla="*/ 0 w 3765454"/>
                  <a:gd name="connsiteY5" fmla="*/ 177260 h 177259"/>
                  <a:gd name="connsiteX6" fmla="*/ 0 w 3765454"/>
                  <a:gd name="connsiteY6" fmla="*/ 177260 h 177259"/>
                  <a:gd name="connsiteX7" fmla="*/ 0 w 3765454"/>
                  <a:gd name="connsiteY7" fmla="*/ 58134 h 177259"/>
                  <a:gd name="connsiteX8" fmla="*/ 57657 w 3765454"/>
                  <a:gd name="connsiteY8" fmla="*/ 0 h 177259"/>
                  <a:gd name="connsiteX9" fmla="*/ 57896 w 3765454"/>
                  <a:gd name="connsiteY9" fmla="*/ 0 h 177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65454" h="177259">
                    <a:moveTo>
                      <a:pt x="57896" y="0"/>
                    </a:moveTo>
                    <a:lnTo>
                      <a:pt x="3719234" y="0"/>
                    </a:lnTo>
                    <a:cubicBezTo>
                      <a:pt x="3744762" y="0"/>
                      <a:pt x="3765454" y="20693"/>
                      <a:pt x="3765454" y="46221"/>
                    </a:cubicBezTo>
                    <a:lnTo>
                      <a:pt x="3765454" y="177260"/>
                    </a:lnTo>
                    <a:lnTo>
                      <a:pt x="3765454" y="177260"/>
                    </a:lnTo>
                    <a:lnTo>
                      <a:pt x="0" y="177260"/>
                    </a:lnTo>
                    <a:lnTo>
                      <a:pt x="0" y="177260"/>
                    </a:lnTo>
                    <a:lnTo>
                      <a:pt x="0" y="58134"/>
                    </a:lnTo>
                    <a:cubicBezTo>
                      <a:pt x="-131" y="26159"/>
                      <a:pt x="25683" y="132"/>
                      <a:pt x="57657" y="0"/>
                    </a:cubicBezTo>
                    <a:cubicBezTo>
                      <a:pt x="57736" y="0"/>
                      <a:pt x="57816" y="0"/>
                      <a:pt x="57896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30A3DE10-6E8F-67C7-2B0F-68D0CFCEA605}"/>
                  </a:ext>
                </a:extLst>
              </p:cNvPr>
              <p:cNvSpPr/>
              <p:nvPr/>
            </p:nvSpPr>
            <p:spPr>
              <a:xfrm>
                <a:off x="7502118" y="1697696"/>
                <a:ext cx="75287" cy="75287"/>
              </a:xfrm>
              <a:custGeom>
                <a:avLst/>
                <a:gdLst>
                  <a:gd name="connsiteX0" fmla="*/ 75288 w 75287"/>
                  <a:gd name="connsiteY0" fmla="*/ 37644 h 75287"/>
                  <a:gd name="connsiteX1" fmla="*/ 37644 w 75287"/>
                  <a:gd name="connsiteY1" fmla="*/ 75288 h 75287"/>
                  <a:gd name="connsiteX2" fmla="*/ 0 w 75287"/>
                  <a:gd name="connsiteY2" fmla="*/ 37644 h 75287"/>
                  <a:gd name="connsiteX3" fmla="*/ 37644 w 75287"/>
                  <a:gd name="connsiteY3" fmla="*/ 0 h 75287"/>
                  <a:gd name="connsiteX4" fmla="*/ 75288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8" y="37644"/>
                    </a:moveTo>
                    <a:cubicBezTo>
                      <a:pt x="75288" y="58431"/>
                      <a:pt x="58431" y="75288"/>
                      <a:pt x="37644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4" y="0"/>
                    </a:cubicBezTo>
                    <a:cubicBezTo>
                      <a:pt x="58407" y="66"/>
                      <a:pt x="75228" y="16880"/>
                      <a:pt x="75288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3869F4CB-B92A-67A6-D0C3-CB19705FF204}"/>
                  </a:ext>
                </a:extLst>
              </p:cNvPr>
              <p:cNvSpPr/>
              <p:nvPr/>
            </p:nvSpPr>
            <p:spPr>
              <a:xfrm>
                <a:off x="7395024" y="1697696"/>
                <a:ext cx="75287" cy="75287"/>
              </a:xfrm>
              <a:custGeom>
                <a:avLst/>
                <a:gdLst>
                  <a:gd name="connsiteX0" fmla="*/ 75287 w 75287"/>
                  <a:gd name="connsiteY0" fmla="*/ 37644 h 75287"/>
                  <a:gd name="connsiteX1" fmla="*/ 37643 w 75287"/>
                  <a:gd name="connsiteY1" fmla="*/ 75288 h 75287"/>
                  <a:gd name="connsiteX2" fmla="*/ 0 w 75287"/>
                  <a:gd name="connsiteY2" fmla="*/ 37644 h 75287"/>
                  <a:gd name="connsiteX3" fmla="*/ 37643 w 75287"/>
                  <a:gd name="connsiteY3" fmla="*/ 0 h 75287"/>
                  <a:gd name="connsiteX4" fmla="*/ 75287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7" y="37644"/>
                    </a:moveTo>
                    <a:cubicBezTo>
                      <a:pt x="75287" y="58431"/>
                      <a:pt x="58431" y="75288"/>
                      <a:pt x="37643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3" y="0"/>
                    </a:cubicBezTo>
                    <a:cubicBezTo>
                      <a:pt x="58431" y="0"/>
                      <a:pt x="75287" y="16856"/>
                      <a:pt x="75287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0094518E-B179-059E-AD76-5D494B983C8F}"/>
                  </a:ext>
                </a:extLst>
              </p:cNvPr>
              <p:cNvSpPr/>
              <p:nvPr/>
            </p:nvSpPr>
            <p:spPr>
              <a:xfrm>
                <a:off x="7288049" y="1697696"/>
                <a:ext cx="75287" cy="75287"/>
              </a:xfrm>
              <a:custGeom>
                <a:avLst/>
                <a:gdLst>
                  <a:gd name="connsiteX0" fmla="*/ 75288 w 75287"/>
                  <a:gd name="connsiteY0" fmla="*/ 37644 h 75287"/>
                  <a:gd name="connsiteX1" fmla="*/ 37644 w 75287"/>
                  <a:gd name="connsiteY1" fmla="*/ 75288 h 75287"/>
                  <a:gd name="connsiteX2" fmla="*/ 0 w 75287"/>
                  <a:gd name="connsiteY2" fmla="*/ 37644 h 75287"/>
                  <a:gd name="connsiteX3" fmla="*/ 37644 w 75287"/>
                  <a:gd name="connsiteY3" fmla="*/ 0 h 75287"/>
                  <a:gd name="connsiteX4" fmla="*/ 75288 w 75287"/>
                  <a:gd name="connsiteY4" fmla="*/ 37644 h 7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7" h="75287">
                    <a:moveTo>
                      <a:pt x="75288" y="37644"/>
                    </a:moveTo>
                    <a:cubicBezTo>
                      <a:pt x="75288" y="58431"/>
                      <a:pt x="58431" y="75288"/>
                      <a:pt x="37644" y="75288"/>
                    </a:cubicBezTo>
                    <a:cubicBezTo>
                      <a:pt x="16856" y="75288"/>
                      <a:pt x="0" y="58431"/>
                      <a:pt x="0" y="37644"/>
                    </a:cubicBezTo>
                    <a:cubicBezTo>
                      <a:pt x="0" y="16856"/>
                      <a:pt x="16856" y="0"/>
                      <a:pt x="37644" y="0"/>
                    </a:cubicBezTo>
                    <a:cubicBezTo>
                      <a:pt x="58431" y="0"/>
                      <a:pt x="75288" y="16856"/>
                      <a:pt x="75288" y="37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8A26D12B-62DF-F0F5-1036-05CD0DB61435}"/>
                  </a:ext>
                </a:extLst>
              </p:cNvPr>
              <p:cNvSpPr/>
              <p:nvPr/>
            </p:nvSpPr>
            <p:spPr>
              <a:xfrm>
                <a:off x="4075578" y="2039707"/>
                <a:ext cx="1064152" cy="2410037"/>
              </a:xfrm>
              <a:custGeom>
                <a:avLst/>
                <a:gdLst>
                  <a:gd name="connsiteX0" fmla="*/ 1064153 w 1064152"/>
                  <a:gd name="connsiteY0" fmla="*/ 2410038 h 2410037"/>
                  <a:gd name="connsiteX1" fmla="*/ 0 w 1064152"/>
                  <a:gd name="connsiteY1" fmla="*/ 2410038 h 2410037"/>
                  <a:gd name="connsiteX2" fmla="*/ 0 w 1064152"/>
                  <a:gd name="connsiteY2" fmla="*/ 0 h 2410037"/>
                  <a:gd name="connsiteX3" fmla="*/ 1064153 w 1064152"/>
                  <a:gd name="connsiteY3" fmla="*/ 0 h 2410037"/>
                  <a:gd name="connsiteX4" fmla="*/ 11913 w 1064152"/>
                  <a:gd name="connsiteY4" fmla="*/ 2398125 h 2410037"/>
                  <a:gd name="connsiteX5" fmla="*/ 1052240 w 1064152"/>
                  <a:gd name="connsiteY5" fmla="*/ 2398125 h 2410037"/>
                  <a:gd name="connsiteX6" fmla="*/ 1052240 w 1064152"/>
                  <a:gd name="connsiteY6" fmla="*/ 11913 h 2410037"/>
                  <a:gd name="connsiteX7" fmla="*/ 11913 w 1064152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152" h="2410037">
                    <a:moveTo>
                      <a:pt x="1064153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153" y="0"/>
                    </a:lnTo>
                    <a:close/>
                    <a:moveTo>
                      <a:pt x="11913" y="2398125"/>
                    </a:moveTo>
                    <a:lnTo>
                      <a:pt x="1052240" y="2398125"/>
                    </a:lnTo>
                    <a:lnTo>
                      <a:pt x="1052240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46862B9D-F7EA-97FF-0183-289710593361}"/>
                  </a:ext>
                </a:extLst>
              </p:cNvPr>
              <p:cNvSpPr/>
              <p:nvPr/>
            </p:nvSpPr>
            <p:spPr>
              <a:xfrm>
                <a:off x="5227884" y="2039707"/>
                <a:ext cx="1064509" cy="2410037"/>
              </a:xfrm>
              <a:custGeom>
                <a:avLst/>
                <a:gdLst>
                  <a:gd name="connsiteX0" fmla="*/ 1064510 w 1064509"/>
                  <a:gd name="connsiteY0" fmla="*/ 2410038 h 2410037"/>
                  <a:gd name="connsiteX1" fmla="*/ 0 w 1064509"/>
                  <a:gd name="connsiteY1" fmla="*/ 2410038 h 2410037"/>
                  <a:gd name="connsiteX2" fmla="*/ 0 w 1064509"/>
                  <a:gd name="connsiteY2" fmla="*/ 0 h 2410037"/>
                  <a:gd name="connsiteX3" fmla="*/ 1064272 w 1064509"/>
                  <a:gd name="connsiteY3" fmla="*/ 0 h 2410037"/>
                  <a:gd name="connsiteX4" fmla="*/ 12151 w 1064509"/>
                  <a:gd name="connsiteY4" fmla="*/ 2398125 h 2410037"/>
                  <a:gd name="connsiteX5" fmla="*/ 1052597 w 1064509"/>
                  <a:gd name="connsiteY5" fmla="*/ 2398125 h 2410037"/>
                  <a:gd name="connsiteX6" fmla="*/ 1052597 w 1064509"/>
                  <a:gd name="connsiteY6" fmla="*/ 11913 h 2410037"/>
                  <a:gd name="connsiteX7" fmla="*/ 11913 w 1064509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509" h="2410037">
                    <a:moveTo>
                      <a:pt x="1064510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272" y="0"/>
                    </a:lnTo>
                    <a:close/>
                    <a:moveTo>
                      <a:pt x="12151" y="2398125"/>
                    </a:moveTo>
                    <a:lnTo>
                      <a:pt x="1052597" y="2398125"/>
                    </a:lnTo>
                    <a:lnTo>
                      <a:pt x="1052597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AC3B7906-71C4-9D8B-C833-23A4AF61E84A}"/>
                  </a:ext>
                </a:extLst>
              </p:cNvPr>
              <p:cNvSpPr/>
              <p:nvPr/>
            </p:nvSpPr>
            <p:spPr>
              <a:xfrm>
                <a:off x="6380666" y="2039707"/>
                <a:ext cx="1064271" cy="2410037"/>
              </a:xfrm>
              <a:custGeom>
                <a:avLst/>
                <a:gdLst>
                  <a:gd name="connsiteX0" fmla="*/ 1064272 w 1064271"/>
                  <a:gd name="connsiteY0" fmla="*/ 2410038 h 2410037"/>
                  <a:gd name="connsiteX1" fmla="*/ 0 w 1064271"/>
                  <a:gd name="connsiteY1" fmla="*/ 2410038 h 2410037"/>
                  <a:gd name="connsiteX2" fmla="*/ 0 w 1064271"/>
                  <a:gd name="connsiteY2" fmla="*/ 0 h 2410037"/>
                  <a:gd name="connsiteX3" fmla="*/ 1064272 w 1064271"/>
                  <a:gd name="connsiteY3" fmla="*/ 0 h 2410037"/>
                  <a:gd name="connsiteX4" fmla="*/ 11913 w 1064271"/>
                  <a:gd name="connsiteY4" fmla="*/ 2398125 h 2410037"/>
                  <a:gd name="connsiteX5" fmla="*/ 1052359 w 1064271"/>
                  <a:gd name="connsiteY5" fmla="*/ 2398125 h 2410037"/>
                  <a:gd name="connsiteX6" fmla="*/ 1052359 w 1064271"/>
                  <a:gd name="connsiteY6" fmla="*/ 11913 h 2410037"/>
                  <a:gd name="connsiteX7" fmla="*/ 11913 w 1064271"/>
                  <a:gd name="connsiteY7" fmla="*/ 11913 h 241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271" h="2410037">
                    <a:moveTo>
                      <a:pt x="1064272" y="2410038"/>
                    </a:moveTo>
                    <a:lnTo>
                      <a:pt x="0" y="2410038"/>
                    </a:lnTo>
                    <a:lnTo>
                      <a:pt x="0" y="0"/>
                    </a:lnTo>
                    <a:lnTo>
                      <a:pt x="1064272" y="0"/>
                    </a:lnTo>
                    <a:close/>
                    <a:moveTo>
                      <a:pt x="11913" y="2398125"/>
                    </a:moveTo>
                    <a:lnTo>
                      <a:pt x="1052359" y="2398125"/>
                    </a:lnTo>
                    <a:lnTo>
                      <a:pt x="1052359" y="11913"/>
                    </a:lnTo>
                    <a:lnTo>
                      <a:pt x="11913" y="11913"/>
                    </a:lnTo>
                    <a:close/>
                  </a:path>
                </a:pathLst>
              </a:custGeom>
              <a:solidFill>
                <a:schemeClr val="tx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39" name="组合 238">
                <a:extLst>
                  <a:ext uri="{FF2B5EF4-FFF2-40B4-BE49-F238E27FC236}">
                    <a16:creationId xmlns:a16="http://schemas.microsoft.com/office/drawing/2014/main" id="{E87B7BF5-A9FA-DDE6-174C-5EEE397821FE}"/>
                  </a:ext>
                </a:extLst>
              </p:cNvPr>
              <p:cNvGrpSpPr/>
              <p:nvPr/>
            </p:nvGrpSpPr>
            <p:grpSpPr>
              <a:xfrm>
                <a:off x="4178264" y="2209104"/>
                <a:ext cx="845913" cy="395855"/>
                <a:chOff x="4178264" y="2209104"/>
                <a:chExt cx="845913" cy="395855"/>
              </a:xfrm>
            </p:grpSpPr>
            <p:sp>
              <p:nvSpPr>
                <p:cNvPr id="278" name="任意多边形: 形状 277">
                  <a:extLst>
                    <a:ext uri="{FF2B5EF4-FFF2-40B4-BE49-F238E27FC236}">
                      <a16:creationId xmlns:a16="http://schemas.microsoft.com/office/drawing/2014/main" id="{AD535857-384A-436A-382C-6EA8A9669E07}"/>
                    </a:ext>
                  </a:extLst>
                </p:cNvPr>
                <p:cNvSpPr/>
                <p:nvPr/>
              </p:nvSpPr>
              <p:spPr>
                <a:xfrm>
                  <a:off x="4178264" y="220910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9" name="任意多边形: 形状 278">
                  <a:extLst>
                    <a:ext uri="{FF2B5EF4-FFF2-40B4-BE49-F238E27FC236}">
                      <a16:creationId xmlns:a16="http://schemas.microsoft.com/office/drawing/2014/main" id="{A4C73B41-8E26-62BB-2711-9B877DEE2838}"/>
                    </a:ext>
                  </a:extLst>
                </p:cNvPr>
                <p:cNvSpPr/>
                <p:nvPr/>
              </p:nvSpPr>
              <p:spPr>
                <a:xfrm>
                  <a:off x="4178264" y="2209104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8C48A4D1-9B7A-1008-974B-19F26B99C362}"/>
                  </a:ext>
                </a:extLst>
              </p:cNvPr>
              <p:cNvSpPr/>
              <p:nvPr/>
            </p:nvSpPr>
            <p:spPr>
              <a:xfrm>
                <a:off x="4356477" y="2296661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5 w 499614"/>
                  <a:gd name="connsiteY1" fmla="*/ 0 h 31806"/>
                  <a:gd name="connsiteX2" fmla="*/ 499615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5" y="0"/>
                    </a:lnTo>
                    <a:lnTo>
                      <a:pt x="499615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1" name="任意多边形: 形状 240">
                <a:extLst>
                  <a:ext uri="{FF2B5EF4-FFF2-40B4-BE49-F238E27FC236}">
                    <a16:creationId xmlns:a16="http://schemas.microsoft.com/office/drawing/2014/main" id="{B6B0FD7D-5C51-E659-0B15-154749FB5281}"/>
                  </a:ext>
                </a:extLst>
              </p:cNvPr>
              <p:cNvSpPr/>
              <p:nvPr/>
            </p:nvSpPr>
            <p:spPr>
              <a:xfrm>
                <a:off x="4271421" y="2397085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2" name="任意多边形: 形状 241">
                <a:extLst>
                  <a:ext uri="{FF2B5EF4-FFF2-40B4-BE49-F238E27FC236}">
                    <a16:creationId xmlns:a16="http://schemas.microsoft.com/office/drawing/2014/main" id="{7FF8D2B6-76F6-F36A-7BD1-A1EE49FD6D90}"/>
                  </a:ext>
                </a:extLst>
              </p:cNvPr>
              <p:cNvSpPr/>
              <p:nvPr/>
            </p:nvSpPr>
            <p:spPr>
              <a:xfrm>
                <a:off x="4271421" y="2481545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2CD2F305-2D24-8677-A10D-D7100BD16E82}"/>
                  </a:ext>
                </a:extLst>
              </p:cNvPr>
              <p:cNvSpPr/>
              <p:nvPr/>
            </p:nvSpPr>
            <p:spPr>
              <a:xfrm>
                <a:off x="4271421" y="2290705"/>
                <a:ext cx="43600" cy="43600"/>
              </a:xfrm>
              <a:custGeom>
                <a:avLst/>
                <a:gdLst>
                  <a:gd name="connsiteX0" fmla="*/ 43600 w 43600"/>
                  <a:gd name="connsiteY0" fmla="*/ 21919 h 43600"/>
                  <a:gd name="connsiteX1" fmla="*/ 21681 w 43600"/>
                  <a:gd name="connsiteY1" fmla="*/ 43600 h 43600"/>
                  <a:gd name="connsiteX2" fmla="*/ 0 w 43600"/>
                  <a:gd name="connsiteY2" fmla="*/ 21681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  <a:gd name="connsiteX5" fmla="*/ 43600 w 43600"/>
                  <a:gd name="connsiteY5" fmla="*/ 21919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00" h="43600">
                    <a:moveTo>
                      <a:pt x="43600" y="21919"/>
                    </a:moveTo>
                    <a:cubicBezTo>
                      <a:pt x="43529" y="33963"/>
                      <a:pt x="33725" y="43672"/>
                      <a:pt x="21681" y="43600"/>
                    </a:cubicBezTo>
                    <a:cubicBezTo>
                      <a:pt x="9638" y="43529"/>
                      <a:pt x="-59" y="33725"/>
                      <a:pt x="0" y="21681"/>
                    </a:cubicBezTo>
                    <a:cubicBezTo>
                      <a:pt x="72" y="9685"/>
                      <a:pt x="9804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ubicBezTo>
                      <a:pt x="43600" y="21836"/>
                      <a:pt x="43600" y="21884"/>
                      <a:pt x="43600" y="219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E9E0BD3E-7D08-7F95-B294-1AF0CAEB90F2}"/>
                  </a:ext>
                </a:extLst>
              </p:cNvPr>
              <p:cNvGrpSpPr/>
              <p:nvPr/>
            </p:nvGrpSpPr>
            <p:grpSpPr>
              <a:xfrm>
                <a:off x="4178264" y="3702706"/>
                <a:ext cx="845913" cy="395855"/>
                <a:chOff x="4178264" y="3702706"/>
                <a:chExt cx="845913" cy="395855"/>
              </a:xfrm>
            </p:grpSpPr>
            <p:sp>
              <p:nvSpPr>
                <p:cNvPr id="276" name="任意多边形: 形状 275">
                  <a:extLst>
                    <a:ext uri="{FF2B5EF4-FFF2-40B4-BE49-F238E27FC236}">
                      <a16:creationId xmlns:a16="http://schemas.microsoft.com/office/drawing/2014/main" id="{7C9F3B95-895B-F846-4668-60107F9C6125}"/>
                    </a:ext>
                  </a:extLst>
                </p:cNvPr>
                <p:cNvSpPr/>
                <p:nvPr/>
              </p:nvSpPr>
              <p:spPr>
                <a:xfrm>
                  <a:off x="4178264" y="3702706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7" name="任意多边形: 形状 276">
                  <a:extLst>
                    <a:ext uri="{FF2B5EF4-FFF2-40B4-BE49-F238E27FC236}">
                      <a16:creationId xmlns:a16="http://schemas.microsoft.com/office/drawing/2014/main" id="{35E3B6CB-AADA-74F4-8DE3-0F983C0207B9}"/>
                    </a:ext>
                  </a:extLst>
                </p:cNvPr>
                <p:cNvSpPr/>
                <p:nvPr/>
              </p:nvSpPr>
              <p:spPr>
                <a:xfrm>
                  <a:off x="4178264" y="3702706"/>
                  <a:ext cx="845913" cy="395855"/>
                </a:xfrm>
                <a:custGeom>
                  <a:avLst/>
                  <a:gdLst>
                    <a:gd name="connsiteX0" fmla="*/ 809938 w 845913"/>
                    <a:gd name="connsiteY0" fmla="*/ 0 h 395855"/>
                    <a:gd name="connsiteX1" fmla="*/ 845914 w 845913"/>
                    <a:gd name="connsiteY1" fmla="*/ 0 h 395855"/>
                    <a:gd name="connsiteX2" fmla="*/ 845914 w 845913"/>
                    <a:gd name="connsiteY2" fmla="*/ 395856 h 395855"/>
                    <a:gd name="connsiteX3" fmla="*/ 809938 w 845913"/>
                    <a:gd name="connsiteY3" fmla="*/ 395856 h 395855"/>
                    <a:gd name="connsiteX4" fmla="*/ 35976 w 845913"/>
                    <a:gd name="connsiteY4" fmla="*/ 395856 h 395855"/>
                    <a:gd name="connsiteX5" fmla="*/ 0 w 845913"/>
                    <a:gd name="connsiteY5" fmla="*/ 395856 h 395855"/>
                    <a:gd name="connsiteX6" fmla="*/ 0 w 845913"/>
                    <a:gd name="connsiteY6" fmla="*/ 0 h 395855"/>
                    <a:gd name="connsiteX7" fmla="*/ 35976 w 845913"/>
                    <a:gd name="connsiteY7" fmla="*/ 0 h 395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395855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395856"/>
                      </a:lnTo>
                      <a:cubicBezTo>
                        <a:pt x="845914" y="395856"/>
                        <a:pt x="829807" y="395856"/>
                        <a:pt x="809938" y="395856"/>
                      </a:cubicBezTo>
                      <a:lnTo>
                        <a:pt x="35976" y="395856"/>
                      </a:lnTo>
                      <a:cubicBezTo>
                        <a:pt x="16107" y="395856"/>
                        <a:pt x="0" y="395856"/>
                        <a:pt x="0" y="395856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83456EBF-D44F-3626-C959-FC6F16F46A88}"/>
                  </a:ext>
                </a:extLst>
              </p:cNvPr>
              <p:cNvSpPr/>
              <p:nvPr/>
            </p:nvSpPr>
            <p:spPr>
              <a:xfrm>
                <a:off x="4356477" y="3790263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5 w 499614"/>
                  <a:gd name="connsiteY1" fmla="*/ 0 h 31806"/>
                  <a:gd name="connsiteX2" fmla="*/ 499615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5" y="0"/>
                    </a:lnTo>
                    <a:lnTo>
                      <a:pt x="499615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6" name="任意多边形: 形状 245">
                <a:extLst>
                  <a:ext uri="{FF2B5EF4-FFF2-40B4-BE49-F238E27FC236}">
                    <a16:creationId xmlns:a16="http://schemas.microsoft.com/office/drawing/2014/main" id="{8F462A6E-FE8E-385E-8595-FB5640937951}"/>
                  </a:ext>
                </a:extLst>
              </p:cNvPr>
              <p:cNvSpPr/>
              <p:nvPr/>
            </p:nvSpPr>
            <p:spPr>
              <a:xfrm>
                <a:off x="4271421" y="3890567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45ACC6F0-FF71-1230-D376-F60771A6599C}"/>
                  </a:ext>
                </a:extLst>
              </p:cNvPr>
              <p:cNvSpPr/>
              <p:nvPr/>
            </p:nvSpPr>
            <p:spPr>
              <a:xfrm>
                <a:off x="4271421" y="3975028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8" name="任意多边形: 形状 247">
                <a:extLst>
                  <a:ext uri="{FF2B5EF4-FFF2-40B4-BE49-F238E27FC236}">
                    <a16:creationId xmlns:a16="http://schemas.microsoft.com/office/drawing/2014/main" id="{90CFB95F-F91C-9334-5BA5-C64E9D3BE57D}"/>
                  </a:ext>
                </a:extLst>
              </p:cNvPr>
              <p:cNvSpPr/>
              <p:nvPr/>
            </p:nvSpPr>
            <p:spPr>
              <a:xfrm>
                <a:off x="4271421" y="3784307"/>
                <a:ext cx="43600" cy="43600"/>
              </a:xfrm>
              <a:custGeom>
                <a:avLst/>
                <a:gdLst>
                  <a:gd name="connsiteX0" fmla="*/ 43600 w 43600"/>
                  <a:gd name="connsiteY0" fmla="*/ 21800 h 43600"/>
                  <a:gd name="connsiteX1" fmla="*/ 21800 w 43600"/>
                  <a:gd name="connsiteY1" fmla="*/ 43600 h 43600"/>
                  <a:gd name="connsiteX2" fmla="*/ 0 w 43600"/>
                  <a:gd name="connsiteY2" fmla="*/ 21800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00" h="43600">
                    <a:moveTo>
                      <a:pt x="43600" y="21800"/>
                    </a:moveTo>
                    <a:cubicBezTo>
                      <a:pt x="43600" y="33844"/>
                      <a:pt x="33844" y="43600"/>
                      <a:pt x="21800" y="43600"/>
                    </a:cubicBezTo>
                    <a:cubicBezTo>
                      <a:pt x="9756" y="43600"/>
                      <a:pt x="0" y="33844"/>
                      <a:pt x="0" y="21800"/>
                    </a:cubicBezTo>
                    <a:cubicBezTo>
                      <a:pt x="0" y="9756"/>
                      <a:pt x="9756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C0966E5F-24F7-BFD4-8040-D43392F2C173}"/>
                  </a:ext>
                </a:extLst>
              </p:cNvPr>
              <p:cNvGrpSpPr/>
              <p:nvPr/>
            </p:nvGrpSpPr>
            <p:grpSpPr>
              <a:xfrm>
                <a:off x="5337241" y="2909207"/>
                <a:ext cx="845913" cy="551434"/>
                <a:chOff x="5337241" y="2909207"/>
                <a:chExt cx="845913" cy="551434"/>
              </a:xfrm>
            </p:grpSpPr>
            <p:sp>
              <p:nvSpPr>
                <p:cNvPr id="274" name="任意多边形: 形状 273">
                  <a:extLst>
                    <a:ext uri="{FF2B5EF4-FFF2-40B4-BE49-F238E27FC236}">
                      <a16:creationId xmlns:a16="http://schemas.microsoft.com/office/drawing/2014/main" id="{15782657-5060-7CC6-94E5-9EC583088808}"/>
                    </a:ext>
                  </a:extLst>
                </p:cNvPr>
                <p:cNvSpPr/>
                <p:nvPr/>
              </p:nvSpPr>
              <p:spPr>
                <a:xfrm>
                  <a:off x="5337241" y="2909207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>
                  <a:extLst>
                    <a:ext uri="{FF2B5EF4-FFF2-40B4-BE49-F238E27FC236}">
                      <a16:creationId xmlns:a16="http://schemas.microsoft.com/office/drawing/2014/main" id="{138CFBD9-58B9-E67D-52A0-43AD1D73B260}"/>
                    </a:ext>
                  </a:extLst>
                </p:cNvPr>
                <p:cNvSpPr/>
                <p:nvPr/>
              </p:nvSpPr>
              <p:spPr>
                <a:xfrm>
                  <a:off x="5337241" y="2909207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0" name="任意多边形: 形状 249">
                <a:extLst>
                  <a:ext uri="{FF2B5EF4-FFF2-40B4-BE49-F238E27FC236}">
                    <a16:creationId xmlns:a16="http://schemas.microsoft.com/office/drawing/2014/main" id="{32E352C3-7B57-87C2-1681-B4B1F7387375}"/>
                  </a:ext>
                </a:extLst>
              </p:cNvPr>
              <p:cNvSpPr/>
              <p:nvPr/>
            </p:nvSpPr>
            <p:spPr>
              <a:xfrm>
                <a:off x="5515454" y="2996765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774194A8-2EB8-B3E7-FA26-D3B546ED0784}"/>
                  </a:ext>
                </a:extLst>
              </p:cNvPr>
              <p:cNvSpPr/>
              <p:nvPr/>
            </p:nvSpPr>
            <p:spPr>
              <a:xfrm>
                <a:off x="5430159" y="2990809"/>
                <a:ext cx="43839" cy="43838"/>
              </a:xfrm>
              <a:custGeom>
                <a:avLst/>
                <a:gdLst>
                  <a:gd name="connsiteX0" fmla="*/ 43839 w 43839"/>
                  <a:gd name="connsiteY0" fmla="*/ 21800 h 43838"/>
                  <a:gd name="connsiteX1" fmla="*/ 22039 w 43839"/>
                  <a:gd name="connsiteY1" fmla="*/ 43838 h 43838"/>
                  <a:gd name="connsiteX2" fmla="*/ 0 w 43839"/>
                  <a:gd name="connsiteY2" fmla="*/ 22038 h 43838"/>
                  <a:gd name="connsiteX3" fmla="*/ 21800 w 43839"/>
                  <a:gd name="connsiteY3" fmla="*/ 0 h 43838"/>
                  <a:gd name="connsiteX4" fmla="*/ 22039 w 43839"/>
                  <a:gd name="connsiteY4" fmla="*/ 0 h 43838"/>
                  <a:gd name="connsiteX5" fmla="*/ 43839 w 43839"/>
                  <a:gd name="connsiteY5" fmla="*/ 2180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9" h="43838">
                    <a:moveTo>
                      <a:pt x="43839" y="21800"/>
                    </a:moveTo>
                    <a:cubicBezTo>
                      <a:pt x="43910" y="33903"/>
                      <a:pt x="34142" y="43767"/>
                      <a:pt x="22039" y="43838"/>
                    </a:cubicBezTo>
                    <a:cubicBezTo>
                      <a:pt x="9935" y="43898"/>
                      <a:pt x="72" y="34141"/>
                      <a:pt x="0" y="22038"/>
                    </a:cubicBezTo>
                    <a:cubicBezTo>
                      <a:pt x="-59" y="9935"/>
                      <a:pt x="9697" y="71"/>
                      <a:pt x="21800" y="0"/>
                    </a:cubicBezTo>
                    <a:cubicBezTo>
                      <a:pt x="21884" y="0"/>
                      <a:pt x="21955" y="0"/>
                      <a:pt x="22039" y="0"/>
                    </a:cubicBezTo>
                    <a:cubicBezTo>
                      <a:pt x="34082" y="0"/>
                      <a:pt x="43839" y="9756"/>
                      <a:pt x="43839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A6346315-69FA-F90B-244C-198EE87D8A4B}"/>
                  </a:ext>
                </a:extLst>
              </p:cNvPr>
              <p:cNvGrpSpPr/>
              <p:nvPr/>
            </p:nvGrpSpPr>
            <p:grpSpPr>
              <a:xfrm>
                <a:off x="5337241" y="2261281"/>
                <a:ext cx="845913" cy="551434"/>
                <a:chOff x="5337241" y="2261281"/>
                <a:chExt cx="845913" cy="551434"/>
              </a:xfrm>
            </p:grpSpPr>
            <p:sp>
              <p:nvSpPr>
                <p:cNvPr id="272" name="任意多边形: 形状 271">
                  <a:extLst>
                    <a:ext uri="{FF2B5EF4-FFF2-40B4-BE49-F238E27FC236}">
                      <a16:creationId xmlns:a16="http://schemas.microsoft.com/office/drawing/2014/main" id="{7B27D351-EF36-7BEE-E4EB-AA081BDE5F50}"/>
                    </a:ext>
                  </a:extLst>
                </p:cNvPr>
                <p:cNvSpPr/>
                <p:nvPr/>
              </p:nvSpPr>
              <p:spPr>
                <a:xfrm>
                  <a:off x="5337241" y="2261281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127000" dist="76200" dir="13500008" rotWithShape="0">
                    <a:srgbClr val="FFFFFF">
                      <a:lumMod val="0"/>
                      <a:lumOff val="100000"/>
                    </a:srgb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3" name="任意多边形: 形状 272">
                  <a:extLst>
                    <a:ext uri="{FF2B5EF4-FFF2-40B4-BE49-F238E27FC236}">
                      <a16:creationId xmlns:a16="http://schemas.microsoft.com/office/drawing/2014/main" id="{F64B4832-C3DE-E702-2834-210CCD4C38A8}"/>
                    </a:ext>
                  </a:extLst>
                </p:cNvPr>
                <p:cNvSpPr/>
                <p:nvPr/>
              </p:nvSpPr>
              <p:spPr>
                <a:xfrm>
                  <a:off x="5337241" y="2261281"/>
                  <a:ext cx="845913" cy="551434"/>
                </a:xfrm>
                <a:custGeom>
                  <a:avLst/>
                  <a:gdLst>
                    <a:gd name="connsiteX0" fmla="*/ 809938 w 845913"/>
                    <a:gd name="connsiteY0" fmla="*/ 0 h 551434"/>
                    <a:gd name="connsiteX1" fmla="*/ 845914 w 845913"/>
                    <a:gd name="connsiteY1" fmla="*/ 0 h 551434"/>
                    <a:gd name="connsiteX2" fmla="*/ 845914 w 845913"/>
                    <a:gd name="connsiteY2" fmla="*/ 551434 h 551434"/>
                    <a:gd name="connsiteX3" fmla="*/ 809938 w 845913"/>
                    <a:gd name="connsiteY3" fmla="*/ 551434 h 551434"/>
                    <a:gd name="connsiteX4" fmla="*/ 35976 w 845913"/>
                    <a:gd name="connsiteY4" fmla="*/ 551434 h 551434"/>
                    <a:gd name="connsiteX5" fmla="*/ 0 w 845913"/>
                    <a:gd name="connsiteY5" fmla="*/ 551434 h 551434"/>
                    <a:gd name="connsiteX6" fmla="*/ 0 w 845913"/>
                    <a:gd name="connsiteY6" fmla="*/ 0 h 551434"/>
                    <a:gd name="connsiteX7" fmla="*/ 35976 w 845913"/>
                    <a:gd name="connsiteY7" fmla="*/ 0 h 55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5913" h="551434">
                      <a:moveTo>
                        <a:pt x="809938" y="0"/>
                      </a:moveTo>
                      <a:cubicBezTo>
                        <a:pt x="829807" y="0"/>
                        <a:pt x="845914" y="0"/>
                        <a:pt x="845914" y="0"/>
                      </a:cubicBezTo>
                      <a:lnTo>
                        <a:pt x="845914" y="551434"/>
                      </a:lnTo>
                      <a:cubicBezTo>
                        <a:pt x="845914" y="551434"/>
                        <a:pt x="829807" y="551434"/>
                        <a:pt x="809938" y="551434"/>
                      </a:cubicBezTo>
                      <a:lnTo>
                        <a:pt x="35976" y="551434"/>
                      </a:lnTo>
                      <a:cubicBezTo>
                        <a:pt x="16107" y="551434"/>
                        <a:pt x="0" y="551434"/>
                        <a:pt x="0" y="551434"/>
                      </a:cubicBezTo>
                      <a:lnTo>
                        <a:pt x="0" y="0"/>
                      </a:lnTo>
                      <a:cubicBezTo>
                        <a:pt x="0" y="0"/>
                        <a:pt x="16107" y="0"/>
                        <a:pt x="359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  <a:effectLst>
                  <a:outerShdw blurRad="76200" dist="38100" dir="2700004" rotWithShape="0">
                    <a:schemeClr val="accent2">
                      <a:alpha val="5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07AC1E2C-F4C2-D226-C88E-41D86B25A7FE}"/>
                  </a:ext>
                </a:extLst>
              </p:cNvPr>
              <p:cNvSpPr/>
              <p:nvPr/>
            </p:nvSpPr>
            <p:spPr>
              <a:xfrm>
                <a:off x="5515454" y="2348839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4" name="任意多边形: 形状 253">
                <a:extLst>
                  <a:ext uri="{FF2B5EF4-FFF2-40B4-BE49-F238E27FC236}">
                    <a16:creationId xmlns:a16="http://schemas.microsoft.com/office/drawing/2014/main" id="{97E27394-F52D-46B1-D2B5-C75A9E222978}"/>
                  </a:ext>
                </a:extLst>
              </p:cNvPr>
              <p:cNvSpPr/>
              <p:nvPr/>
            </p:nvSpPr>
            <p:spPr>
              <a:xfrm>
                <a:off x="5430159" y="2342882"/>
                <a:ext cx="43839" cy="43838"/>
              </a:xfrm>
              <a:custGeom>
                <a:avLst/>
                <a:gdLst>
                  <a:gd name="connsiteX0" fmla="*/ 43839 w 43839"/>
                  <a:gd name="connsiteY0" fmla="*/ 21800 h 43838"/>
                  <a:gd name="connsiteX1" fmla="*/ 22039 w 43839"/>
                  <a:gd name="connsiteY1" fmla="*/ 43838 h 43838"/>
                  <a:gd name="connsiteX2" fmla="*/ 0 w 43839"/>
                  <a:gd name="connsiteY2" fmla="*/ 22038 h 43838"/>
                  <a:gd name="connsiteX3" fmla="*/ 21800 w 43839"/>
                  <a:gd name="connsiteY3" fmla="*/ 0 h 43838"/>
                  <a:gd name="connsiteX4" fmla="*/ 22039 w 43839"/>
                  <a:gd name="connsiteY4" fmla="*/ 0 h 43838"/>
                  <a:gd name="connsiteX5" fmla="*/ 43839 w 43839"/>
                  <a:gd name="connsiteY5" fmla="*/ 21800 h 4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39" h="43838">
                    <a:moveTo>
                      <a:pt x="43839" y="21800"/>
                    </a:moveTo>
                    <a:cubicBezTo>
                      <a:pt x="43910" y="33903"/>
                      <a:pt x="34142" y="43767"/>
                      <a:pt x="22039" y="43838"/>
                    </a:cubicBezTo>
                    <a:cubicBezTo>
                      <a:pt x="9935" y="43898"/>
                      <a:pt x="72" y="34141"/>
                      <a:pt x="0" y="22038"/>
                    </a:cubicBezTo>
                    <a:cubicBezTo>
                      <a:pt x="-59" y="9935"/>
                      <a:pt x="9697" y="71"/>
                      <a:pt x="21800" y="0"/>
                    </a:cubicBezTo>
                    <a:cubicBezTo>
                      <a:pt x="21884" y="0"/>
                      <a:pt x="21955" y="0"/>
                      <a:pt x="22039" y="0"/>
                    </a:cubicBezTo>
                    <a:cubicBezTo>
                      <a:pt x="34082" y="0"/>
                      <a:pt x="43839" y="9756"/>
                      <a:pt x="43839" y="21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4D33FDFE-EF70-0078-A72C-FA49DA342349}"/>
                  </a:ext>
                </a:extLst>
              </p:cNvPr>
              <p:cNvSpPr/>
              <p:nvPr/>
            </p:nvSpPr>
            <p:spPr>
              <a:xfrm>
                <a:off x="5454342" y="2454503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6" name="任意多边形: 形状 255">
                <a:extLst>
                  <a:ext uri="{FF2B5EF4-FFF2-40B4-BE49-F238E27FC236}">
                    <a16:creationId xmlns:a16="http://schemas.microsoft.com/office/drawing/2014/main" id="{2FCD731F-2748-96FF-AC24-6647F8782448}"/>
                  </a:ext>
                </a:extLst>
              </p:cNvPr>
              <p:cNvSpPr/>
              <p:nvPr/>
            </p:nvSpPr>
            <p:spPr>
              <a:xfrm>
                <a:off x="5470186" y="2470466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7" name="任意多边形: 形状 256">
                <a:extLst>
                  <a:ext uri="{FF2B5EF4-FFF2-40B4-BE49-F238E27FC236}">
                    <a16:creationId xmlns:a16="http://schemas.microsoft.com/office/drawing/2014/main" id="{B4C86602-ED32-2C4E-D0BF-C8184A1E882E}"/>
                  </a:ext>
                </a:extLst>
              </p:cNvPr>
              <p:cNvSpPr/>
              <p:nvPr/>
            </p:nvSpPr>
            <p:spPr>
              <a:xfrm>
                <a:off x="5470186" y="2470466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8" name="任意多边形: 形状 257">
                <a:extLst>
                  <a:ext uri="{FF2B5EF4-FFF2-40B4-BE49-F238E27FC236}">
                    <a16:creationId xmlns:a16="http://schemas.microsoft.com/office/drawing/2014/main" id="{EDE1B857-76E9-4E83-1C81-A2262BF4CEAC}"/>
                  </a:ext>
                </a:extLst>
              </p:cNvPr>
              <p:cNvSpPr/>
              <p:nvPr/>
            </p:nvSpPr>
            <p:spPr>
              <a:xfrm>
                <a:off x="5470186" y="2569103"/>
                <a:ext cx="245518" cy="146763"/>
              </a:xfrm>
              <a:custGeom>
                <a:avLst/>
                <a:gdLst>
                  <a:gd name="connsiteX0" fmla="*/ 0 w 245518"/>
                  <a:gd name="connsiteY0" fmla="*/ 146763 h 146763"/>
                  <a:gd name="connsiteX1" fmla="*/ 83388 w 245518"/>
                  <a:gd name="connsiteY1" fmla="*/ 35857 h 146763"/>
                  <a:gd name="connsiteX2" fmla="*/ 138663 w 245518"/>
                  <a:gd name="connsiteY2" fmla="*/ 73620 h 146763"/>
                  <a:gd name="connsiteX3" fmla="*/ 205135 w 245518"/>
                  <a:gd name="connsiteY3" fmla="*/ 0 h 146763"/>
                  <a:gd name="connsiteX4" fmla="*/ 245519 w 245518"/>
                  <a:gd name="connsiteY4" fmla="*/ 37763 h 146763"/>
                  <a:gd name="connsiteX5" fmla="*/ 245519 w 245518"/>
                  <a:gd name="connsiteY5" fmla="*/ 146763 h 146763"/>
                  <a:gd name="connsiteX6" fmla="*/ 0 w 245518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518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663" y="73620"/>
                    </a:lnTo>
                    <a:lnTo>
                      <a:pt x="205135" y="0"/>
                    </a:lnTo>
                    <a:lnTo>
                      <a:pt x="245519" y="37763"/>
                    </a:lnTo>
                    <a:lnTo>
                      <a:pt x="245519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9" name="任意多边形: 形状 258">
                <a:extLst>
                  <a:ext uri="{FF2B5EF4-FFF2-40B4-BE49-F238E27FC236}">
                    <a16:creationId xmlns:a16="http://schemas.microsoft.com/office/drawing/2014/main" id="{0398331A-6861-36E8-A941-38C019C29B29}"/>
                  </a:ext>
                </a:extLst>
              </p:cNvPr>
              <p:cNvSpPr/>
              <p:nvPr/>
            </p:nvSpPr>
            <p:spPr>
              <a:xfrm>
                <a:off x="5562389" y="2499056"/>
                <a:ext cx="60992" cy="60992"/>
              </a:xfrm>
              <a:custGeom>
                <a:avLst/>
                <a:gdLst>
                  <a:gd name="connsiteX0" fmla="*/ 60993 w 60992"/>
                  <a:gd name="connsiteY0" fmla="*/ 30377 h 60992"/>
                  <a:gd name="connsiteX1" fmla="*/ 30615 w 60992"/>
                  <a:gd name="connsiteY1" fmla="*/ 60992 h 60992"/>
                  <a:gd name="connsiteX2" fmla="*/ 0 w 60992"/>
                  <a:gd name="connsiteY2" fmla="*/ 30615 h 60992"/>
                  <a:gd name="connsiteX3" fmla="*/ 30377 w 60992"/>
                  <a:gd name="connsiteY3" fmla="*/ 0 h 60992"/>
                  <a:gd name="connsiteX4" fmla="*/ 30615 w 60992"/>
                  <a:gd name="connsiteY4" fmla="*/ 0 h 60992"/>
                  <a:gd name="connsiteX5" fmla="*/ 60993 w 60992"/>
                  <a:gd name="connsiteY5" fmla="*/ 30377 h 60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92" h="60992">
                    <a:moveTo>
                      <a:pt x="60993" y="30377"/>
                    </a:moveTo>
                    <a:cubicBezTo>
                      <a:pt x="61064" y="47222"/>
                      <a:pt x="47460" y="60921"/>
                      <a:pt x="30615" y="60992"/>
                    </a:cubicBezTo>
                    <a:cubicBezTo>
                      <a:pt x="13771" y="61052"/>
                      <a:pt x="72" y="47460"/>
                      <a:pt x="0" y="30615"/>
                    </a:cubicBezTo>
                    <a:cubicBezTo>
                      <a:pt x="-59" y="13771"/>
                      <a:pt x="13533" y="71"/>
                      <a:pt x="30377" y="0"/>
                    </a:cubicBezTo>
                    <a:cubicBezTo>
                      <a:pt x="30461" y="0"/>
                      <a:pt x="30532" y="0"/>
                      <a:pt x="30615" y="0"/>
                    </a:cubicBezTo>
                    <a:cubicBezTo>
                      <a:pt x="47365" y="60"/>
                      <a:pt x="60933" y="13628"/>
                      <a:pt x="60993" y="303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A0127BED-B6E1-B2FA-B879-B1F646FCCB32}"/>
                  </a:ext>
                </a:extLst>
              </p:cNvPr>
              <p:cNvSpPr/>
              <p:nvPr/>
            </p:nvSpPr>
            <p:spPr>
              <a:xfrm>
                <a:off x="5790516" y="2561359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73D4B427-3871-FF33-A941-22F68077561E}"/>
                  </a:ext>
                </a:extLst>
              </p:cNvPr>
              <p:cNvSpPr/>
              <p:nvPr/>
            </p:nvSpPr>
            <p:spPr>
              <a:xfrm>
                <a:off x="5790516" y="2647607"/>
                <a:ext cx="139496" cy="31806"/>
              </a:xfrm>
              <a:custGeom>
                <a:avLst/>
                <a:gdLst>
                  <a:gd name="connsiteX0" fmla="*/ 0 w 139496"/>
                  <a:gd name="connsiteY0" fmla="*/ 0 h 31806"/>
                  <a:gd name="connsiteX1" fmla="*/ 139497 w 139496"/>
                  <a:gd name="connsiteY1" fmla="*/ 0 h 31806"/>
                  <a:gd name="connsiteX2" fmla="*/ 139497 w 139496"/>
                  <a:gd name="connsiteY2" fmla="*/ 31807 h 31806"/>
                  <a:gd name="connsiteX3" fmla="*/ 0 w 139496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6" h="31806">
                    <a:moveTo>
                      <a:pt x="0" y="0"/>
                    </a:moveTo>
                    <a:lnTo>
                      <a:pt x="139497" y="0"/>
                    </a:lnTo>
                    <a:lnTo>
                      <a:pt x="139497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2" name="任意多边形: 形状 261">
                <a:extLst>
                  <a:ext uri="{FF2B5EF4-FFF2-40B4-BE49-F238E27FC236}">
                    <a16:creationId xmlns:a16="http://schemas.microsoft.com/office/drawing/2014/main" id="{790FA29F-45CC-655F-7AE2-4D9E652DA5F3}"/>
                  </a:ext>
                </a:extLst>
              </p:cNvPr>
              <p:cNvSpPr/>
              <p:nvPr/>
            </p:nvSpPr>
            <p:spPr>
              <a:xfrm>
                <a:off x="5790516" y="2475231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3" name="任意多边形: 形状 262">
                <a:extLst>
                  <a:ext uri="{FF2B5EF4-FFF2-40B4-BE49-F238E27FC236}">
                    <a16:creationId xmlns:a16="http://schemas.microsoft.com/office/drawing/2014/main" id="{1A192C6F-C2F7-EB98-47F4-82AA38D7E771}"/>
                  </a:ext>
                </a:extLst>
              </p:cNvPr>
              <p:cNvSpPr/>
              <p:nvPr/>
            </p:nvSpPr>
            <p:spPr>
              <a:xfrm>
                <a:off x="5731548" y="3085276"/>
                <a:ext cx="144857" cy="148549"/>
              </a:xfrm>
              <a:custGeom>
                <a:avLst/>
                <a:gdLst>
                  <a:gd name="connsiteX0" fmla="*/ 0 w 144857"/>
                  <a:gd name="connsiteY0" fmla="*/ 148550 h 148549"/>
                  <a:gd name="connsiteX1" fmla="*/ 54083 w 144857"/>
                  <a:gd name="connsiteY1" fmla="*/ 0 h 148549"/>
                  <a:gd name="connsiteX2" fmla="*/ 144857 w 144857"/>
                  <a:gd name="connsiteY2" fmla="*/ 85413 h 14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857" h="148549">
                    <a:moveTo>
                      <a:pt x="0" y="148550"/>
                    </a:moveTo>
                    <a:lnTo>
                      <a:pt x="54083" y="0"/>
                    </a:lnTo>
                    <a:cubicBezTo>
                      <a:pt x="94801" y="14772"/>
                      <a:pt x="127631" y="45673"/>
                      <a:pt x="144857" y="854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4" name="任意多边形: 形状 263">
                <a:extLst>
                  <a:ext uri="{FF2B5EF4-FFF2-40B4-BE49-F238E27FC236}">
                    <a16:creationId xmlns:a16="http://schemas.microsoft.com/office/drawing/2014/main" id="{067AD91B-A1B1-C69C-5C83-42106DC68597}"/>
                  </a:ext>
                </a:extLst>
              </p:cNvPr>
              <p:cNvSpPr/>
              <p:nvPr/>
            </p:nvSpPr>
            <p:spPr>
              <a:xfrm>
                <a:off x="5573357" y="3075732"/>
                <a:ext cx="211559" cy="316202"/>
              </a:xfrm>
              <a:custGeom>
                <a:avLst/>
                <a:gdLst>
                  <a:gd name="connsiteX0" fmla="*/ 158191 w 211559"/>
                  <a:gd name="connsiteY0" fmla="*/ 158094 h 316202"/>
                  <a:gd name="connsiteX1" fmla="*/ 204293 w 211559"/>
                  <a:gd name="connsiteY1" fmla="*/ 309265 h 316202"/>
                  <a:gd name="connsiteX2" fmla="*/ 6937 w 211559"/>
                  <a:gd name="connsiteY2" fmla="*/ 204255 h 316202"/>
                  <a:gd name="connsiteX3" fmla="*/ 111947 w 211559"/>
                  <a:gd name="connsiteY3" fmla="*/ 6887 h 316202"/>
                  <a:gd name="connsiteX4" fmla="*/ 211560 w 211559"/>
                  <a:gd name="connsiteY4" fmla="*/ 9306 h 316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559" h="316202">
                    <a:moveTo>
                      <a:pt x="158191" y="158094"/>
                    </a:moveTo>
                    <a:lnTo>
                      <a:pt x="204293" y="309265"/>
                    </a:lnTo>
                    <a:cubicBezTo>
                      <a:pt x="120798" y="334770"/>
                      <a:pt x="32430" y="287751"/>
                      <a:pt x="6937" y="204255"/>
                    </a:cubicBezTo>
                    <a:cubicBezTo>
                      <a:pt x="-18568" y="120760"/>
                      <a:pt x="28451" y="32392"/>
                      <a:pt x="111947" y="6887"/>
                    </a:cubicBezTo>
                    <a:cubicBezTo>
                      <a:pt x="144540" y="-3060"/>
                      <a:pt x="179479" y="-2214"/>
                      <a:pt x="211560" y="93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5" name="任意多边形: 形状 264">
                <a:extLst>
                  <a:ext uri="{FF2B5EF4-FFF2-40B4-BE49-F238E27FC236}">
                    <a16:creationId xmlns:a16="http://schemas.microsoft.com/office/drawing/2014/main" id="{8A044E94-515F-2BEF-AD73-87473D92D691}"/>
                  </a:ext>
                </a:extLst>
              </p:cNvPr>
              <p:cNvSpPr/>
              <p:nvPr/>
            </p:nvSpPr>
            <p:spPr>
              <a:xfrm>
                <a:off x="5731548" y="3171404"/>
                <a:ext cx="158111" cy="213473"/>
              </a:xfrm>
              <a:custGeom>
                <a:avLst/>
                <a:gdLst>
                  <a:gd name="connsiteX0" fmla="*/ 0 w 158111"/>
                  <a:gd name="connsiteY0" fmla="*/ 62422 h 213473"/>
                  <a:gd name="connsiteX1" fmla="*/ 145215 w 158111"/>
                  <a:gd name="connsiteY1" fmla="*/ 0 h 213473"/>
                  <a:gd name="connsiteX2" fmla="*/ 62446 w 158111"/>
                  <a:gd name="connsiteY2" fmla="*/ 207672 h 213473"/>
                  <a:gd name="connsiteX3" fmla="*/ 46697 w 158111"/>
                  <a:gd name="connsiteY3" fmla="*/ 213474 h 21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111" h="213473">
                    <a:moveTo>
                      <a:pt x="0" y="62422"/>
                    </a:moveTo>
                    <a:lnTo>
                      <a:pt x="145215" y="0"/>
                    </a:lnTo>
                    <a:cubicBezTo>
                      <a:pt x="179701" y="80208"/>
                      <a:pt x="142641" y="173185"/>
                      <a:pt x="62446" y="207672"/>
                    </a:cubicBezTo>
                    <a:cubicBezTo>
                      <a:pt x="57300" y="209888"/>
                      <a:pt x="52046" y="211818"/>
                      <a:pt x="46697" y="21347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D318D639-D9C3-CE80-9D1B-7C96859F701C}"/>
                  </a:ext>
                </a:extLst>
              </p:cNvPr>
              <p:cNvSpPr/>
              <p:nvPr/>
            </p:nvSpPr>
            <p:spPr>
              <a:xfrm>
                <a:off x="6535053" y="2758156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7" name="任意多边形: 形状 266">
                <a:extLst>
                  <a:ext uri="{FF2B5EF4-FFF2-40B4-BE49-F238E27FC236}">
                    <a16:creationId xmlns:a16="http://schemas.microsoft.com/office/drawing/2014/main" id="{D423A42C-6F13-18E4-2BFE-01170CC03A7E}"/>
                  </a:ext>
                </a:extLst>
              </p:cNvPr>
              <p:cNvSpPr/>
              <p:nvPr/>
            </p:nvSpPr>
            <p:spPr>
              <a:xfrm>
                <a:off x="5384534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8" name="任意多边形: 形状 267">
                <a:extLst>
                  <a:ext uri="{FF2B5EF4-FFF2-40B4-BE49-F238E27FC236}">
                    <a16:creationId xmlns:a16="http://schemas.microsoft.com/office/drawing/2014/main" id="{9F28A022-AAC3-37D0-CE2A-D45772D164C8}"/>
                  </a:ext>
                </a:extLst>
              </p:cNvPr>
              <p:cNvSpPr/>
              <p:nvPr/>
            </p:nvSpPr>
            <p:spPr>
              <a:xfrm>
                <a:off x="5651496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9" name="任意多边形: 形状 268">
                <a:extLst>
                  <a:ext uri="{FF2B5EF4-FFF2-40B4-BE49-F238E27FC236}">
                    <a16:creationId xmlns:a16="http://schemas.microsoft.com/office/drawing/2014/main" id="{A2065267-9148-9C81-80E5-C0EE7CF09E83}"/>
                  </a:ext>
                </a:extLst>
              </p:cNvPr>
              <p:cNvSpPr/>
              <p:nvPr/>
            </p:nvSpPr>
            <p:spPr>
              <a:xfrm>
                <a:off x="5929655" y="3581912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8EC4857D-B389-2EAB-48DD-2670B229C26F}"/>
                  </a:ext>
                </a:extLst>
              </p:cNvPr>
              <p:cNvSpPr/>
              <p:nvPr/>
            </p:nvSpPr>
            <p:spPr>
              <a:xfrm>
                <a:off x="5385845" y="3866385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3 h 220502"/>
                  <a:gd name="connsiteX3" fmla="*/ 0 w 220502"/>
                  <a:gd name="connsiteY3" fmla="*/ 220503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3"/>
                    </a:lnTo>
                    <a:lnTo>
                      <a:pt x="0" y="220503"/>
                    </a:ln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1" name="任意多边形: 形状 270">
                <a:extLst>
                  <a:ext uri="{FF2B5EF4-FFF2-40B4-BE49-F238E27FC236}">
                    <a16:creationId xmlns:a16="http://schemas.microsoft.com/office/drawing/2014/main" id="{62F0D604-1627-7992-FDFA-B5D0705F0729}"/>
                  </a:ext>
                </a:extLst>
              </p:cNvPr>
              <p:cNvSpPr/>
              <p:nvPr/>
            </p:nvSpPr>
            <p:spPr>
              <a:xfrm>
                <a:off x="6821432" y="2758156"/>
                <a:ext cx="220502" cy="220502"/>
              </a:xfrm>
              <a:custGeom>
                <a:avLst/>
                <a:gdLst>
                  <a:gd name="connsiteX0" fmla="*/ 0 w 220502"/>
                  <a:gd name="connsiteY0" fmla="*/ 0 h 220502"/>
                  <a:gd name="connsiteX1" fmla="*/ 220502 w 220502"/>
                  <a:gd name="connsiteY1" fmla="*/ 0 h 220502"/>
                  <a:gd name="connsiteX2" fmla="*/ 220502 w 220502"/>
                  <a:gd name="connsiteY2" fmla="*/ 220502 h 220502"/>
                  <a:gd name="connsiteX3" fmla="*/ 0 w 220502"/>
                  <a:gd name="connsiteY3" fmla="*/ 220502 h 22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502" h="220502">
                    <a:moveTo>
                      <a:pt x="0" y="0"/>
                    </a:moveTo>
                    <a:lnTo>
                      <a:pt x="220502" y="0"/>
                    </a:lnTo>
                    <a:lnTo>
                      <a:pt x="220502" y="220502"/>
                    </a:lnTo>
                    <a:lnTo>
                      <a:pt x="0" y="220502"/>
                    </a:ln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A010D123-EBFC-B041-89CE-1C7AA1F4102E}"/>
                </a:ext>
              </a:extLst>
            </p:cNvPr>
            <p:cNvGrpSpPr/>
            <p:nvPr/>
          </p:nvGrpSpPr>
          <p:grpSpPr>
            <a:xfrm>
              <a:off x="2948546" y="2144858"/>
              <a:ext cx="1463939" cy="3739640"/>
              <a:chOff x="1360085" y="1968671"/>
              <a:chExt cx="1463939" cy="3739640"/>
            </a:xfrm>
          </p:grpSpPr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C7CB38A-D837-EAFC-663E-A9D5B8ACE1E4}"/>
                  </a:ext>
                </a:extLst>
              </p:cNvPr>
              <p:cNvSpPr/>
              <p:nvPr/>
            </p:nvSpPr>
            <p:spPr>
              <a:xfrm>
                <a:off x="1440529" y="2907183"/>
                <a:ext cx="273517" cy="342002"/>
              </a:xfrm>
              <a:custGeom>
                <a:avLst/>
                <a:gdLst>
                  <a:gd name="connsiteX0" fmla="*/ 43686 w 273517"/>
                  <a:gd name="connsiteY0" fmla="*/ 0 h 342002"/>
                  <a:gd name="connsiteX1" fmla="*/ 16287 w 273517"/>
                  <a:gd name="connsiteY1" fmla="*/ 316399 h 342002"/>
                  <a:gd name="connsiteX2" fmla="*/ 226544 w 273517"/>
                  <a:gd name="connsiteY2" fmla="*/ 328311 h 342002"/>
                  <a:gd name="connsiteX3" fmla="*/ 273480 w 273517"/>
                  <a:gd name="connsiteY3" fmla="*/ 12389 h 342002"/>
                  <a:gd name="connsiteX4" fmla="*/ 43686 w 273517"/>
                  <a:gd name="connsiteY4" fmla="*/ 0 h 34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517" h="342002">
                    <a:moveTo>
                      <a:pt x="43686" y="0"/>
                    </a:moveTo>
                    <a:cubicBezTo>
                      <a:pt x="43686" y="0"/>
                      <a:pt x="-32436" y="269463"/>
                      <a:pt x="16287" y="316399"/>
                    </a:cubicBezTo>
                    <a:cubicBezTo>
                      <a:pt x="65009" y="363334"/>
                      <a:pt x="235240" y="332123"/>
                      <a:pt x="226544" y="328311"/>
                    </a:cubicBezTo>
                    <a:cubicBezTo>
                      <a:pt x="217848" y="324499"/>
                      <a:pt x="270025" y="596"/>
                      <a:pt x="273480" y="12389"/>
                    </a:cubicBezTo>
                    <a:cubicBezTo>
                      <a:pt x="276934" y="24183"/>
                      <a:pt x="43686" y="0"/>
                      <a:pt x="43686" y="0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2CF72A38-1693-9D28-0EFB-D359B5DD3C60}"/>
                  </a:ext>
                </a:extLst>
              </p:cNvPr>
              <p:cNvSpPr/>
              <p:nvPr/>
            </p:nvSpPr>
            <p:spPr>
              <a:xfrm>
                <a:off x="1933677" y="2540037"/>
                <a:ext cx="845913" cy="821731"/>
              </a:xfrm>
              <a:custGeom>
                <a:avLst/>
                <a:gdLst>
                  <a:gd name="connsiteX0" fmla="*/ 809938 w 845913"/>
                  <a:gd name="connsiteY0" fmla="*/ 0 h 821731"/>
                  <a:gd name="connsiteX1" fmla="*/ 845914 w 845913"/>
                  <a:gd name="connsiteY1" fmla="*/ 0 h 821731"/>
                  <a:gd name="connsiteX2" fmla="*/ 845914 w 845913"/>
                  <a:gd name="connsiteY2" fmla="*/ 821731 h 821731"/>
                  <a:gd name="connsiteX3" fmla="*/ 809938 w 845913"/>
                  <a:gd name="connsiteY3" fmla="*/ 821731 h 821731"/>
                  <a:gd name="connsiteX4" fmla="*/ 35976 w 845913"/>
                  <a:gd name="connsiteY4" fmla="*/ 821731 h 821731"/>
                  <a:gd name="connsiteX5" fmla="*/ 0 w 845913"/>
                  <a:gd name="connsiteY5" fmla="*/ 821731 h 821731"/>
                  <a:gd name="connsiteX6" fmla="*/ 0 w 845913"/>
                  <a:gd name="connsiteY6" fmla="*/ 0 h 821731"/>
                  <a:gd name="connsiteX7" fmla="*/ 35976 w 845913"/>
                  <a:gd name="connsiteY7" fmla="*/ 0 h 82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5913" h="821731">
                    <a:moveTo>
                      <a:pt x="809938" y="0"/>
                    </a:moveTo>
                    <a:cubicBezTo>
                      <a:pt x="829807" y="0"/>
                      <a:pt x="845914" y="0"/>
                      <a:pt x="845914" y="0"/>
                    </a:cubicBezTo>
                    <a:lnTo>
                      <a:pt x="845914" y="821731"/>
                    </a:lnTo>
                    <a:cubicBezTo>
                      <a:pt x="845914" y="821731"/>
                      <a:pt x="829807" y="821731"/>
                      <a:pt x="809938" y="821731"/>
                    </a:cubicBezTo>
                    <a:lnTo>
                      <a:pt x="35976" y="821731"/>
                    </a:lnTo>
                    <a:cubicBezTo>
                      <a:pt x="16107" y="821731"/>
                      <a:pt x="0" y="821731"/>
                      <a:pt x="0" y="821731"/>
                    </a:cubicBezTo>
                    <a:lnTo>
                      <a:pt x="0" y="0"/>
                    </a:lnTo>
                    <a:cubicBezTo>
                      <a:pt x="0" y="0"/>
                      <a:pt x="16107" y="0"/>
                      <a:pt x="35976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DF687ACD-BC52-83CC-236D-02778B1ED262}"/>
                  </a:ext>
                </a:extLst>
              </p:cNvPr>
              <p:cNvSpPr/>
              <p:nvPr/>
            </p:nvSpPr>
            <p:spPr>
              <a:xfrm>
                <a:off x="2112008" y="2627594"/>
                <a:ext cx="499614" cy="31806"/>
              </a:xfrm>
              <a:custGeom>
                <a:avLst/>
                <a:gdLst>
                  <a:gd name="connsiteX0" fmla="*/ 0 w 499614"/>
                  <a:gd name="connsiteY0" fmla="*/ 0 h 31806"/>
                  <a:gd name="connsiteX1" fmla="*/ 499614 w 499614"/>
                  <a:gd name="connsiteY1" fmla="*/ 0 h 31806"/>
                  <a:gd name="connsiteX2" fmla="*/ 499614 w 499614"/>
                  <a:gd name="connsiteY2" fmla="*/ 31807 h 31806"/>
                  <a:gd name="connsiteX3" fmla="*/ 0 w 49961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614" h="31806">
                    <a:moveTo>
                      <a:pt x="0" y="0"/>
                    </a:moveTo>
                    <a:lnTo>
                      <a:pt x="499614" y="0"/>
                    </a:lnTo>
                    <a:lnTo>
                      <a:pt x="49961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2D05B918-46CC-D08C-1678-3B0940CCBC3D}"/>
                  </a:ext>
                </a:extLst>
              </p:cNvPr>
              <p:cNvSpPr/>
              <p:nvPr/>
            </p:nvSpPr>
            <p:spPr>
              <a:xfrm>
                <a:off x="2026833" y="3114105"/>
                <a:ext cx="646973" cy="31806"/>
              </a:xfrm>
              <a:custGeom>
                <a:avLst/>
                <a:gdLst>
                  <a:gd name="connsiteX0" fmla="*/ 0 w 646973"/>
                  <a:gd name="connsiteY0" fmla="*/ 0 h 31806"/>
                  <a:gd name="connsiteX1" fmla="*/ 646973 w 646973"/>
                  <a:gd name="connsiteY1" fmla="*/ 0 h 31806"/>
                  <a:gd name="connsiteX2" fmla="*/ 646973 w 646973"/>
                  <a:gd name="connsiteY2" fmla="*/ 31807 h 31806"/>
                  <a:gd name="connsiteX3" fmla="*/ 0 w 646973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6973" h="31806">
                    <a:moveTo>
                      <a:pt x="0" y="0"/>
                    </a:moveTo>
                    <a:lnTo>
                      <a:pt x="646973" y="0"/>
                    </a:lnTo>
                    <a:lnTo>
                      <a:pt x="646973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2557FEE2-D2CD-4610-B84A-E1D9EAD7629F}"/>
                  </a:ext>
                </a:extLst>
              </p:cNvPr>
              <p:cNvSpPr/>
              <p:nvPr/>
            </p:nvSpPr>
            <p:spPr>
              <a:xfrm>
                <a:off x="2026833" y="3198565"/>
                <a:ext cx="319734" cy="31806"/>
              </a:xfrm>
              <a:custGeom>
                <a:avLst/>
                <a:gdLst>
                  <a:gd name="connsiteX0" fmla="*/ 0 w 319734"/>
                  <a:gd name="connsiteY0" fmla="*/ 0 h 31806"/>
                  <a:gd name="connsiteX1" fmla="*/ 319734 w 319734"/>
                  <a:gd name="connsiteY1" fmla="*/ 0 h 31806"/>
                  <a:gd name="connsiteX2" fmla="*/ 319734 w 319734"/>
                  <a:gd name="connsiteY2" fmla="*/ 31807 h 31806"/>
                  <a:gd name="connsiteX3" fmla="*/ 0 w 319734"/>
                  <a:gd name="connsiteY3" fmla="*/ 31807 h 3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734" h="31806">
                    <a:moveTo>
                      <a:pt x="0" y="0"/>
                    </a:moveTo>
                    <a:lnTo>
                      <a:pt x="319734" y="0"/>
                    </a:lnTo>
                    <a:lnTo>
                      <a:pt x="319734" y="31807"/>
                    </a:lnTo>
                    <a:lnTo>
                      <a:pt x="0" y="31807"/>
                    </a:ln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946494F1-1F2D-F3EE-B9BF-1A2B69EC4D42}"/>
                  </a:ext>
                </a:extLst>
              </p:cNvPr>
              <p:cNvSpPr/>
              <p:nvPr/>
            </p:nvSpPr>
            <p:spPr>
              <a:xfrm>
                <a:off x="2026833" y="2621638"/>
                <a:ext cx="43600" cy="43600"/>
              </a:xfrm>
              <a:custGeom>
                <a:avLst/>
                <a:gdLst>
                  <a:gd name="connsiteX0" fmla="*/ 43600 w 43600"/>
                  <a:gd name="connsiteY0" fmla="*/ 21800 h 43600"/>
                  <a:gd name="connsiteX1" fmla="*/ 21800 w 43600"/>
                  <a:gd name="connsiteY1" fmla="*/ 43600 h 43600"/>
                  <a:gd name="connsiteX2" fmla="*/ 0 w 43600"/>
                  <a:gd name="connsiteY2" fmla="*/ 21800 h 43600"/>
                  <a:gd name="connsiteX3" fmla="*/ 21800 w 43600"/>
                  <a:gd name="connsiteY3" fmla="*/ 0 h 43600"/>
                  <a:gd name="connsiteX4" fmla="*/ 43600 w 43600"/>
                  <a:gd name="connsiteY4" fmla="*/ 21800 h 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00" h="43600">
                    <a:moveTo>
                      <a:pt x="43600" y="21800"/>
                    </a:moveTo>
                    <a:cubicBezTo>
                      <a:pt x="43600" y="33844"/>
                      <a:pt x="33844" y="43600"/>
                      <a:pt x="21800" y="43600"/>
                    </a:cubicBezTo>
                    <a:cubicBezTo>
                      <a:pt x="9756" y="43600"/>
                      <a:pt x="0" y="33844"/>
                      <a:pt x="0" y="21800"/>
                    </a:cubicBezTo>
                    <a:cubicBezTo>
                      <a:pt x="0" y="9756"/>
                      <a:pt x="9756" y="0"/>
                      <a:pt x="21800" y="0"/>
                    </a:cubicBezTo>
                    <a:cubicBezTo>
                      <a:pt x="33844" y="0"/>
                      <a:pt x="43600" y="9756"/>
                      <a:pt x="43600" y="21800"/>
                    </a:cubicBez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3237AD6A-9319-7BC3-E8B8-BCDFE85D0677}"/>
                  </a:ext>
                </a:extLst>
              </p:cNvPr>
              <p:cNvSpPr/>
              <p:nvPr/>
            </p:nvSpPr>
            <p:spPr>
              <a:xfrm>
                <a:off x="2396600" y="2748865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DC1EF5F0-9A15-4E6D-2F1B-A492C5BCD425}"/>
                  </a:ext>
                </a:extLst>
              </p:cNvPr>
              <p:cNvSpPr/>
              <p:nvPr/>
            </p:nvSpPr>
            <p:spPr>
              <a:xfrm>
                <a:off x="2412444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0EEDE487-8118-C34C-803C-40DD8B1879D7}"/>
                  </a:ext>
                </a:extLst>
              </p:cNvPr>
              <p:cNvSpPr/>
              <p:nvPr/>
            </p:nvSpPr>
            <p:spPr>
              <a:xfrm>
                <a:off x="2412444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E11BB8EC-E1C2-6F45-125F-D7A719BA5AA5}"/>
                  </a:ext>
                </a:extLst>
              </p:cNvPr>
              <p:cNvSpPr/>
              <p:nvPr/>
            </p:nvSpPr>
            <p:spPr>
              <a:xfrm>
                <a:off x="2412444" y="2863464"/>
                <a:ext cx="245518" cy="146763"/>
              </a:xfrm>
              <a:custGeom>
                <a:avLst/>
                <a:gdLst>
                  <a:gd name="connsiteX0" fmla="*/ 0 w 245518"/>
                  <a:gd name="connsiteY0" fmla="*/ 146763 h 146763"/>
                  <a:gd name="connsiteX1" fmla="*/ 83388 w 245518"/>
                  <a:gd name="connsiteY1" fmla="*/ 35857 h 146763"/>
                  <a:gd name="connsiteX2" fmla="*/ 138544 w 245518"/>
                  <a:gd name="connsiteY2" fmla="*/ 73620 h 146763"/>
                  <a:gd name="connsiteX3" fmla="*/ 205135 w 245518"/>
                  <a:gd name="connsiteY3" fmla="*/ 0 h 146763"/>
                  <a:gd name="connsiteX4" fmla="*/ 245519 w 245518"/>
                  <a:gd name="connsiteY4" fmla="*/ 37644 h 146763"/>
                  <a:gd name="connsiteX5" fmla="*/ 245519 w 245518"/>
                  <a:gd name="connsiteY5" fmla="*/ 146763 h 146763"/>
                  <a:gd name="connsiteX6" fmla="*/ 0 w 245518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518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544" y="73620"/>
                    </a:lnTo>
                    <a:lnTo>
                      <a:pt x="205135" y="0"/>
                    </a:lnTo>
                    <a:lnTo>
                      <a:pt x="245519" y="37644"/>
                    </a:lnTo>
                    <a:lnTo>
                      <a:pt x="245519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2E70CFA7-004F-DE11-0921-E2F116A6AE05}"/>
                  </a:ext>
                </a:extLst>
              </p:cNvPr>
              <p:cNvSpPr/>
              <p:nvPr/>
            </p:nvSpPr>
            <p:spPr>
              <a:xfrm>
                <a:off x="2504648" y="2793418"/>
                <a:ext cx="60992" cy="60992"/>
              </a:xfrm>
              <a:custGeom>
                <a:avLst/>
                <a:gdLst>
                  <a:gd name="connsiteX0" fmla="*/ 60993 w 60992"/>
                  <a:gd name="connsiteY0" fmla="*/ 30377 h 60992"/>
                  <a:gd name="connsiteX1" fmla="*/ 30615 w 60992"/>
                  <a:gd name="connsiteY1" fmla="*/ 60993 h 60992"/>
                  <a:gd name="connsiteX2" fmla="*/ 0 w 60992"/>
                  <a:gd name="connsiteY2" fmla="*/ 30615 h 60992"/>
                  <a:gd name="connsiteX3" fmla="*/ 30377 w 60992"/>
                  <a:gd name="connsiteY3" fmla="*/ 0 h 60992"/>
                  <a:gd name="connsiteX4" fmla="*/ 30615 w 60992"/>
                  <a:gd name="connsiteY4" fmla="*/ 0 h 60992"/>
                  <a:gd name="connsiteX5" fmla="*/ 60993 w 60992"/>
                  <a:gd name="connsiteY5" fmla="*/ 30377 h 60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92" h="60992">
                    <a:moveTo>
                      <a:pt x="60993" y="30377"/>
                    </a:moveTo>
                    <a:cubicBezTo>
                      <a:pt x="61064" y="47222"/>
                      <a:pt x="47460" y="60921"/>
                      <a:pt x="30615" y="60993"/>
                    </a:cubicBezTo>
                    <a:cubicBezTo>
                      <a:pt x="13771" y="61052"/>
                      <a:pt x="72" y="47460"/>
                      <a:pt x="0" y="30615"/>
                    </a:cubicBezTo>
                    <a:cubicBezTo>
                      <a:pt x="-59" y="13771"/>
                      <a:pt x="13533" y="72"/>
                      <a:pt x="30377" y="0"/>
                    </a:cubicBezTo>
                    <a:cubicBezTo>
                      <a:pt x="30461" y="0"/>
                      <a:pt x="30532" y="0"/>
                      <a:pt x="30615" y="0"/>
                    </a:cubicBezTo>
                    <a:cubicBezTo>
                      <a:pt x="47388" y="0"/>
                      <a:pt x="60993" y="13604"/>
                      <a:pt x="60993" y="303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A50E8D4E-1F89-AACB-2C6A-542C679CEFC9}"/>
                  </a:ext>
                </a:extLst>
              </p:cNvPr>
              <p:cNvSpPr/>
              <p:nvPr/>
            </p:nvSpPr>
            <p:spPr>
              <a:xfrm>
                <a:off x="2065549" y="2748865"/>
                <a:ext cx="277206" cy="277206"/>
              </a:xfrm>
              <a:custGeom>
                <a:avLst/>
                <a:gdLst>
                  <a:gd name="connsiteX0" fmla="*/ 0 w 277206"/>
                  <a:gd name="connsiteY0" fmla="*/ 0 h 277206"/>
                  <a:gd name="connsiteX1" fmla="*/ 277206 w 277206"/>
                  <a:gd name="connsiteY1" fmla="*/ 0 h 277206"/>
                  <a:gd name="connsiteX2" fmla="*/ 277206 w 277206"/>
                  <a:gd name="connsiteY2" fmla="*/ 277206 h 277206"/>
                  <a:gd name="connsiteX3" fmla="*/ 0 w 277206"/>
                  <a:gd name="connsiteY3" fmla="*/ 277206 h 277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7206" h="277206">
                    <a:moveTo>
                      <a:pt x="0" y="0"/>
                    </a:moveTo>
                    <a:lnTo>
                      <a:pt x="277206" y="0"/>
                    </a:lnTo>
                    <a:lnTo>
                      <a:pt x="277206" y="277206"/>
                    </a:lnTo>
                    <a:lnTo>
                      <a:pt x="0" y="27720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FC1EFEFC-D0A2-3099-7848-A5A72E40DDE3}"/>
                  </a:ext>
                </a:extLst>
              </p:cNvPr>
              <p:cNvSpPr/>
              <p:nvPr/>
            </p:nvSpPr>
            <p:spPr>
              <a:xfrm>
                <a:off x="2081393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398677E1-1E96-A71F-6CB8-9BC87290B149}"/>
                  </a:ext>
                </a:extLst>
              </p:cNvPr>
              <p:cNvSpPr/>
              <p:nvPr/>
            </p:nvSpPr>
            <p:spPr>
              <a:xfrm>
                <a:off x="2081393" y="2764708"/>
                <a:ext cx="245399" cy="245399"/>
              </a:xfrm>
              <a:custGeom>
                <a:avLst/>
                <a:gdLst>
                  <a:gd name="connsiteX0" fmla="*/ 0 w 245399"/>
                  <a:gd name="connsiteY0" fmla="*/ 0 h 245399"/>
                  <a:gd name="connsiteX1" fmla="*/ 245400 w 245399"/>
                  <a:gd name="connsiteY1" fmla="*/ 0 h 245399"/>
                  <a:gd name="connsiteX2" fmla="*/ 245400 w 245399"/>
                  <a:gd name="connsiteY2" fmla="*/ 245400 h 245399"/>
                  <a:gd name="connsiteX3" fmla="*/ 0 w 245399"/>
                  <a:gd name="connsiteY3" fmla="*/ 245400 h 24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399" h="245399">
                    <a:moveTo>
                      <a:pt x="0" y="0"/>
                    </a:moveTo>
                    <a:lnTo>
                      <a:pt x="245400" y="0"/>
                    </a:lnTo>
                    <a:lnTo>
                      <a:pt x="245400" y="245400"/>
                    </a:lnTo>
                    <a:lnTo>
                      <a:pt x="0" y="2454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B82A704A-36A8-FA4F-B593-23722A593F61}"/>
                  </a:ext>
                </a:extLst>
              </p:cNvPr>
              <p:cNvSpPr/>
              <p:nvPr/>
            </p:nvSpPr>
            <p:spPr>
              <a:xfrm>
                <a:off x="2081393" y="2863464"/>
                <a:ext cx="245399" cy="146763"/>
              </a:xfrm>
              <a:custGeom>
                <a:avLst/>
                <a:gdLst>
                  <a:gd name="connsiteX0" fmla="*/ 0 w 245399"/>
                  <a:gd name="connsiteY0" fmla="*/ 146763 h 146763"/>
                  <a:gd name="connsiteX1" fmla="*/ 83388 w 245399"/>
                  <a:gd name="connsiteY1" fmla="*/ 35857 h 146763"/>
                  <a:gd name="connsiteX2" fmla="*/ 138544 w 245399"/>
                  <a:gd name="connsiteY2" fmla="*/ 73620 h 146763"/>
                  <a:gd name="connsiteX3" fmla="*/ 205135 w 245399"/>
                  <a:gd name="connsiteY3" fmla="*/ 0 h 146763"/>
                  <a:gd name="connsiteX4" fmla="*/ 245400 w 245399"/>
                  <a:gd name="connsiteY4" fmla="*/ 37644 h 146763"/>
                  <a:gd name="connsiteX5" fmla="*/ 245400 w 245399"/>
                  <a:gd name="connsiteY5" fmla="*/ 146763 h 146763"/>
                  <a:gd name="connsiteX6" fmla="*/ 0 w 245399"/>
                  <a:gd name="connsiteY6" fmla="*/ 146763 h 14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399" h="146763">
                    <a:moveTo>
                      <a:pt x="0" y="146763"/>
                    </a:moveTo>
                    <a:lnTo>
                      <a:pt x="83388" y="35857"/>
                    </a:lnTo>
                    <a:lnTo>
                      <a:pt x="138544" y="73620"/>
                    </a:lnTo>
                    <a:lnTo>
                      <a:pt x="205135" y="0"/>
                    </a:lnTo>
                    <a:lnTo>
                      <a:pt x="245400" y="37644"/>
                    </a:lnTo>
                    <a:lnTo>
                      <a:pt x="245400" y="146763"/>
                    </a:lnTo>
                    <a:lnTo>
                      <a:pt x="0" y="146763"/>
                    </a:ln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3A120235-A0CD-22D5-DC45-9478B318BADF}"/>
                  </a:ext>
                </a:extLst>
              </p:cNvPr>
              <p:cNvSpPr/>
              <p:nvPr/>
            </p:nvSpPr>
            <p:spPr>
              <a:xfrm>
                <a:off x="1574035" y="5329285"/>
                <a:ext cx="146644" cy="254182"/>
              </a:xfrm>
              <a:custGeom>
                <a:avLst/>
                <a:gdLst>
                  <a:gd name="connsiteX0" fmla="*/ 0 w 146644"/>
                  <a:gd name="connsiteY0" fmla="*/ 11881 h 254182"/>
                  <a:gd name="connsiteX1" fmla="*/ 0 w 146644"/>
                  <a:gd name="connsiteY1" fmla="*/ 245725 h 254182"/>
                  <a:gd name="connsiteX2" fmla="*/ 108524 w 146644"/>
                  <a:gd name="connsiteY2" fmla="*/ 254183 h 254182"/>
                  <a:gd name="connsiteX3" fmla="*/ 146644 w 146644"/>
                  <a:gd name="connsiteY3" fmla="*/ 34515 h 254182"/>
                  <a:gd name="connsiteX4" fmla="*/ 0 w 146644"/>
                  <a:gd name="connsiteY4" fmla="*/ 11881 h 254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644" h="254182">
                    <a:moveTo>
                      <a:pt x="0" y="11881"/>
                    </a:moveTo>
                    <a:lnTo>
                      <a:pt x="0" y="245725"/>
                    </a:lnTo>
                    <a:lnTo>
                      <a:pt x="108524" y="254183"/>
                    </a:lnTo>
                    <a:lnTo>
                      <a:pt x="146644" y="34515"/>
                    </a:lnTo>
                    <a:cubicBezTo>
                      <a:pt x="96969" y="-1342"/>
                      <a:pt x="48008" y="-9919"/>
                      <a:pt x="0" y="11881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3925E065-C0F7-A524-7157-C71993496C65}"/>
                  </a:ext>
                </a:extLst>
              </p:cNvPr>
              <p:cNvSpPr/>
              <p:nvPr/>
            </p:nvSpPr>
            <p:spPr>
              <a:xfrm>
                <a:off x="1565697" y="5522580"/>
                <a:ext cx="234438" cy="185136"/>
              </a:xfrm>
              <a:custGeom>
                <a:avLst/>
                <a:gdLst>
                  <a:gd name="connsiteX0" fmla="*/ 11913 w 234438"/>
                  <a:gd name="connsiteY0" fmla="*/ 28010 h 185136"/>
                  <a:gd name="connsiteX1" fmla="*/ 0 w 234438"/>
                  <a:gd name="connsiteY1" fmla="*/ 185137 h 185136"/>
                  <a:gd name="connsiteX2" fmla="*/ 230151 w 234438"/>
                  <a:gd name="connsiteY2" fmla="*/ 185137 h 185136"/>
                  <a:gd name="connsiteX3" fmla="*/ 195843 w 234438"/>
                  <a:gd name="connsiteY3" fmla="*/ 104250 h 185136"/>
                  <a:gd name="connsiteX4" fmla="*/ 160820 w 234438"/>
                  <a:gd name="connsiteY4" fmla="*/ 78400 h 185136"/>
                  <a:gd name="connsiteX5" fmla="*/ 137948 w 234438"/>
                  <a:gd name="connsiteY5" fmla="*/ 3470 h 185136"/>
                  <a:gd name="connsiteX6" fmla="*/ 126869 w 234438"/>
                  <a:gd name="connsiteY6" fmla="*/ 3470 h 185136"/>
                  <a:gd name="connsiteX7" fmla="*/ 117339 w 234438"/>
                  <a:gd name="connsiteY7" fmla="*/ 34442 h 185136"/>
                  <a:gd name="connsiteX8" fmla="*/ 11913 w 234438"/>
                  <a:gd name="connsiteY8" fmla="*/ 28010 h 18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438" h="185136">
                    <a:moveTo>
                      <a:pt x="11913" y="28010"/>
                    </a:moveTo>
                    <a:cubicBezTo>
                      <a:pt x="1310" y="58863"/>
                      <a:pt x="0" y="185137"/>
                      <a:pt x="0" y="185137"/>
                    </a:cubicBezTo>
                    <a:lnTo>
                      <a:pt x="230151" y="185137"/>
                    </a:lnTo>
                    <a:cubicBezTo>
                      <a:pt x="243851" y="139511"/>
                      <a:pt x="222647" y="108300"/>
                      <a:pt x="195843" y="104250"/>
                    </a:cubicBezTo>
                    <a:cubicBezTo>
                      <a:pt x="181871" y="99283"/>
                      <a:pt x="169684" y="90289"/>
                      <a:pt x="160820" y="78400"/>
                    </a:cubicBezTo>
                    <a:cubicBezTo>
                      <a:pt x="160820" y="76970"/>
                      <a:pt x="146644" y="6924"/>
                      <a:pt x="137948" y="3470"/>
                    </a:cubicBezTo>
                    <a:cubicBezTo>
                      <a:pt x="137948" y="3470"/>
                      <a:pt x="131992" y="-3797"/>
                      <a:pt x="126869" y="3470"/>
                    </a:cubicBezTo>
                    <a:cubicBezTo>
                      <a:pt x="122335" y="13321"/>
                      <a:pt x="119131" y="23745"/>
                      <a:pt x="117339" y="34442"/>
                    </a:cubicBezTo>
                    <a:cubicBezTo>
                      <a:pt x="81959" y="-13685"/>
                      <a:pt x="46817" y="-7133"/>
                      <a:pt x="11913" y="28010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F7A76318-5082-C692-834B-3266E9E3D340}"/>
                  </a:ext>
                </a:extLst>
              </p:cNvPr>
              <p:cNvSpPr/>
              <p:nvPr/>
            </p:nvSpPr>
            <p:spPr>
              <a:xfrm>
                <a:off x="1570297" y="5573248"/>
                <a:ext cx="86635" cy="25592"/>
              </a:xfrm>
              <a:custGeom>
                <a:avLst/>
                <a:gdLst>
                  <a:gd name="connsiteX0" fmla="*/ 4572 w 86635"/>
                  <a:gd name="connsiteY0" fmla="*/ 14032 h 25592"/>
                  <a:gd name="connsiteX1" fmla="*/ 81170 w 86635"/>
                  <a:gd name="connsiteY1" fmla="*/ 24872 h 25592"/>
                  <a:gd name="connsiteX2" fmla="*/ 84982 w 86635"/>
                  <a:gd name="connsiteY2" fmla="*/ 17844 h 25592"/>
                  <a:gd name="connsiteX3" fmla="*/ 2547 w 86635"/>
                  <a:gd name="connsiteY3" fmla="*/ 5931 h 25592"/>
                  <a:gd name="connsiteX4" fmla="*/ 4572 w 86635"/>
                  <a:gd name="connsiteY4" fmla="*/ 13794 h 2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35" h="25592">
                    <a:moveTo>
                      <a:pt x="4572" y="14032"/>
                    </a:moveTo>
                    <a:cubicBezTo>
                      <a:pt x="30197" y="3620"/>
                      <a:pt x="59442" y="7754"/>
                      <a:pt x="81170" y="24872"/>
                    </a:cubicBezTo>
                    <a:cubicBezTo>
                      <a:pt x="85101" y="27850"/>
                      <a:pt x="88913" y="20822"/>
                      <a:pt x="84982" y="17844"/>
                    </a:cubicBezTo>
                    <a:cubicBezTo>
                      <a:pt x="61597" y="-549"/>
                      <a:pt x="30183" y="-5088"/>
                      <a:pt x="2547" y="5931"/>
                    </a:cubicBezTo>
                    <a:cubicBezTo>
                      <a:pt x="-1980" y="7718"/>
                      <a:pt x="45" y="15580"/>
                      <a:pt x="4572" y="137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59A36949-475D-2A39-E585-1F572259DA5F}"/>
                  </a:ext>
                </a:extLst>
              </p:cNvPr>
              <p:cNvSpPr/>
              <p:nvPr/>
            </p:nvSpPr>
            <p:spPr>
              <a:xfrm>
                <a:off x="1565339" y="5681270"/>
                <a:ext cx="234203" cy="8100"/>
              </a:xfrm>
              <a:custGeom>
                <a:avLst/>
                <a:gdLst>
                  <a:gd name="connsiteX0" fmla="*/ 230390 w 234203"/>
                  <a:gd name="connsiteY0" fmla="*/ 8100 h 8100"/>
                  <a:gd name="connsiteX1" fmla="*/ 230390 w 234203"/>
                  <a:gd name="connsiteY1" fmla="*/ 8100 h 8100"/>
                  <a:gd name="connsiteX2" fmla="*/ 4050 w 234203"/>
                  <a:gd name="connsiteY2" fmla="*/ 8100 h 8100"/>
                  <a:gd name="connsiteX3" fmla="*/ 0 w 234203"/>
                  <a:gd name="connsiteY3" fmla="*/ 4050 h 8100"/>
                  <a:gd name="connsiteX4" fmla="*/ 4050 w 234203"/>
                  <a:gd name="connsiteY4" fmla="*/ 0 h 8100"/>
                  <a:gd name="connsiteX5" fmla="*/ 4050 w 234203"/>
                  <a:gd name="connsiteY5" fmla="*/ 0 h 8100"/>
                  <a:gd name="connsiteX6" fmla="*/ 230390 w 234203"/>
                  <a:gd name="connsiteY6" fmla="*/ 0 h 8100"/>
                  <a:gd name="connsiteX7" fmla="*/ 234202 w 234203"/>
                  <a:gd name="connsiteY7" fmla="*/ 4050 h 8100"/>
                  <a:gd name="connsiteX8" fmla="*/ 234202 w 234203"/>
                  <a:gd name="connsiteY8" fmla="*/ 4050 h 8100"/>
                  <a:gd name="connsiteX9" fmla="*/ 230393 w 234203"/>
                  <a:gd name="connsiteY9" fmla="*/ 8100 h 8100"/>
                  <a:gd name="connsiteX10" fmla="*/ 230390 w 234203"/>
                  <a:gd name="connsiteY10" fmla="*/ 8100 h 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203" h="8100">
                    <a:moveTo>
                      <a:pt x="230390" y="8100"/>
                    </a:moveTo>
                    <a:lnTo>
                      <a:pt x="230390" y="8100"/>
                    </a:lnTo>
                    <a:lnTo>
                      <a:pt x="4050" y="8100"/>
                    </a:lnTo>
                    <a:cubicBezTo>
                      <a:pt x="1813" y="8100"/>
                      <a:pt x="0" y="6290"/>
                      <a:pt x="0" y="4050"/>
                    </a:cubicBezTo>
                    <a:cubicBezTo>
                      <a:pt x="0" y="1810"/>
                      <a:pt x="1813" y="0"/>
                      <a:pt x="4050" y="0"/>
                    </a:cubicBezTo>
                    <a:lnTo>
                      <a:pt x="4050" y="0"/>
                    </a:lnTo>
                    <a:lnTo>
                      <a:pt x="230390" y="0"/>
                    </a:lnTo>
                    <a:cubicBezTo>
                      <a:pt x="232560" y="60"/>
                      <a:pt x="234266" y="1882"/>
                      <a:pt x="234202" y="4050"/>
                    </a:cubicBezTo>
                    <a:cubicBezTo>
                      <a:pt x="234202" y="4050"/>
                      <a:pt x="234202" y="4050"/>
                      <a:pt x="234202" y="4050"/>
                    </a:cubicBezTo>
                    <a:cubicBezTo>
                      <a:pt x="234268" y="6218"/>
                      <a:pt x="232564" y="8029"/>
                      <a:pt x="230393" y="8100"/>
                    </a:cubicBezTo>
                    <a:cubicBezTo>
                      <a:pt x="230392" y="8100"/>
                      <a:pt x="230391" y="8100"/>
                      <a:pt x="230390" y="8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653FCEF3-79E5-0CE3-7DEB-0D37B30BB3A4}"/>
                  </a:ext>
                </a:extLst>
              </p:cNvPr>
              <p:cNvSpPr/>
              <p:nvPr/>
            </p:nvSpPr>
            <p:spPr>
              <a:xfrm>
                <a:off x="1510660" y="3585681"/>
                <a:ext cx="406295" cy="1882591"/>
              </a:xfrm>
              <a:custGeom>
                <a:avLst/>
                <a:gdLst>
                  <a:gd name="connsiteX0" fmla="*/ 23110 w 406295"/>
                  <a:gd name="connsiteY0" fmla="*/ 1870679 h 1882591"/>
                  <a:gd name="connsiteX1" fmla="*/ 254572 w 406295"/>
                  <a:gd name="connsiteY1" fmla="*/ 1882592 h 1882591"/>
                  <a:gd name="connsiteX2" fmla="*/ 363096 w 406295"/>
                  <a:gd name="connsiteY2" fmla="*/ 929584 h 1882591"/>
                  <a:gd name="connsiteX3" fmla="*/ 378344 w 406295"/>
                  <a:gd name="connsiteY3" fmla="*/ 56986 h 1882591"/>
                  <a:gd name="connsiteX4" fmla="*/ 0 w 406295"/>
                  <a:gd name="connsiteY4" fmla="*/ 33995 h 1882591"/>
                  <a:gd name="connsiteX5" fmla="*/ 23110 w 406295"/>
                  <a:gd name="connsiteY5" fmla="*/ 906235 h 1882591"/>
                  <a:gd name="connsiteX6" fmla="*/ 23110 w 406295"/>
                  <a:gd name="connsiteY6" fmla="*/ 1870679 h 1882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295" h="1882591">
                    <a:moveTo>
                      <a:pt x="23110" y="1870679"/>
                    </a:moveTo>
                    <a:lnTo>
                      <a:pt x="254572" y="1882592"/>
                    </a:lnTo>
                    <a:cubicBezTo>
                      <a:pt x="306511" y="1714267"/>
                      <a:pt x="357735" y="1111013"/>
                      <a:pt x="363096" y="929584"/>
                    </a:cubicBezTo>
                    <a:cubicBezTo>
                      <a:pt x="369410" y="713132"/>
                      <a:pt x="446484" y="170036"/>
                      <a:pt x="378344" y="56986"/>
                    </a:cubicBezTo>
                    <a:cubicBezTo>
                      <a:pt x="310204" y="-56065"/>
                      <a:pt x="0" y="33995"/>
                      <a:pt x="0" y="33995"/>
                    </a:cubicBezTo>
                    <a:cubicBezTo>
                      <a:pt x="0" y="33995"/>
                      <a:pt x="38597" y="695382"/>
                      <a:pt x="23110" y="906235"/>
                    </a:cubicBezTo>
                    <a:cubicBezTo>
                      <a:pt x="9768" y="1089927"/>
                      <a:pt x="-10960" y="1627186"/>
                      <a:pt x="23110" y="1870679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C70A1428-51E8-0C84-61D3-3A8FD808D6EF}"/>
                  </a:ext>
                </a:extLst>
              </p:cNvPr>
              <p:cNvSpPr/>
              <p:nvPr/>
            </p:nvSpPr>
            <p:spPr>
              <a:xfrm>
                <a:off x="1515187" y="5402635"/>
                <a:ext cx="274942" cy="82435"/>
              </a:xfrm>
              <a:custGeom>
                <a:avLst/>
                <a:gdLst>
                  <a:gd name="connsiteX0" fmla="*/ 274943 w 274942"/>
                  <a:gd name="connsiteY0" fmla="*/ 5122 h 82435"/>
                  <a:gd name="connsiteX1" fmla="*/ 259933 w 274942"/>
                  <a:gd name="connsiteY1" fmla="*/ 82435 h 82435"/>
                  <a:gd name="connsiteX2" fmla="*/ 9173 w 274942"/>
                  <a:gd name="connsiteY2" fmla="*/ 74335 h 82435"/>
                  <a:gd name="connsiteX3" fmla="*/ 0 w 274942"/>
                  <a:gd name="connsiteY3" fmla="*/ 0 h 82435"/>
                  <a:gd name="connsiteX4" fmla="*/ 274943 w 274942"/>
                  <a:gd name="connsiteY4" fmla="*/ 5122 h 82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42" h="82435">
                    <a:moveTo>
                      <a:pt x="274943" y="5122"/>
                    </a:moveTo>
                    <a:lnTo>
                      <a:pt x="259933" y="82435"/>
                    </a:lnTo>
                    <a:lnTo>
                      <a:pt x="9173" y="74335"/>
                    </a:lnTo>
                    <a:lnTo>
                      <a:pt x="0" y="0"/>
                    </a:lnTo>
                    <a:lnTo>
                      <a:pt x="274943" y="5122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B7E8041F-CC2B-763B-895C-90F9F70DEDAE}"/>
                  </a:ext>
                </a:extLst>
              </p:cNvPr>
              <p:cNvSpPr/>
              <p:nvPr/>
            </p:nvSpPr>
            <p:spPr>
              <a:xfrm>
                <a:off x="2042558" y="5298748"/>
                <a:ext cx="155816" cy="284481"/>
              </a:xfrm>
              <a:custGeom>
                <a:avLst/>
                <a:gdLst>
                  <a:gd name="connsiteX0" fmla="*/ 0 w 155816"/>
                  <a:gd name="connsiteY0" fmla="*/ 11921 h 284481"/>
                  <a:gd name="connsiteX1" fmla="*/ 0 w 155816"/>
                  <a:gd name="connsiteY1" fmla="*/ 275785 h 284481"/>
                  <a:gd name="connsiteX2" fmla="*/ 104474 w 155816"/>
                  <a:gd name="connsiteY2" fmla="*/ 284482 h 284481"/>
                  <a:gd name="connsiteX3" fmla="*/ 155817 w 155816"/>
                  <a:gd name="connsiteY3" fmla="*/ 37415 h 284481"/>
                  <a:gd name="connsiteX4" fmla="*/ 0 w 155816"/>
                  <a:gd name="connsiteY4" fmla="*/ 11921 h 28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816" h="284481">
                    <a:moveTo>
                      <a:pt x="0" y="11921"/>
                    </a:moveTo>
                    <a:lnTo>
                      <a:pt x="0" y="275785"/>
                    </a:lnTo>
                    <a:lnTo>
                      <a:pt x="104474" y="284482"/>
                    </a:lnTo>
                    <a:lnTo>
                      <a:pt x="155817" y="37415"/>
                    </a:lnTo>
                    <a:cubicBezTo>
                      <a:pt x="113646" y="3583"/>
                      <a:pt x="64924" y="-12857"/>
                      <a:pt x="0" y="11921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4658BC0D-A532-D85F-9E26-40925740D114}"/>
                  </a:ext>
                </a:extLst>
              </p:cNvPr>
              <p:cNvSpPr/>
              <p:nvPr/>
            </p:nvSpPr>
            <p:spPr>
              <a:xfrm>
                <a:off x="2030407" y="5523145"/>
                <a:ext cx="268004" cy="185166"/>
              </a:xfrm>
              <a:custGeom>
                <a:avLst/>
                <a:gdLst>
                  <a:gd name="connsiteX0" fmla="*/ 11913 w 268004"/>
                  <a:gd name="connsiteY0" fmla="*/ 28039 h 185166"/>
                  <a:gd name="connsiteX1" fmla="*/ 0 w 268004"/>
                  <a:gd name="connsiteY1" fmla="*/ 185166 h 185166"/>
                  <a:gd name="connsiteX2" fmla="*/ 264460 w 268004"/>
                  <a:gd name="connsiteY2" fmla="*/ 185166 h 185166"/>
                  <a:gd name="connsiteX3" fmla="*/ 222766 w 268004"/>
                  <a:gd name="connsiteY3" fmla="*/ 108330 h 185166"/>
                  <a:gd name="connsiteX4" fmla="*/ 160820 w 268004"/>
                  <a:gd name="connsiteY4" fmla="*/ 78430 h 185166"/>
                  <a:gd name="connsiteX5" fmla="*/ 138067 w 268004"/>
                  <a:gd name="connsiteY5" fmla="*/ 3499 h 185166"/>
                  <a:gd name="connsiteX6" fmla="*/ 126988 w 268004"/>
                  <a:gd name="connsiteY6" fmla="*/ 3499 h 185166"/>
                  <a:gd name="connsiteX7" fmla="*/ 117458 w 268004"/>
                  <a:gd name="connsiteY7" fmla="*/ 34591 h 185166"/>
                  <a:gd name="connsiteX8" fmla="*/ 11913 w 268004"/>
                  <a:gd name="connsiteY8" fmla="*/ 28039 h 1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8004" h="185166">
                    <a:moveTo>
                      <a:pt x="11913" y="28039"/>
                    </a:moveTo>
                    <a:cubicBezTo>
                      <a:pt x="1191" y="58893"/>
                      <a:pt x="0" y="185166"/>
                      <a:pt x="0" y="185166"/>
                    </a:cubicBezTo>
                    <a:lnTo>
                      <a:pt x="264460" y="185166"/>
                    </a:lnTo>
                    <a:cubicBezTo>
                      <a:pt x="278159" y="139541"/>
                      <a:pt x="249569" y="112500"/>
                      <a:pt x="222766" y="108330"/>
                    </a:cubicBezTo>
                    <a:cubicBezTo>
                      <a:pt x="210853" y="106543"/>
                      <a:pt x="170708" y="89628"/>
                      <a:pt x="160820" y="78430"/>
                    </a:cubicBezTo>
                    <a:cubicBezTo>
                      <a:pt x="160820" y="77000"/>
                      <a:pt x="146763" y="6954"/>
                      <a:pt x="138067" y="3499"/>
                    </a:cubicBezTo>
                    <a:cubicBezTo>
                      <a:pt x="138067" y="3499"/>
                      <a:pt x="131992" y="-3886"/>
                      <a:pt x="126988" y="3499"/>
                    </a:cubicBezTo>
                    <a:cubicBezTo>
                      <a:pt x="122462" y="13399"/>
                      <a:pt x="119257" y="23858"/>
                      <a:pt x="117458" y="34591"/>
                    </a:cubicBezTo>
                    <a:cubicBezTo>
                      <a:pt x="81959" y="-13655"/>
                      <a:pt x="46697" y="-7222"/>
                      <a:pt x="11913" y="28039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6F5A592C-04A7-FC2E-D008-E797B69884E0}"/>
                  </a:ext>
                </a:extLst>
              </p:cNvPr>
              <p:cNvSpPr/>
              <p:nvPr/>
            </p:nvSpPr>
            <p:spPr>
              <a:xfrm>
                <a:off x="2034966" y="5573757"/>
                <a:ext cx="86580" cy="25601"/>
              </a:xfrm>
              <a:custGeom>
                <a:avLst/>
                <a:gdLst>
                  <a:gd name="connsiteX0" fmla="*/ 4494 w 86580"/>
                  <a:gd name="connsiteY0" fmla="*/ 13999 h 25601"/>
                  <a:gd name="connsiteX1" fmla="*/ 81092 w 86580"/>
                  <a:gd name="connsiteY1" fmla="*/ 24839 h 25601"/>
                  <a:gd name="connsiteX2" fmla="*/ 84904 w 86580"/>
                  <a:gd name="connsiteY2" fmla="*/ 17811 h 25601"/>
                  <a:gd name="connsiteX3" fmla="*/ 2588 w 86580"/>
                  <a:gd name="connsiteY3" fmla="*/ 5899 h 25601"/>
                  <a:gd name="connsiteX4" fmla="*/ 4494 w 86580"/>
                  <a:gd name="connsiteY4" fmla="*/ 13761 h 2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80" h="25601">
                    <a:moveTo>
                      <a:pt x="4494" y="13999"/>
                    </a:moveTo>
                    <a:cubicBezTo>
                      <a:pt x="30118" y="3563"/>
                      <a:pt x="59376" y="7697"/>
                      <a:pt x="81092" y="24839"/>
                    </a:cubicBezTo>
                    <a:cubicBezTo>
                      <a:pt x="85143" y="27937"/>
                      <a:pt x="88836" y="20789"/>
                      <a:pt x="84904" y="17811"/>
                    </a:cubicBezTo>
                    <a:cubicBezTo>
                      <a:pt x="61544" y="-534"/>
                      <a:pt x="30190" y="-5073"/>
                      <a:pt x="2588" y="5899"/>
                    </a:cubicBezTo>
                    <a:cubicBezTo>
                      <a:pt x="-1938" y="7805"/>
                      <a:pt x="-32" y="15667"/>
                      <a:pt x="4494" y="137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4DE3EFAD-B7DD-FE27-5FD0-C72501E3C99E}"/>
                  </a:ext>
                </a:extLst>
              </p:cNvPr>
              <p:cNvSpPr/>
              <p:nvPr/>
            </p:nvSpPr>
            <p:spPr>
              <a:xfrm>
                <a:off x="2029452" y="5681866"/>
                <a:ext cx="269941" cy="8219"/>
              </a:xfrm>
              <a:custGeom>
                <a:avLst/>
                <a:gdLst>
                  <a:gd name="connsiteX0" fmla="*/ 265891 w 269941"/>
                  <a:gd name="connsiteY0" fmla="*/ 8220 h 8219"/>
                  <a:gd name="connsiteX1" fmla="*/ 265891 w 269941"/>
                  <a:gd name="connsiteY1" fmla="*/ 8220 h 8219"/>
                  <a:gd name="connsiteX2" fmla="*/ 3814 w 269941"/>
                  <a:gd name="connsiteY2" fmla="*/ 8220 h 8219"/>
                  <a:gd name="connsiteX3" fmla="*/ 2 w 269941"/>
                  <a:gd name="connsiteY3" fmla="*/ 4169 h 8219"/>
                  <a:gd name="connsiteX4" fmla="*/ 2 w 269941"/>
                  <a:gd name="connsiteY4" fmla="*/ 4169 h 8219"/>
                  <a:gd name="connsiteX5" fmla="*/ 3814 w 269941"/>
                  <a:gd name="connsiteY5" fmla="*/ 0 h 8219"/>
                  <a:gd name="connsiteX6" fmla="*/ 3814 w 269941"/>
                  <a:gd name="connsiteY6" fmla="*/ 0 h 8219"/>
                  <a:gd name="connsiteX7" fmla="*/ 265891 w 269941"/>
                  <a:gd name="connsiteY7" fmla="*/ 0 h 8219"/>
                  <a:gd name="connsiteX8" fmla="*/ 269942 w 269941"/>
                  <a:gd name="connsiteY8" fmla="*/ 4050 h 8219"/>
                  <a:gd name="connsiteX9" fmla="*/ 265891 w 269941"/>
                  <a:gd name="connsiteY9" fmla="*/ 8100 h 8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941" h="8219">
                    <a:moveTo>
                      <a:pt x="265891" y="8220"/>
                    </a:moveTo>
                    <a:lnTo>
                      <a:pt x="265891" y="8220"/>
                    </a:lnTo>
                    <a:lnTo>
                      <a:pt x="3814" y="8220"/>
                    </a:lnTo>
                    <a:cubicBezTo>
                      <a:pt x="1646" y="8160"/>
                      <a:pt x="-57" y="6338"/>
                      <a:pt x="2" y="4169"/>
                    </a:cubicBezTo>
                    <a:cubicBezTo>
                      <a:pt x="2" y="4169"/>
                      <a:pt x="2" y="4169"/>
                      <a:pt x="2" y="4169"/>
                    </a:cubicBezTo>
                    <a:cubicBezTo>
                      <a:pt x="-69" y="1978"/>
                      <a:pt x="1622" y="131"/>
                      <a:pt x="3814" y="0"/>
                    </a:cubicBezTo>
                    <a:lnTo>
                      <a:pt x="3814" y="0"/>
                    </a:lnTo>
                    <a:lnTo>
                      <a:pt x="265891" y="0"/>
                    </a:lnTo>
                    <a:cubicBezTo>
                      <a:pt x="268131" y="0"/>
                      <a:pt x="269942" y="1811"/>
                      <a:pt x="269942" y="4050"/>
                    </a:cubicBezTo>
                    <a:cubicBezTo>
                      <a:pt x="269942" y="6290"/>
                      <a:pt x="268131" y="8100"/>
                      <a:pt x="265891" y="8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5885A932-F1B4-66D3-234E-82D75442E373}"/>
                  </a:ext>
                </a:extLst>
              </p:cNvPr>
              <p:cNvSpPr/>
              <p:nvPr/>
            </p:nvSpPr>
            <p:spPr>
              <a:xfrm>
                <a:off x="1751652" y="3562994"/>
                <a:ext cx="605095" cy="1905278"/>
              </a:xfrm>
              <a:custGeom>
                <a:avLst/>
                <a:gdLst>
                  <a:gd name="connsiteX0" fmla="*/ 244208 w 605095"/>
                  <a:gd name="connsiteY0" fmla="*/ 1893366 h 1905278"/>
                  <a:gd name="connsiteX1" fmla="*/ 473526 w 605095"/>
                  <a:gd name="connsiteY1" fmla="*/ 1905279 h 1905278"/>
                  <a:gd name="connsiteX2" fmla="*/ 604564 w 605095"/>
                  <a:gd name="connsiteY2" fmla="*/ 910815 h 1905278"/>
                  <a:gd name="connsiteX3" fmla="*/ 411104 w 605095"/>
                  <a:gd name="connsiteY3" fmla="*/ 12128 h 1905278"/>
                  <a:gd name="connsiteX4" fmla="*/ 0 w 605095"/>
                  <a:gd name="connsiteY4" fmla="*/ 96470 h 1905278"/>
                  <a:gd name="connsiteX5" fmla="*/ 265770 w 605095"/>
                  <a:gd name="connsiteY5" fmla="*/ 942264 h 1905278"/>
                  <a:gd name="connsiteX6" fmla="*/ 244208 w 605095"/>
                  <a:gd name="connsiteY6" fmla="*/ 1893366 h 1905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5095" h="1905278">
                    <a:moveTo>
                      <a:pt x="244208" y="1893366"/>
                    </a:moveTo>
                    <a:lnTo>
                      <a:pt x="473526" y="1905279"/>
                    </a:lnTo>
                    <a:cubicBezTo>
                      <a:pt x="501520" y="1718966"/>
                      <a:pt x="613737" y="1040662"/>
                      <a:pt x="604564" y="910815"/>
                    </a:cubicBezTo>
                    <a:cubicBezTo>
                      <a:pt x="593367" y="752139"/>
                      <a:pt x="460541" y="65020"/>
                      <a:pt x="411104" y="12128"/>
                    </a:cubicBezTo>
                    <a:cubicBezTo>
                      <a:pt x="361667" y="-40764"/>
                      <a:pt x="0" y="96470"/>
                      <a:pt x="0" y="96470"/>
                    </a:cubicBezTo>
                    <a:cubicBezTo>
                      <a:pt x="0" y="96470"/>
                      <a:pt x="148550" y="687216"/>
                      <a:pt x="265770" y="942264"/>
                    </a:cubicBezTo>
                    <a:cubicBezTo>
                      <a:pt x="290191" y="996229"/>
                      <a:pt x="225506" y="1666908"/>
                      <a:pt x="244208" y="1893366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BFCDAF25-D72E-A4F6-D245-76A89DD74DD1}"/>
                  </a:ext>
                </a:extLst>
              </p:cNvPr>
              <p:cNvSpPr/>
              <p:nvPr/>
            </p:nvSpPr>
            <p:spPr>
              <a:xfrm>
                <a:off x="1979779" y="5393819"/>
                <a:ext cx="271845" cy="91250"/>
              </a:xfrm>
              <a:custGeom>
                <a:avLst/>
                <a:gdLst>
                  <a:gd name="connsiteX0" fmla="*/ 271846 w 271845"/>
                  <a:gd name="connsiteY0" fmla="*/ 19775 h 91250"/>
                  <a:gd name="connsiteX1" fmla="*/ 260052 w 271845"/>
                  <a:gd name="connsiteY1" fmla="*/ 91251 h 91250"/>
                  <a:gd name="connsiteX2" fmla="*/ 5122 w 271845"/>
                  <a:gd name="connsiteY2" fmla="*/ 74930 h 91250"/>
                  <a:gd name="connsiteX3" fmla="*/ 0 w 271845"/>
                  <a:gd name="connsiteY3" fmla="*/ 0 h 91250"/>
                  <a:gd name="connsiteX4" fmla="*/ 271846 w 271845"/>
                  <a:gd name="connsiteY4" fmla="*/ 19775 h 9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845" h="91250">
                    <a:moveTo>
                      <a:pt x="271846" y="19775"/>
                    </a:moveTo>
                    <a:lnTo>
                      <a:pt x="260052" y="91251"/>
                    </a:lnTo>
                    <a:lnTo>
                      <a:pt x="5122" y="74930"/>
                    </a:lnTo>
                    <a:lnTo>
                      <a:pt x="0" y="0"/>
                    </a:lnTo>
                    <a:lnTo>
                      <a:pt x="271846" y="19775"/>
                    </a:lnTo>
                    <a:close/>
                  </a:path>
                </a:pathLst>
              </a:custGeom>
              <a:solidFill>
                <a:schemeClr val="accent3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3" name="图形 9">
                <a:extLst>
                  <a:ext uri="{FF2B5EF4-FFF2-40B4-BE49-F238E27FC236}">
                    <a16:creationId xmlns:a16="http://schemas.microsoft.com/office/drawing/2014/main" id="{27F38A9A-3F1D-1F2F-BDDB-37DA691552B8}"/>
                  </a:ext>
                </a:extLst>
              </p:cNvPr>
              <p:cNvGrpSpPr/>
              <p:nvPr/>
            </p:nvGrpSpPr>
            <p:grpSpPr>
              <a:xfrm>
                <a:off x="1561646" y="3689681"/>
                <a:ext cx="761096" cy="1718433"/>
                <a:chOff x="6853045" y="3399089"/>
                <a:chExt cx="761096" cy="1718433"/>
              </a:xfrm>
              <a:solidFill>
                <a:srgbClr val="FFFFFF"/>
              </a:solidFill>
            </p:grpSpPr>
            <p:sp>
              <p:nvSpPr>
                <p:cNvPr id="221" name="任意多边形: 形状 220">
                  <a:extLst>
                    <a:ext uri="{FF2B5EF4-FFF2-40B4-BE49-F238E27FC236}">
                      <a16:creationId xmlns:a16="http://schemas.microsoft.com/office/drawing/2014/main" id="{52341926-9C12-7B8A-00CE-50C0806B1442}"/>
                    </a:ext>
                  </a:extLst>
                </p:cNvPr>
                <p:cNvSpPr/>
                <p:nvPr/>
              </p:nvSpPr>
              <p:spPr>
                <a:xfrm>
                  <a:off x="6952623" y="3539855"/>
                  <a:ext cx="249950" cy="1575642"/>
                </a:xfrm>
                <a:custGeom>
                  <a:avLst/>
                  <a:gdLst>
                    <a:gd name="connsiteX0" fmla="*/ 178224 w 249950"/>
                    <a:gd name="connsiteY0" fmla="*/ 224872 h 1575642"/>
                    <a:gd name="connsiteX1" fmla="*/ 165359 w 249950"/>
                    <a:gd name="connsiteY1" fmla="*/ 195687 h 1575642"/>
                    <a:gd name="connsiteX2" fmla="*/ 114015 w 249950"/>
                    <a:gd name="connsiteY2" fmla="*/ 32841 h 1575642"/>
                    <a:gd name="connsiteX3" fmla="*/ 2632 w 249950"/>
                    <a:gd name="connsiteY3" fmla="*/ 8063 h 1575642"/>
                    <a:gd name="connsiteX4" fmla="*/ 4658 w 249950"/>
                    <a:gd name="connsiteY4" fmla="*/ 201 h 1575642"/>
                    <a:gd name="connsiteX5" fmla="*/ 182036 w 249950"/>
                    <a:gd name="connsiteY5" fmla="*/ 27362 h 1575642"/>
                    <a:gd name="connsiteX6" fmla="*/ 182036 w 249950"/>
                    <a:gd name="connsiteY6" fmla="*/ 35462 h 1575642"/>
                    <a:gd name="connsiteX7" fmla="*/ 122473 w 249950"/>
                    <a:gd name="connsiteY7" fmla="*/ 33556 h 1575642"/>
                    <a:gd name="connsiteX8" fmla="*/ 173817 w 249950"/>
                    <a:gd name="connsiteY8" fmla="*/ 195329 h 1575642"/>
                    <a:gd name="connsiteX9" fmla="*/ 249342 w 249950"/>
                    <a:gd name="connsiteY9" fmla="*/ 346024 h 1575642"/>
                    <a:gd name="connsiteX10" fmla="*/ 242910 w 249950"/>
                    <a:gd name="connsiteY10" fmla="*/ 350074 h 1575642"/>
                    <a:gd name="connsiteX11" fmla="*/ 185253 w 249950"/>
                    <a:gd name="connsiteY11" fmla="*/ 240121 h 1575642"/>
                    <a:gd name="connsiteX12" fmla="*/ 173340 w 249950"/>
                    <a:gd name="connsiteY12" fmla="*/ 606433 h 1575642"/>
                    <a:gd name="connsiteX13" fmla="*/ 68867 w 249950"/>
                    <a:gd name="connsiteY13" fmla="*/ 1575642 h 1575642"/>
                    <a:gd name="connsiteX14" fmla="*/ 60647 w 249950"/>
                    <a:gd name="connsiteY14" fmla="*/ 1575642 h 1575642"/>
                    <a:gd name="connsiteX15" fmla="*/ 165239 w 249950"/>
                    <a:gd name="connsiteY15" fmla="*/ 606195 h 1575642"/>
                    <a:gd name="connsiteX16" fmla="*/ 178224 w 249950"/>
                    <a:gd name="connsiteY16" fmla="*/ 224872 h 1575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9950" h="1575642">
                      <a:moveTo>
                        <a:pt x="178224" y="224872"/>
                      </a:moveTo>
                      <a:cubicBezTo>
                        <a:pt x="173817" y="215223"/>
                        <a:pt x="169409" y="205574"/>
                        <a:pt x="165359" y="195687"/>
                      </a:cubicBezTo>
                      <a:cubicBezTo>
                        <a:pt x="143786" y="142914"/>
                        <a:pt x="126613" y="88449"/>
                        <a:pt x="114015" y="32841"/>
                      </a:cubicBezTo>
                      <a:cubicBezTo>
                        <a:pt x="76075" y="28791"/>
                        <a:pt x="38712" y="20476"/>
                        <a:pt x="2632" y="8063"/>
                      </a:cubicBezTo>
                      <a:cubicBezTo>
                        <a:pt x="-2013" y="6515"/>
                        <a:pt x="12" y="-1348"/>
                        <a:pt x="4658" y="201"/>
                      </a:cubicBezTo>
                      <a:cubicBezTo>
                        <a:pt x="61678" y="19809"/>
                        <a:pt x="121760" y="29018"/>
                        <a:pt x="182036" y="27362"/>
                      </a:cubicBezTo>
                      <a:cubicBezTo>
                        <a:pt x="186920" y="27362"/>
                        <a:pt x="186801" y="35343"/>
                        <a:pt x="182036" y="35462"/>
                      </a:cubicBezTo>
                      <a:cubicBezTo>
                        <a:pt x="162161" y="35998"/>
                        <a:pt x="142273" y="35367"/>
                        <a:pt x="122473" y="33556"/>
                      </a:cubicBezTo>
                      <a:cubicBezTo>
                        <a:pt x="135163" y="88783"/>
                        <a:pt x="152335" y="142890"/>
                        <a:pt x="173817" y="195329"/>
                      </a:cubicBezTo>
                      <a:cubicBezTo>
                        <a:pt x="196193" y="246911"/>
                        <a:pt x="221406" y="297230"/>
                        <a:pt x="249342" y="346024"/>
                      </a:cubicBezTo>
                      <a:cubicBezTo>
                        <a:pt x="251963" y="350431"/>
                        <a:pt x="245411" y="354601"/>
                        <a:pt x="242910" y="350074"/>
                      </a:cubicBezTo>
                      <a:cubicBezTo>
                        <a:pt x="222658" y="314336"/>
                        <a:pt x="203002" y="277646"/>
                        <a:pt x="185253" y="240121"/>
                      </a:cubicBezTo>
                      <a:cubicBezTo>
                        <a:pt x="183585" y="284793"/>
                        <a:pt x="178582" y="423218"/>
                        <a:pt x="173340" y="606433"/>
                      </a:cubicBezTo>
                      <a:cubicBezTo>
                        <a:pt x="163691" y="922713"/>
                        <a:pt x="89952" y="1436861"/>
                        <a:pt x="68867" y="1575642"/>
                      </a:cubicBezTo>
                      <a:lnTo>
                        <a:pt x="60647" y="1575642"/>
                      </a:lnTo>
                      <a:cubicBezTo>
                        <a:pt x="81017" y="1439124"/>
                        <a:pt x="155948" y="922951"/>
                        <a:pt x="165239" y="606195"/>
                      </a:cubicBezTo>
                      <a:cubicBezTo>
                        <a:pt x="172030" y="389505"/>
                        <a:pt x="177867" y="235594"/>
                        <a:pt x="178224" y="2248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>
                  <a:extLst>
                    <a:ext uri="{FF2B5EF4-FFF2-40B4-BE49-F238E27FC236}">
                      <a16:creationId xmlns:a16="http://schemas.microsoft.com/office/drawing/2014/main" id="{D9511A65-7CD3-BAB5-5C9F-3B1906228834}"/>
                    </a:ext>
                  </a:extLst>
                </p:cNvPr>
                <p:cNvSpPr/>
                <p:nvPr/>
              </p:nvSpPr>
              <p:spPr>
                <a:xfrm>
                  <a:off x="6853045" y="4194573"/>
                  <a:ext cx="207160" cy="15953"/>
                </a:xfrm>
                <a:custGeom>
                  <a:avLst/>
                  <a:gdLst>
                    <a:gd name="connsiteX0" fmla="*/ 3574 w 207160"/>
                    <a:gd name="connsiteY0" fmla="*/ 1986 h 15953"/>
                    <a:gd name="connsiteX1" fmla="*/ 203586 w 207160"/>
                    <a:gd name="connsiteY1" fmla="*/ 7824 h 15953"/>
                    <a:gd name="connsiteX2" fmla="*/ 203586 w 207160"/>
                    <a:gd name="connsiteY2" fmla="*/ 15924 h 15953"/>
                    <a:gd name="connsiteX3" fmla="*/ 3574 w 207160"/>
                    <a:gd name="connsiteY3" fmla="*/ 10087 h 15953"/>
                    <a:gd name="connsiteX4" fmla="*/ 3574 w 207160"/>
                    <a:gd name="connsiteY4" fmla="*/ 1986 h 15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160" h="15953">
                      <a:moveTo>
                        <a:pt x="3574" y="1986"/>
                      </a:moveTo>
                      <a:cubicBezTo>
                        <a:pt x="70287" y="-1969"/>
                        <a:pt x="137218" y="-15"/>
                        <a:pt x="203586" y="7824"/>
                      </a:cubicBezTo>
                      <a:cubicBezTo>
                        <a:pt x="208351" y="7824"/>
                        <a:pt x="208351" y="16520"/>
                        <a:pt x="203586" y="15924"/>
                      </a:cubicBezTo>
                      <a:cubicBezTo>
                        <a:pt x="137214" y="8145"/>
                        <a:pt x="70287" y="6192"/>
                        <a:pt x="3574" y="10087"/>
                      </a:cubicBezTo>
                      <a:cubicBezTo>
                        <a:pt x="-1191" y="10325"/>
                        <a:pt x="-1191" y="2225"/>
                        <a:pt x="3574" y="19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>
                  <a:extLst>
                    <a:ext uri="{FF2B5EF4-FFF2-40B4-BE49-F238E27FC236}">
                      <a16:creationId xmlns:a16="http://schemas.microsoft.com/office/drawing/2014/main" id="{C8AEFA30-A7AC-2483-089D-BF1B31396DFB}"/>
                    </a:ext>
                  </a:extLst>
                </p:cNvPr>
                <p:cNvSpPr/>
                <p:nvPr/>
              </p:nvSpPr>
              <p:spPr>
                <a:xfrm>
                  <a:off x="7485803" y="3667020"/>
                  <a:ext cx="128338" cy="1450502"/>
                </a:xfrm>
                <a:custGeom>
                  <a:avLst/>
                  <a:gdLst>
                    <a:gd name="connsiteX0" fmla="*/ 120714 w 128338"/>
                    <a:gd name="connsiteY0" fmla="*/ 530254 h 1450502"/>
                    <a:gd name="connsiteX1" fmla="*/ 158 w 128338"/>
                    <a:gd name="connsiteY1" fmla="*/ 5266 h 1450502"/>
                    <a:gd name="connsiteX2" fmla="*/ 2660 w 128338"/>
                    <a:gd name="connsiteY2" fmla="*/ 143 h 1450502"/>
                    <a:gd name="connsiteX3" fmla="*/ 7223 w 128338"/>
                    <a:gd name="connsiteY3" fmla="*/ 2680 h 1450502"/>
                    <a:gd name="connsiteX4" fmla="*/ 7306 w 128338"/>
                    <a:gd name="connsiteY4" fmla="*/ 3002 h 1450502"/>
                    <a:gd name="connsiteX5" fmla="*/ 128219 w 128338"/>
                    <a:gd name="connsiteY5" fmla="*/ 529777 h 1450502"/>
                    <a:gd name="connsiteX6" fmla="*/ 8497 w 128338"/>
                    <a:gd name="connsiteY6" fmla="*/ 1447048 h 1450502"/>
                    <a:gd name="connsiteX7" fmla="*/ 4804 w 128338"/>
                    <a:gd name="connsiteY7" fmla="*/ 1450502 h 1450502"/>
                    <a:gd name="connsiteX8" fmla="*/ 4804 w 128338"/>
                    <a:gd name="connsiteY8" fmla="*/ 1450502 h 1450502"/>
                    <a:gd name="connsiteX9" fmla="*/ 1707 w 128338"/>
                    <a:gd name="connsiteY9" fmla="*/ 1445737 h 1450502"/>
                    <a:gd name="connsiteX10" fmla="*/ 120714 w 128338"/>
                    <a:gd name="connsiteY10" fmla="*/ 530254 h 1450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8338" h="1450502">
                      <a:moveTo>
                        <a:pt x="120714" y="530254"/>
                      </a:moveTo>
                      <a:cubicBezTo>
                        <a:pt x="115472" y="430903"/>
                        <a:pt x="1588" y="9435"/>
                        <a:pt x="158" y="5266"/>
                      </a:cubicBezTo>
                      <a:cubicBezTo>
                        <a:pt x="-425" y="3169"/>
                        <a:pt x="647" y="965"/>
                        <a:pt x="2660" y="143"/>
                      </a:cubicBezTo>
                      <a:cubicBezTo>
                        <a:pt x="4626" y="-417"/>
                        <a:pt x="6663" y="715"/>
                        <a:pt x="7223" y="2680"/>
                      </a:cubicBezTo>
                      <a:cubicBezTo>
                        <a:pt x="7258" y="2788"/>
                        <a:pt x="7282" y="2895"/>
                        <a:pt x="7306" y="3002"/>
                      </a:cubicBezTo>
                      <a:cubicBezTo>
                        <a:pt x="12071" y="20275"/>
                        <a:pt x="122977" y="429592"/>
                        <a:pt x="128219" y="529777"/>
                      </a:cubicBezTo>
                      <a:cubicBezTo>
                        <a:pt x="132627" y="615905"/>
                        <a:pt x="13620" y="1412859"/>
                        <a:pt x="8497" y="1447048"/>
                      </a:cubicBezTo>
                      <a:cubicBezTo>
                        <a:pt x="8366" y="1448989"/>
                        <a:pt x="6758" y="1450502"/>
                        <a:pt x="4804" y="1450502"/>
                      </a:cubicBezTo>
                      <a:lnTo>
                        <a:pt x="4804" y="1450502"/>
                      </a:lnTo>
                      <a:cubicBezTo>
                        <a:pt x="2684" y="1449978"/>
                        <a:pt x="1326" y="1447893"/>
                        <a:pt x="1707" y="1445737"/>
                      </a:cubicBezTo>
                      <a:cubicBezTo>
                        <a:pt x="2422" y="1437160"/>
                        <a:pt x="125122" y="615548"/>
                        <a:pt x="120714" y="53025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>
                  <a:extLst>
                    <a:ext uri="{FF2B5EF4-FFF2-40B4-BE49-F238E27FC236}">
                      <a16:creationId xmlns:a16="http://schemas.microsoft.com/office/drawing/2014/main" id="{546A0DC8-9B11-5C18-9019-5656EE98D484}"/>
                    </a:ext>
                  </a:extLst>
                </p:cNvPr>
                <p:cNvSpPr/>
                <p:nvPr/>
              </p:nvSpPr>
              <p:spPr>
                <a:xfrm>
                  <a:off x="7407179" y="3399089"/>
                  <a:ext cx="138935" cy="229773"/>
                </a:xfrm>
                <a:custGeom>
                  <a:avLst/>
                  <a:gdLst>
                    <a:gd name="connsiteX0" fmla="*/ 134415 w 138935"/>
                    <a:gd name="connsiteY0" fmla="*/ 229477 h 229773"/>
                    <a:gd name="connsiteX1" fmla="*/ 160 w 138935"/>
                    <a:gd name="connsiteY1" fmla="*/ 4806 h 229773"/>
                    <a:gd name="connsiteX2" fmla="*/ 2662 w 138935"/>
                    <a:gd name="connsiteY2" fmla="*/ 160 h 229773"/>
                    <a:gd name="connsiteX3" fmla="*/ 7307 w 138935"/>
                    <a:gd name="connsiteY3" fmla="*/ 2661 h 229773"/>
                    <a:gd name="connsiteX4" fmla="*/ 136440 w 138935"/>
                    <a:gd name="connsiteY4" fmla="*/ 221734 h 229773"/>
                    <a:gd name="connsiteX5" fmla="*/ 134415 w 138935"/>
                    <a:gd name="connsiteY5" fmla="*/ 229477 h 229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8935" h="229773">
                      <a:moveTo>
                        <a:pt x="134415" y="229477"/>
                      </a:moveTo>
                      <a:cubicBezTo>
                        <a:pt x="48406" y="194335"/>
                        <a:pt x="20530" y="92244"/>
                        <a:pt x="160" y="4806"/>
                      </a:cubicBezTo>
                      <a:cubicBezTo>
                        <a:pt x="-436" y="2828"/>
                        <a:pt x="684" y="756"/>
                        <a:pt x="2662" y="160"/>
                      </a:cubicBezTo>
                      <a:cubicBezTo>
                        <a:pt x="4639" y="-436"/>
                        <a:pt x="6712" y="684"/>
                        <a:pt x="7307" y="2661"/>
                      </a:cubicBezTo>
                      <a:cubicBezTo>
                        <a:pt x="27082" y="86765"/>
                        <a:pt x="53290" y="187664"/>
                        <a:pt x="136440" y="221734"/>
                      </a:cubicBezTo>
                      <a:cubicBezTo>
                        <a:pt x="140848" y="223521"/>
                        <a:pt x="138942" y="231383"/>
                        <a:pt x="134415" y="2294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任意多边形: 形状 224">
                  <a:extLst>
                    <a:ext uri="{FF2B5EF4-FFF2-40B4-BE49-F238E27FC236}">
                      <a16:creationId xmlns:a16="http://schemas.microsoft.com/office/drawing/2014/main" id="{218091B9-B93C-69C2-0EF4-C9099A37485D}"/>
                    </a:ext>
                  </a:extLst>
                </p:cNvPr>
                <p:cNvSpPr/>
                <p:nvPr/>
              </p:nvSpPr>
              <p:spPr>
                <a:xfrm>
                  <a:off x="7345423" y="4192390"/>
                  <a:ext cx="174936" cy="20143"/>
                </a:xfrm>
                <a:custGeom>
                  <a:avLst/>
                  <a:gdLst>
                    <a:gd name="connsiteX0" fmla="*/ 3663 w 174936"/>
                    <a:gd name="connsiteY0" fmla="*/ 11913 h 20143"/>
                    <a:gd name="connsiteX1" fmla="*/ 171273 w 174936"/>
                    <a:gd name="connsiteY1" fmla="*/ 0 h 20143"/>
                    <a:gd name="connsiteX2" fmla="*/ 171273 w 174936"/>
                    <a:gd name="connsiteY2" fmla="*/ 8220 h 20143"/>
                    <a:gd name="connsiteX3" fmla="*/ 3663 w 174936"/>
                    <a:gd name="connsiteY3" fmla="*/ 20132 h 20143"/>
                    <a:gd name="connsiteX4" fmla="*/ 3663 w 174936"/>
                    <a:gd name="connsiteY4" fmla="*/ 11913 h 20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936" h="20143">
                      <a:moveTo>
                        <a:pt x="3663" y="11913"/>
                      </a:moveTo>
                      <a:lnTo>
                        <a:pt x="171273" y="0"/>
                      </a:lnTo>
                      <a:cubicBezTo>
                        <a:pt x="176158" y="0"/>
                        <a:pt x="176158" y="7862"/>
                        <a:pt x="171273" y="8220"/>
                      </a:cubicBezTo>
                      <a:lnTo>
                        <a:pt x="3663" y="20132"/>
                      </a:lnTo>
                      <a:cubicBezTo>
                        <a:pt x="-1221" y="20490"/>
                        <a:pt x="-1221" y="12270"/>
                        <a:pt x="3663" y="119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99042014-70E8-5B1A-406F-10641E5C1991}"/>
                  </a:ext>
                </a:extLst>
              </p:cNvPr>
              <p:cNvSpPr/>
              <p:nvPr/>
            </p:nvSpPr>
            <p:spPr>
              <a:xfrm>
                <a:off x="2025165" y="2169938"/>
                <a:ext cx="22395" cy="35329"/>
              </a:xfrm>
              <a:custGeom>
                <a:avLst/>
                <a:gdLst>
                  <a:gd name="connsiteX0" fmla="*/ 0 w 22395"/>
                  <a:gd name="connsiteY0" fmla="*/ 17128 h 35329"/>
                  <a:gd name="connsiteX1" fmla="*/ 10483 w 22395"/>
                  <a:gd name="connsiteY1" fmla="*/ 35235 h 35329"/>
                  <a:gd name="connsiteX2" fmla="*/ 22396 w 22395"/>
                  <a:gd name="connsiteY2" fmla="*/ 18200 h 35329"/>
                  <a:gd name="connsiteX3" fmla="*/ 12151 w 22395"/>
                  <a:gd name="connsiteY3" fmla="*/ 93 h 35329"/>
                  <a:gd name="connsiteX4" fmla="*/ 0 w 22395"/>
                  <a:gd name="connsiteY4" fmla="*/ 17128 h 35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95" h="35329">
                    <a:moveTo>
                      <a:pt x="0" y="17128"/>
                    </a:moveTo>
                    <a:cubicBezTo>
                      <a:pt x="0" y="26897"/>
                      <a:pt x="4289" y="34163"/>
                      <a:pt x="10483" y="35235"/>
                    </a:cubicBezTo>
                    <a:cubicBezTo>
                      <a:pt x="16678" y="36307"/>
                      <a:pt x="22396" y="28088"/>
                      <a:pt x="22396" y="18200"/>
                    </a:cubicBezTo>
                    <a:cubicBezTo>
                      <a:pt x="22396" y="8313"/>
                      <a:pt x="18226" y="1165"/>
                      <a:pt x="12151" y="93"/>
                    </a:cubicBezTo>
                    <a:cubicBezTo>
                      <a:pt x="6075" y="-979"/>
                      <a:pt x="1191" y="7360"/>
                      <a:pt x="0" y="17128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90E11A75-8884-63A5-E66D-F552914F6E31}"/>
                  </a:ext>
                </a:extLst>
              </p:cNvPr>
              <p:cNvSpPr/>
              <p:nvPr/>
            </p:nvSpPr>
            <p:spPr>
              <a:xfrm>
                <a:off x="2005510" y="2185399"/>
                <a:ext cx="46697" cy="94552"/>
              </a:xfrm>
              <a:custGeom>
                <a:avLst/>
                <a:gdLst>
                  <a:gd name="connsiteX0" fmla="*/ 23587 w 46697"/>
                  <a:gd name="connsiteY0" fmla="*/ 0 h 94552"/>
                  <a:gd name="connsiteX1" fmla="*/ 46697 w 46697"/>
                  <a:gd name="connsiteY1" fmla="*/ 91131 h 94552"/>
                  <a:gd name="connsiteX2" fmla="*/ 0 w 46697"/>
                  <a:gd name="connsiteY2" fmla="*/ 87319 h 94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697" h="94552">
                    <a:moveTo>
                      <a:pt x="23587" y="0"/>
                    </a:moveTo>
                    <a:cubicBezTo>
                      <a:pt x="27042" y="31294"/>
                      <a:pt x="34821" y="61969"/>
                      <a:pt x="46697" y="91131"/>
                    </a:cubicBezTo>
                    <a:cubicBezTo>
                      <a:pt x="31330" y="96778"/>
                      <a:pt x="14247" y="95384"/>
                      <a:pt x="0" y="87319"/>
                    </a:cubicBezTo>
                    <a:close/>
                  </a:path>
                </a:pathLst>
              </a:custGeom>
              <a:solidFill>
                <a:srgbClr val="A24E3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7868D9BE-88D7-B0C4-2502-6BC0D94CCF35}"/>
                  </a:ext>
                </a:extLst>
              </p:cNvPr>
              <p:cNvSpPr/>
              <p:nvPr/>
            </p:nvSpPr>
            <p:spPr>
              <a:xfrm>
                <a:off x="2002530" y="2125705"/>
                <a:ext cx="54227" cy="30023"/>
              </a:xfrm>
              <a:custGeom>
                <a:avLst/>
                <a:gdLst>
                  <a:gd name="connsiteX0" fmla="*/ 5243 w 54227"/>
                  <a:gd name="connsiteY0" fmla="*/ 29793 h 30023"/>
                  <a:gd name="connsiteX1" fmla="*/ 1669 w 54227"/>
                  <a:gd name="connsiteY1" fmla="*/ 28959 h 30023"/>
                  <a:gd name="connsiteX2" fmla="*/ 1610 w 54227"/>
                  <a:gd name="connsiteY2" fmla="*/ 21037 h 30023"/>
                  <a:gd name="connsiteX3" fmla="*/ 1669 w 54227"/>
                  <a:gd name="connsiteY3" fmla="*/ 20978 h 30023"/>
                  <a:gd name="connsiteX4" fmla="*/ 1669 w 54227"/>
                  <a:gd name="connsiteY4" fmla="*/ 20978 h 30023"/>
                  <a:gd name="connsiteX5" fmla="*/ 49320 w 54227"/>
                  <a:gd name="connsiteY5" fmla="*/ 131 h 30023"/>
                  <a:gd name="connsiteX6" fmla="*/ 54204 w 54227"/>
                  <a:gd name="connsiteY6" fmla="*/ 6087 h 30023"/>
                  <a:gd name="connsiteX7" fmla="*/ 54204 w 54227"/>
                  <a:gd name="connsiteY7" fmla="*/ 6087 h 30023"/>
                  <a:gd name="connsiteX8" fmla="*/ 47890 w 54227"/>
                  <a:gd name="connsiteY8" fmla="*/ 11090 h 30023"/>
                  <a:gd name="connsiteX9" fmla="*/ 47890 w 54227"/>
                  <a:gd name="connsiteY9" fmla="*/ 11090 h 30023"/>
                  <a:gd name="connsiteX10" fmla="*/ 10961 w 54227"/>
                  <a:gd name="connsiteY10" fmla="*/ 28125 h 30023"/>
                  <a:gd name="connsiteX11" fmla="*/ 5243 w 54227"/>
                  <a:gd name="connsiteY11" fmla="*/ 29793 h 3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227" h="30023">
                    <a:moveTo>
                      <a:pt x="5243" y="29793"/>
                    </a:moveTo>
                    <a:cubicBezTo>
                      <a:pt x="3992" y="29936"/>
                      <a:pt x="2730" y="29638"/>
                      <a:pt x="1669" y="28959"/>
                    </a:cubicBezTo>
                    <a:cubicBezTo>
                      <a:pt x="-534" y="26791"/>
                      <a:pt x="-558" y="23241"/>
                      <a:pt x="1610" y="21037"/>
                    </a:cubicBezTo>
                    <a:cubicBezTo>
                      <a:pt x="1622" y="21025"/>
                      <a:pt x="1646" y="21002"/>
                      <a:pt x="1669" y="20978"/>
                    </a:cubicBezTo>
                    <a:lnTo>
                      <a:pt x="1669" y="20978"/>
                    </a:lnTo>
                    <a:cubicBezTo>
                      <a:pt x="13189" y="6659"/>
                      <a:pt x="30986" y="-1120"/>
                      <a:pt x="49320" y="131"/>
                    </a:cubicBezTo>
                    <a:cubicBezTo>
                      <a:pt x="52310" y="441"/>
                      <a:pt x="54478" y="3097"/>
                      <a:pt x="54204" y="6087"/>
                    </a:cubicBezTo>
                    <a:lnTo>
                      <a:pt x="54204" y="6087"/>
                    </a:lnTo>
                    <a:cubicBezTo>
                      <a:pt x="53775" y="9172"/>
                      <a:pt x="50988" y="11376"/>
                      <a:pt x="47890" y="11090"/>
                    </a:cubicBezTo>
                    <a:lnTo>
                      <a:pt x="47890" y="11090"/>
                    </a:lnTo>
                    <a:cubicBezTo>
                      <a:pt x="33548" y="10435"/>
                      <a:pt x="19777" y="16785"/>
                      <a:pt x="10961" y="28125"/>
                    </a:cubicBezTo>
                    <a:cubicBezTo>
                      <a:pt x="9556" y="29757"/>
                      <a:pt x="7316" y="30413"/>
                      <a:pt x="5243" y="29793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688F671B-0065-DB78-4E74-A6D6C905804B}"/>
                  </a:ext>
                </a:extLst>
              </p:cNvPr>
              <p:cNvSpPr/>
              <p:nvPr/>
            </p:nvSpPr>
            <p:spPr>
              <a:xfrm>
                <a:off x="1725782" y="2006276"/>
                <a:ext cx="312981" cy="424120"/>
              </a:xfrm>
              <a:custGeom>
                <a:avLst/>
                <a:gdLst>
                  <a:gd name="connsiteX0" fmla="*/ 303553 w 312981"/>
                  <a:gd name="connsiteY0" fmla="*/ 309446 h 424120"/>
                  <a:gd name="connsiteX1" fmla="*/ 298788 w 312981"/>
                  <a:gd name="connsiteY1" fmla="*/ 324695 h 424120"/>
                  <a:gd name="connsiteX2" fmla="*/ 244467 w 312981"/>
                  <a:gd name="connsiteY2" fmla="*/ 396170 h 424120"/>
                  <a:gd name="connsiteX3" fmla="*/ 224573 w 312981"/>
                  <a:gd name="connsiteY3" fmla="*/ 408083 h 424120"/>
                  <a:gd name="connsiteX4" fmla="*/ 59940 w 312981"/>
                  <a:gd name="connsiteY4" fmla="*/ 382351 h 424120"/>
                  <a:gd name="connsiteX5" fmla="*/ 377 w 312981"/>
                  <a:gd name="connsiteY5" fmla="*/ 157680 h 424120"/>
                  <a:gd name="connsiteX6" fmla="*/ 11456 w 312981"/>
                  <a:gd name="connsiteY6" fmla="*/ 90374 h 424120"/>
                  <a:gd name="connsiteX7" fmla="*/ 206108 w 312981"/>
                  <a:gd name="connsiteY7" fmla="*/ 11393 h 424120"/>
                  <a:gd name="connsiteX8" fmla="*/ 206108 w 312981"/>
                  <a:gd name="connsiteY8" fmla="*/ 11393 h 424120"/>
                  <a:gd name="connsiteX9" fmla="*/ 303553 w 312981"/>
                  <a:gd name="connsiteY9" fmla="*/ 309446 h 42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2981" h="424120">
                    <a:moveTo>
                      <a:pt x="303553" y="309446"/>
                    </a:moveTo>
                    <a:cubicBezTo>
                      <a:pt x="302255" y="314616"/>
                      <a:pt x="300658" y="319703"/>
                      <a:pt x="298788" y="324695"/>
                    </a:cubicBezTo>
                    <a:cubicBezTo>
                      <a:pt x="288341" y="353475"/>
                      <a:pt x="269398" y="378397"/>
                      <a:pt x="244467" y="396170"/>
                    </a:cubicBezTo>
                    <a:cubicBezTo>
                      <a:pt x="238159" y="400661"/>
                      <a:pt x="231507" y="404640"/>
                      <a:pt x="224573" y="408083"/>
                    </a:cubicBezTo>
                    <a:cubicBezTo>
                      <a:pt x="170025" y="436744"/>
                      <a:pt x="103141" y="426285"/>
                      <a:pt x="59940" y="382351"/>
                    </a:cubicBezTo>
                    <a:cubicBezTo>
                      <a:pt x="4904" y="327673"/>
                      <a:pt x="6334" y="264536"/>
                      <a:pt x="377" y="157680"/>
                    </a:cubicBezTo>
                    <a:cubicBezTo>
                      <a:pt x="-1276" y="134689"/>
                      <a:pt x="2519" y="111626"/>
                      <a:pt x="11456" y="90374"/>
                    </a:cubicBezTo>
                    <a:cubicBezTo>
                      <a:pt x="43894" y="15312"/>
                      <a:pt x="130543" y="-19842"/>
                      <a:pt x="206108" y="11393"/>
                    </a:cubicBezTo>
                    <a:lnTo>
                      <a:pt x="206108" y="11393"/>
                    </a:lnTo>
                    <a:cubicBezTo>
                      <a:pt x="312011" y="54159"/>
                      <a:pt x="326664" y="213074"/>
                      <a:pt x="303553" y="309446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F53273DC-B411-BBCB-B266-56D654FCF6F4}"/>
                  </a:ext>
                </a:extLst>
              </p:cNvPr>
              <p:cNvSpPr/>
              <p:nvPr/>
            </p:nvSpPr>
            <p:spPr>
              <a:xfrm>
                <a:off x="1830752" y="2381965"/>
                <a:ext cx="139020" cy="47821"/>
              </a:xfrm>
              <a:custGeom>
                <a:avLst/>
                <a:gdLst>
                  <a:gd name="connsiteX0" fmla="*/ 139020 w 139020"/>
                  <a:gd name="connsiteY0" fmla="*/ 20362 h 47821"/>
                  <a:gd name="connsiteX1" fmla="*/ 0 w 139020"/>
                  <a:gd name="connsiteY1" fmla="*/ 37516 h 47821"/>
                  <a:gd name="connsiteX2" fmla="*/ 19418 w 139020"/>
                  <a:gd name="connsiteY2" fmla="*/ 1778 h 47821"/>
                  <a:gd name="connsiteX3" fmla="*/ 139020 w 139020"/>
                  <a:gd name="connsiteY3" fmla="*/ 20362 h 47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20" h="47821">
                    <a:moveTo>
                      <a:pt x="139020" y="20362"/>
                    </a:moveTo>
                    <a:cubicBezTo>
                      <a:pt x="98641" y="49417"/>
                      <a:pt x="46232" y="55885"/>
                      <a:pt x="0" y="37516"/>
                    </a:cubicBezTo>
                    <a:cubicBezTo>
                      <a:pt x="4933" y="24829"/>
                      <a:pt x="11458" y="12821"/>
                      <a:pt x="19418" y="1778"/>
                    </a:cubicBezTo>
                    <a:cubicBezTo>
                      <a:pt x="60241" y="-3475"/>
                      <a:pt x="101717" y="2969"/>
                      <a:pt x="139020" y="20362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7301C3C7-2C68-918B-EBD2-945BDB6D9A3F}"/>
                  </a:ext>
                </a:extLst>
              </p:cNvPr>
              <p:cNvSpPr/>
              <p:nvPr/>
            </p:nvSpPr>
            <p:spPr>
              <a:xfrm>
                <a:off x="1750937" y="2262592"/>
                <a:ext cx="251844" cy="311633"/>
              </a:xfrm>
              <a:custGeom>
                <a:avLst/>
                <a:gdLst>
                  <a:gd name="connsiteX0" fmla="*/ 0 w 251844"/>
                  <a:gd name="connsiteY0" fmla="*/ 278278 h 311633"/>
                  <a:gd name="connsiteX1" fmla="*/ 184884 w 251844"/>
                  <a:gd name="connsiteY1" fmla="*/ 308536 h 311633"/>
                  <a:gd name="connsiteX2" fmla="*/ 249450 w 251844"/>
                  <a:gd name="connsiteY2" fmla="*/ 260886 h 311633"/>
                  <a:gd name="connsiteX3" fmla="*/ 168206 w 251844"/>
                  <a:gd name="connsiteY3" fmla="*/ 202514 h 311633"/>
                  <a:gd name="connsiteX4" fmla="*/ 163441 w 251844"/>
                  <a:gd name="connsiteY4" fmla="*/ 148312 h 311633"/>
                  <a:gd name="connsiteX5" fmla="*/ 167491 w 251844"/>
                  <a:gd name="connsiteY5" fmla="*/ 118054 h 311633"/>
                  <a:gd name="connsiteX6" fmla="*/ 5241 w 251844"/>
                  <a:gd name="connsiteY6" fmla="*/ 0 h 311633"/>
                  <a:gd name="connsiteX7" fmla="*/ 0 w 251844"/>
                  <a:gd name="connsiteY7" fmla="*/ 278278 h 3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1844" h="311633">
                    <a:moveTo>
                      <a:pt x="0" y="278278"/>
                    </a:moveTo>
                    <a:cubicBezTo>
                      <a:pt x="53607" y="325929"/>
                      <a:pt x="184884" y="308536"/>
                      <a:pt x="184884" y="308536"/>
                    </a:cubicBezTo>
                    <a:cubicBezTo>
                      <a:pt x="184884" y="308536"/>
                      <a:pt x="266723" y="286498"/>
                      <a:pt x="249450" y="260886"/>
                    </a:cubicBezTo>
                    <a:cubicBezTo>
                      <a:pt x="201799" y="253024"/>
                      <a:pt x="177974" y="230866"/>
                      <a:pt x="168206" y="202514"/>
                    </a:cubicBezTo>
                    <a:cubicBezTo>
                      <a:pt x="163002" y="184943"/>
                      <a:pt x="161382" y="166514"/>
                      <a:pt x="163441" y="148312"/>
                    </a:cubicBezTo>
                    <a:cubicBezTo>
                      <a:pt x="164138" y="138150"/>
                      <a:pt x="165491" y="128037"/>
                      <a:pt x="167491" y="118054"/>
                    </a:cubicBezTo>
                    <a:lnTo>
                      <a:pt x="5241" y="0"/>
                    </a:lnTo>
                    <a:cubicBezTo>
                      <a:pt x="26446" y="78504"/>
                      <a:pt x="52415" y="222289"/>
                      <a:pt x="0" y="278278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2959770A-5078-B8A6-C9B6-0405EEC72DE3}"/>
                  </a:ext>
                </a:extLst>
              </p:cNvPr>
              <p:cNvSpPr/>
              <p:nvPr/>
            </p:nvSpPr>
            <p:spPr>
              <a:xfrm>
                <a:off x="1671904" y="1968671"/>
                <a:ext cx="367607" cy="389225"/>
              </a:xfrm>
              <a:custGeom>
                <a:avLst/>
                <a:gdLst>
                  <a:gd name="connsiteX0" fmla="*/ 297868 w 367607"/>
                  <a:gd name="connsiteY0" fmla="*/ 249845 h 389225"/>
                  <a:gd name="connsiteX1" fmla="*/ 321693 w 367607"/>
                  <a:gd name="connsiteY1" fmla="*/ 258422 h 389225"/>
                  <a:gd name="connsiteX2" fmla="*/ 309780 w 367607"/>
                  <a:gd name="connsiteY2" fmla="*/ 210772 h 389225"/>
                  <a:gd name="connsiteX3" fmla="*/ 309780 w 367607"/>
                  <a:gd name="connsiteY3" fmla="*/ 114637 h 389225"/>
                  <a:gd name="connsiteX4" fmla="*/ 350998 w 367607"/>
                  <a:gd name="connsiteY4" fmla="*/ 37443 h 389225"/>
                  <a:gd name="connsiteX5" fmla="*/ 240925 w 367607"/>
                  <a:gd name="connsiteY5" fmla="*/ 9568 h 389225"/>
                  <a:gd name="connsiteX6" fmla="*/ 89040 w 367607"/>
                  <a:gd name="connsiteY6" fmla="*/ 37443 h 389225"/>
                  <a:gd name="connsiteX7" fmla="*/ 529 w 367607"/>
                  <a:gd name="connsiteY7" fmla="*/ 171222 h 389225"/>
                  <a:gd name="connsiteX8" fmla="*/ 85109 w 367607"/>
                  <a:gd name="connsiteY8" fmla="*/ 382670 h 389225"/>
                  <a:gd name="connsiteX9" fmla="*/ 229013 w 367607"/>
                  <a:gd name="connsiteY9" fmla="*/ 367065 h 389225"/>
                  <a:gd name="connsiteX10" fmla="*/ 297868 w 367607"/>
                  <a:gd name="connsiteY10" fmla="*/ 249845 h 38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7607" h="389225">
                    <a:moveTo>
                      <a:pt x="297868" y="249845"/>
                    </a:moveTo>
                    <a:lnTo>
                      <a:pt x="321693" y="258422"/>
                    </a:lnTo>
                    <a:lnTo>
                      <a:pt x="309780" y="210772"/>
                    </a:lnTo>
                    <a:cubicBezTo>
                      <a:pt x="309780" y="210772"/>
                      <a:pt x="344089" y="159309"/>
                      <a:pt x="309780" y="114637"/>
                    </a:cubicBezTo>
                    <a:cubicBezTo>
                      <a:pt x="309780" y="114637"/>
                      <a:pt x="405081" y="86404"/>
                      <a:pt x="350998" y="37443"/>
                    </a:cubicBezTo>
                    <a:cubicBezTo>
                      <a:pt x="331104" y="19217"/>
                      <a:pt x="306326" y="37443"/>
                      <a:pt x="240925" y="9568"/>
                    </a:cubicBezTo>
                    <a:cubicBezTo>
                      <a:pt x="205188" y="-5680"/>
                      <a:pt x="94639" y="-6872"/>
                      <a:pt x="89040" y="37443"/>
                    </a:cubicBezTo>
                    <a:cubicBezTo>
                      <a:pt x="89040" y="37443"/>
                      <a:pt x="9106" y="37443"/>
                      <a:pt x="529" y="171222"/>
                    </a:cubicBezTo>
                    <a:cubicBezTo>
                      <a:pt x="-4503" y="250834"/>
                      <a:pt x="26558" y="328492"/>
                      <a:pt x="85109" y="382670"/>
                    </a:cubicBezTo>
                    <a:cubicBezTo>
                      <a:pt x="85109" y="382670"/>
                      <a:pt x="181720" y="405066"/>
                      <a:pt x="229013" y="367065"/>
                    </a:cubicBezTo>
                    <a:cubicBezTo>
                      <a:pt x="276306" y="329064"/>
                      <a:pt x="297868" y="249845"/>
                      <a:pt x="297868" y="249845"/>
                    </a:cubicBezTo>
                    <a:close/>
                  </a:path>
                </a:pathLst>
              </a:custGeom>
              <a:solidFill>
                <a:srgbClr val="263238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98B2D916-9596-C2AA-4DD1-7837848E5229}"/>
                  </a:ext>
                </a:extLst>
              </p:cNvPr>
              <p:cNvSpPr/>
              <p:nvPr/>
            </p:nvSpPr>
            <p:spPr>
              <a:xfrm>
                <a:off x="1905766" y="2156323"/>
                <a:ext cx="71982" cy="118998"/>
              </a:xfrm>
              <a:custGeom>
                <a:avLst/>
                <a:gdLst>
                  <a:gd name="connsiteX0" fmla="*/ 2298 w 71982"/>
                  <a:gd name="connsiteY0" fmla="*/ 69698 h 118998"/>
                  <a:gd name="connsiteX1" fmla="*/ 38036 w 71982"/>
                  <a:gd name="connsiteY1" fmla="*/ 117349 h 118998"/>
                  <a:gd name="connsiteX2" fmla="*/ 71510 w 71982"/>
                  <a:gd name="connsiteY2" fmla="*/ 63861 h 118998"/>
                  <a:gd name="connsiteX3" fmla="*/ 29816 w 71982"/>
                  <a:gd name="connsiteY3" fmla="*/ 486 h 118998"/>
                  <a:gd name="connsiteX4" fmla="*/ 2298 w 71982"/>
                  <a:gd name="connsiteY4" fmla="*/ 69698 h 11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82" h="118998">
                    <a:moveTo>
                      <a:pt x="2298" y="69698"/>
                    </a:moveTo>
                    <a:cubicBezTo>
                      <a:pt x="6401" y="90164"/>
                      <a:pt x="19537" y="107675"/>
                      <a:pt x="38036" y="117349"/>
                    </a:cubicBezTo>
                    <a:cubicBezTo>
                      <a:pt x="60193" y="126521"/>
                      <a:pt x="74846" y="95906"/>
                      <a:pt x="71510" y="63861"/>
                    </a:cubicBezTo>
                    <a:cubicBezTo>
                      <a:pt x="68532" y="35271"/>
                      <a:pt x="53522" y="-4875"/>
                      <a:pt x="29816" y="486"/>
                    </a:cubicBezTo>
                    <a:cubicBezTo>
                      <a:pt x="6110" y="5847"/>
                      <a:pt x="-5207" y="40870"/>
                      <a:pt x="2298" y="69698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B90ABB64-50A0-CD4E-C47C-63F8736DB797}"/>
                  </a:ext>
                </a:extLst>
              </p:cNvPr>
              <p:cNvSpPr/>
              <p:nvPr/>
            </p:nvSpPr>
            <p:spPr>
              <a:xfrm>
                <a:off x="1360085" y="2515259"/>
                <a:ext cx="310680" cy="512956"/>
              </a:xfrm>
              <a:custGeom>
                <a:avLst/>
                <a:gdLst>
                  <a:gd name="connsiteX0" fmla="*/ 225863 w 310680"/>
                  <a:gd name="connsiteY0" fmla="*/ 0 h 512956"/>
                  <a:gd name="connsiteX1" fmla="*/ 169397 w 310680"/>
                  <a:gd name="connsiteY1" fmla="*/ 18345 h 512956"/>
                  <a:gd name="connsiteX2" fmla="*/ 90417 w 310680"/>
                  <a:gd name="connsiteY2" fmla="*/ 118888 h 512956"/>
                  <a:gd name="connsiteX3" fmla="*/ 0 w 310680"/>
                  <a:gd name="connsiteY3" fmla="*/ 470428 h 512956"/>
                  <a:gd name="connsiteX4" fmla="*/ 202514 w 310680"/>
                  <a:gd name="connsiteY4" fmla="*/ 512957 h 512956"/>
                  <a:gd name="connsiteX5" fmla="*/ 310681 w 310680"/>
                  <a:gd name="connsiteY5" fmla="*/ 280065 h 512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0680" h="512956">
                    <a:moveTo>
                      <a:pt x="225863" y="0"/>
                    </a:moveTo>
                    <a:cubicBezTo>
                      <a:pt x="225863" y="0"/>
                      <a:pt x="188219" y="11913"/>
                      <a:pt x="169397" y="18345"/>
                    </a:cubicBezTo>
                    <a:cubicBezTo>
                      <a:pt x="130324" y="32640"/>
                      <a:pt x="104593" y="76122"/>
                      <a:pt x="90417" y="118888"/>
                    </a:cubicBezTo>
                    <a:cubicBezTo>
                      <a:pt x="55870" y="223242"/>
                      <a:pt x="0" y="470428"/>
                      <a:pt x="0" y="470428"/>
                    </a:cubicBezTo>
                    <a:lnTo>
                      <a:pt x="202514" y="512957"/>
                    </a:lnTo>
                    <a:lnTo>
                      <a:pt x="310681" y="280065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BD6A7C78-A6DE-FA34-7AEC-6BAD9DF32867}"/>
                  </a:ext>
                </a:extLst>
              </p:cNvPr>
              <p:cNvSpPr/>
              <p:nvPr/>
            </p:nvSpPr>
            <p:spPr>
              <a:xfrm>
                <a:off x="1498748" y="2500853"/>
                <a:ext cx="716542" cy="1256771"/>
              </a:xfrm>
              <a:custGeom>
                <a:avLst/>
                <a:gdLst>
                  <a:gd name="connsiteX0" fmla="*/ 578119 w 716542"/>
                  <a:gd name="connsiteY0" fmla="*/ 26318 h 1256771"/>
                  <a:gd name="connsiteX1" fmla="*/ 87200 w 716542"/>
                  <a:gd name="connsiteY1" fmla="*/ 14406 h 1256771"/>
                  <a:gd name="connsiteX2" fmla="*/ 29424 w 716542"/>
                  <a:gd name="connsiteY2" fmla="*/ 928340 h 1256771"/>
                  <a:gd name="connsiteX3" fmla="*/ 0 w 716542"/>
                  <a:gd name="connsiteY3" fmla="*/ 1188273 h 1256771"/>
                  <a:gd name="connsiteX4" fmla="*/ 716543 w 716542"/>
                  <a:gd name="connsiteY4" fmla="*/ 1174574 h 1256771"/>
                  <a:gd name="connsiteX5" fmla="*/ 700461 w 716542"/>
                  <a:gd name="connsiteY5" fmla="*/ 932510 h 1256771"/>
                  <a:gd name="connsiteX6" fmla="*/ 628985 w 716542"/>
                  <a:gd name="connsiteY6" fmla="*/ 41328 h 1256771"/>
                  <a:gd name="connsiteX7" fmla="*/ 578119 w 716542"/>
                  <a:gd name="connsiteY7" fmla="*/ 26318 h 125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6542" h="1256771">
                    <a:moveTo>
                      <a:pt x="578119" y="26318"/>
                    </a:moveTo>
                    <a:cubicBezTo>
                      <a:pt x="518556" y="19885"/>
                      <a:pt x="334387" y="-21332"/>
                      <a:pt x="87200" y="14406"/>
                    </a:cubicBezTo>
                    <a:lnTo>
                      <a:pt x="29424" y="928340"/>
                    </a:lnTo>
                    <a:cubicBezTo>
                      <a:pt x="24304" y="1015445"/>
                      <a:pt x="14482" y="1102217"/>
                      <a:pt x="0" y="1188273"/>
                    </a:cubicBezTo>
                    <a:cubicBezTo>
                      <a:pt x="251237" y="1296082"/>
                      <a:pt x="547980" y="1265228"/>
                      <a:pt x="716543" y="1174574"/>
                    </a:cubicBezTo>
                    <a:cubicBezTo>
                      <a:pt x="714518" y="1178386"/>
                      <a:pt x="709038" y="1078677"/>
                      <a:pt x="700461" y="932510"/>
                    </a:cubicBezTo>
                    <a:cubicBezTo>
                      <a:pt x="685213" y="675078"/>
                      <a:pt x="660435" y="273624"/>
                      <a:pt x="628985" y="41328"/>
                    </a:cubicBezTo>
                    <a:cubicBezTo>
                      <a:pt x="627437" y="35491"/>
                      <a:pt x="584075" y="27033"/>
                      <a:pt x="578119" y="26318"/>
                    </a:cubicBezTo>
                    <a:close/>
                  </a:path>
                </a:pathLst>
              </a:custGeom>
              <a:solidFill>
                <a:srgbClr val="FF5359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F4B3FC1F-C8AE-7270-AD7D-ACF41F62F86B}"/>
                  </a:ext>
                </a:extLst>
              </p:cNvPr>
              <p:cNvSpPr/>
              <p:nvPr/>
            </p:nvSpPr>
            <p:spPr>
              <a:xfrm>
                <a:off x="1498748" y="2500853"/>
                <a:ext cx="716542" cy="1256771"/>
              </a:xfrm>
              <a:custGeom>
                <a:avLst/>
                <a:gdLst>
                  <a:gd name="connsiteX0" fmla="*/ 578119 w 716542"/>
                  <a:gd name="connsiteY0" fmla="*/ 26318 h 1256771"/>
                  <a:gd name="connsiteX1" fmla="*/ 87200 w 716542"/>
                  <a:gd name="connsiteY1" fmla="*/ 14406 h 1256771"/>
                  <a:gd name="connsiteX2" fmla="*/ 29424 w 716542"/>
                  <a:gd name="connsiteY2" fmla="*/ 928340 h 1256771"/>
                  <a:gd name="connsiteX3" fmla="*/ 0 w 716542"/>
                  <a:gd name="connsiteY3" fmla="*/ 1188273 h 1256771"/>
                  <a:gd name="connsiteX4" fmla="*/ 716543 w 716542"/>
                  <a:gd name="connsiteY4" fmla="*/ 1174574 h 1256771"/>
                  <a:gd name="connsiteX5" fmla="*/ 700461 w 716542"/>
                  <a:gd name="connsiteY5" fmla="*/ 932510 h 1256771"/>
                  <a:gd name="connsiteX6" fmla="*/ 628985 w 716542"/>
                  <a:gd name="connsiteY6" fmla="*/ 41328 h 1256771"/>
                  <a:gd name="connsiteX7" fmla="*/ 578119 w 716542"/>
                  <a:gd name="connsiteY7" fmla="*/ 26318 h 125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6542" h="1256771">
                    <a:moveTo>
                      <a:pt x="578119" y="26318"/>
                    </a:moveTo>
                    <a:cubicBezTo>
                      <a:pt x="518556" y="19885"/>
                      <a:pt x="334387" y="-21332"/>
                      <a:pt x="87200" y="14406"/>
                    </a:cubicBezTo>
                    <a:lnTo>
                      <a:pt x="29424" y="928340"/>
                    </a:lnTo>
                    <a:cubicBezTo>
                      <a:pt x="24304" y="1015445"/>
                      <a:pt x="14482" y="1102217"/>
                      <a:pt x="0" y="1188273"/>
                    </a:cubicBezTo>
                    <a:cubicBezTo>
                      <a:pt x="251237" y="1296082"/>
                      <a:pt x="547980" y="1265228"/>
                      <a:pt x="716543" y="1174574"/>
                    </a:cubicBezTo>
                    <a:cubicBezTo>
                      <a:pt x="714518" y="1178386"/>
                      <a:pt x="709038" y="1078677"/>
                      <a:pt x="700461" y="932510"/>
                    </a:cubicBezTo>
                    <a:cubicBezTo>
                      <a:pt x="685213" y="675078"/>
                      <a:pt x="660435" y="273624"/>
                      <a:pt x="628985" y="41328"/>
                    </a:cubicBezTo>
                    <a:cubicBezTo>
                      <a:pt x="627437" y="35491"/>
                      <a:pt x="584075" y="27033"/>
                      <a:pt x="578119" y="263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D79A9124-55EA-41E7-645C-A22378965576}"/>
                  </a:ext>
                </a:extLst>
              </p:cNvPr>
              <p:cNvSpPr/>
              <p:nvPr/>
            </p:nvSpPr>
            <p:spPr>
              <a:xfrm>
                <a:off x="1748198" y="2461056"/>
                <a:ext cx="232057" cy="53249"/>
              </a:xfrm>
              <a:custGeom>
                <a:avLst/>
                <a:gdLst>
                  <a:gd name="connsiteX0" fmla="*/ 0 w 232057"/>
                  <a:gd name="connsiteY0" fmla="*/ 44672 h 53249"/>
                  <a:gd name="connsiteX1" fmla="*/ 29901 w 232057"/>
                  <a:gd name="connsiteY1" fmla="*/ 0 h 53249"/>
                  <a:gd name="connsiteX2" fmla="*/ 167491 w 232057"/>
                  <a:gd name="connsiteY2" fmla="*/ 10602 h 53249"/>
                  <a:gd name="connsiteX3" fmla="*/ 232057 w 232057"/>
                  <a:gd name="connsiteY3" fmla="*/ 53249 h 5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057" h="53249">
                    <a:moveTo>
                      <a:pt x="0" y="44672"/>
                    </a:moveTo>
                    <a:cubicBezTo>
                      <a:pt x="4844" y="26922"/>
                      <a:pt x="15341" y="11245"/>
                      <a:pt x="29901" y="0"/>
                    </a:cubicBezTo>
                    <a:lnTo>
                      <a:pt x="167491" y="10602"/>
                    </a:lnTo>
                    <a:lnTo>
                      <a:pt x="232057" y="53249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16CC15C3-D773-A493-49FE-925A17B81EA0}"/>
                  </a:ext>
                </a:extLst>
              </p:cNvPr>
              <p:cNvSpPr/>
              <p:nvPr/>
            </p:nvSpPr>
            <p:spPr>
              <a:xfrm>
                <a:off x="2070433" y="2811644"/>
                <a:ext cx="113527" cy="375127"/>
              </a:xfrm>
              <a:custGeom>
                <a:avLst/>
                <a:gdLst>
                  <a:gd name="connsiteX0" fmla="*/ 0 w 113527"/>
                  <a:gd name="connsiteY0" fmla="*/ 0 h 375127"/>
                  <a:gd name="connsiteX1" fmla="*/ 113527 w 113527"/>
                  <a:gd name="connsiteY1" fmla="*/ 375128 h 375127"/>
                  <a:gd name="connsiteX2" fmla="*/ 99351 w 113527"/>
                  <a:gd name="connsiteY2" fmla="*/ 170946 h 37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527" h="375127">
                    <a:moveTo>
                      <a:pt x="0" y="0"/>
                    </a:moveTo>
                    <a:cubicBezTo>
                      <a:pt x="22038" y="103044"/>
                      <a:pt x="53726" y="304844"/>
                      <a:pt x="113527" y="375128"/>
                    </a:cubicBezTo>
                    <a:lnTo>
                      <a:pt x="99351" y="170946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D16644DC-5E7C-D59B-4C20-953F14AD581E}"/>
                  </a:ext>
                </a:extLst>
              </p:cNvPr>
              <p:cNvSpPr/>
              <p:nvPr/>
            </p:nvSpPr>
            <p:spPr>
              <a:xfrm>
                <a:off x="1499820" y="2761492"/>
                <a:ext cx="55393" cy="263864"/>
              </a:xfrm>
              <a:custGeom>
                <a:avLst/>
                <a:gdLst>
                  <a:gd name="connsiteX0" fmla="*/ 50033 w 55393"/>
                  <a:gd name="connsiteY0" fmla="*/ 263864 h 263864"/>
                  <a:gd name="connsiteX1" fmla="*/ 55394 w 55393"/>
                  <a:gd name="connsiteY1" fmla="*/ 0 h 263864"/>
                  <a:gd name="connsiteX2" fmla="*/ 0 w 55393"/>
                  <a:gd name="connsiteY2" fmla="*/ 251356 h 263864"/>
                  <a:gd name="connsiteX3" fmla="*/ 50033 w 55393"/>
                  <a:gd name="connsiteY3" fmla="*/ 263864 h 263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393" h="263864">
                    <a:moveTo>
                      <a:pt x="50033" y="263864"/>
                    </a:moveTo>
                    <a:lnTo>
                      <a:pt x="55394" y="0"/>
                    </a:lnTo>
                    <a:lnTo>
                      <a:pt x="0" y="251356"/>
                    </a:lnTo>
                    <a:lnTo>
                      <a:pt x="50033" y="26386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47B53AF5-CADE-D2D3-ACEF-5C04570BDDA6}"/>
                  </a:ext>
                </a:extLst>
              </p:cNvPr>
              <p:cNvSpPr/>
              <p:nvPr/>
            </p:nvSpPr>
            <p:spPr>
              <a:xfrm>
                <a:off x="2175689" y="2809619"/>
                <a:ext cx="548269" cy="424976"/>
              </a:xfrm>
              <a:custGeom>
                <a:avLst/>
                <a:gdLst>
                  <a:gd name="connsiteX0" fmla="*/ 290 w 548269"/>
                  <a:gd name="connsiteY0" fmla="*/ 83507 h 424976"/>
                  <a:gd name="connsiteX1" fmla="*/ 202805 w 548269"/>
                  <a:gd name="connsiteY1" fmla="*/ 424922 h 424976"/>
                  <a:gd name="connsiteX2" fmla="*/ 548270 w 548269"/>
                  <a:gd name="connsiteY2" fmla="*/ 298172 h 424976"/>
                  <a:gd name="connsiteX3" fmla="*/ 484299 w 548269"/>
                  <a:gd name="connsiteY3" fmla="*/ 221932 h 424976"/>
                  <a:gd name="connsiteX4" fmla="*/ 268920 w 548269"/>
                  <a:gd name="connsiteY4" fmla="*/ 233844 h 424976"/>
                  <a:gd name="connsiteX5" fmla="*/ 159085 w 548269"/>
                  <a:gd name="connsiteY5" fmla="*/ 0 h 424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269" h="424976">
                    <a:moveTo>
                      <a:pt x="290" y="83507"/>
                    </a:moveTo>
                    <a:cubicBezTo>
                      <a:pt x="-7453" y="86486"/>
                      <a:pt x="141693" y="421825"/>
                      <a:pt x="202805" y="424922"/>
                    </a:cubicBezTo>
                    <a:cubicBezTo>
                      <a:pt x="263916" y="428020"/>
                      <a:pt x="548270" y="298172"/>
                      <a:pt x="548270" y="298172"/>
                    </a:cubicBezTo>
                    <a:lnTo>
                      <a:pt x="484299" y="221932"/>
                    </a:lnTo>
                    <a:lnTo>
                      <a:pt x="268920" y="233844"/>
                    </a:lnTo>
                    <a:lnTo>
                      <a:pt x="159085" y="0"/>
                    </a:ln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70055342-87CB-00A6-F689-CA5BEF7560B9}"/>
                  </a:ext>
                </a:extLst>
              </p:cNvPr>
              <p:cNvSpPr/>
              <p:nvPr/>
            </p:nvSpPr>
            <p:spPr>
              <a:xfrm>
                <a:off x="2039174" y="2535774"/>
                <a:ext cx="377320" cy="527107"/>
              </a:xfrm>
              <a:custGeom>
                <a:avLst/>
                <a:gdLst>
                  <a:gd name="connsiteX0" fmla="*/ 61874 w 377320"/>
                  <a:gd name="connsiteY0" fmla="*/ 2953 h 527107"/>
                  <a:gd name="connsiteX1" fmla="*/ 153482 w 377320"/>
                  <a:gd name="connsiteY1" fmla="*/ 527107 h 527107"/>
                  <a:gd name="connsiteX2" fmla="*/ 377320 w 377320"/>
                  <a:gd name="connsiteY2" fmla="*/ 389874 h 527107"/>
                  <a:gd name="connsiteX3" fmla="*/ 230795 w 377320"/>
                  <a:gd name="connsiteY3" fmla="*/ 124580 h 527107"/>
                  <a:gd name="connsiteX4" fmla="*/ 61874 w 377320"/>
                  <a:gd name="connsiteY4" fmla="*/ 2953 h 52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320" h="527107">
                    <a:moveTo>
                      <a:pt x="61874" y="2953"/>
                    </a:moveTo>
                    <a:cubicBezTo>
                      <a:pt x="-15438" y="53939"/>
                      <a:pt x="-53797" y="169729"/>
                      <a:pt x="153482" y="527107"/>
                    </a:cubicBezTo>
                    <a:lnTo>
                      <a:pt x="377320" y="389874"/>
                    </a:lnTo>
                    <a:cubicBezTo>
                      <a:pt x="332052" y="306486"/>
                      <a:pt x="284044" y="245612"/>
                      <a:pt x="230795" y="124580"/>
                    </a:cubicBezTo>
                    <a:cubicBezTo>
                      <a:pt x="123463" y="-30045"/>
                      <a:pt x="61874" y="2953"/>
                      <a:pt x="61874" y="295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76347D42-37B6-97CC-A802-B5D3F6FEB4A5}"/>
                  </a:ext>
                </a:extLst>
              </p:cNvPr>
              <p:cNvSpPr/>
              <p:nvPr/>
            </p:nvSpPr>
            <p:spPr>
              <a:xfrm>
                <a:off x="2657010" y="2966591"/>
                <a:ext cx="167014" cy="188696"/>
              </a:xfrm>
              <a:custGeom>
                <a:avLst/>
                <a:gdLst>
                  <a:gd name="connsiteX0" fmla="*/ 167015 w 167014"/>
                  <a:gd name="connsiteY0" fmla="*/ 62697 h 188696"/>
                  <a:gd name="connsiteX1" fmla="*/ 150456 w 167014"/>
                  <a:gd name="connsiteY1" fmla="*/ 21122 h 188696"/>
                  <a:gd name="connsiteX2" fmla="*/ 83627 w 167014"/>
                  <a:gd name="connsiteY2" fmla="*/ 21122 h 188696"/>
                  <a:gd name="connsiteX3" fmla="*/ 83627 w 167014"/>
                  <a:gd name="connsiteY3" fmla="*/ 21122 h 188696"/>
                  <a:gd name="connsiteX4" fmla="*/ 62815 w 167014"/>
                  <a:gd name="connsiteY4" fmla="*/ 0 h 188696"/>
                  <a:gd name="connsiteX5" fmla="*/ 52892 w 167014"/>
                  <a:gd name="connsiteY5" fmla="*/ 2419 h 188696"/>
                  <a:gd name="connsiteX6" fmla="*/ 13461 w 167014"/>
                  <a:gd name="connsiteY6" fmla="*/ 35536 h 188696"/>
                  <a:gd name="connsiteX7" fmla="*/ 0 w 167014"/>
                  <a:gd name="connsiteY7" fmla="*/ 66270 h 188696"/>
                  <a:gd name="connsiteX8" fmla="*/ 38478 w 167014"/>
                  <a:gd name="connsiteY8" fmla="*/ 154781 h 188696"/>
                  <a:gd name="connsiteX9" fmla="*/ 126393 w 167014"/>
                  <a:gd name="connsiteY9" fmla="*/ 185158 h 188696"/>
                  <a:gd name="connsiteX10" fmla="*/ 141522 w 167014"/>
                  <a:gd name="connsiteY10" fmla="*/ 150969 h 188696"/>
                  <a:gd name="connsiteX11" fmla="*/ 156532 w 167014"/>
                  <a:gd name="connsiteY11" fmla="*/ 112968 h 188696"/>
                  <a:gd name="connsiteX12" fmla="*/ 167015 w 167014"/>
                  <a:gd name="connsiteY12" fmla="*/ 62697 h 18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7014" h="188696">
                    <a:moveTo>
                      <a:pt x="167015" y="62697"/>
                    </a:moveTo>
                    <a:cubicBezTo>
                      <a:pt x="167015" y="43041"/>
                      <a:pt x="161058" y="21836"/>
                      <a:pt x="150456" y="21122"/>
                    </a:cubicBezTo>
                    <a:cubicBezTo>
                      <a:pt x="139854" y="20407"/>
                      <a:pt x="83627" y="21122"/>
                      <a:pt x="83627" y="21122"/>
                    </a:cubicBezTo>
                    <a:lnTo>
                      <a:pt x="83627" y="21122"/>
                    </a:lnTo>
                    <a:cubicBezTo>
                      <a:pt x="83710" y="9543"/>
                      <a:pt x="74394" y="84"/>
                      <a:pt x="62815" y="0"/>
                    </a:cubicBezTo>
                    <a:cubicBezTo>
                      <a:pt x="59361" y="-23"/>
                      <a:pt x="55954" y="811"/>
                      <a:pt x="52892" y="2419"/>
                    </a:cubicBezTo>
                    <a:cubicBezTo>
                      <a:pt x="36214" y="11234"/>
                      <a:pt x="18107" y="23266"/>
                      <a:pt x="13461" y="35536"/>
                    </a:cubicBezTo>
                    <a:cubicBezTo>
                      <a:pt x="10090" y="46233"/>
                      <a:pt x="5587" y="56538"/>
                      <a:pt x="0" y="66270"/>
                    </a:cubicBezTo>
                    <a:lnTo>
                      <a:pt x="38478" y="154781"/>
                    </a:lnTo>
                    <a:cubicBezTo>
                      <a:pt x="38478" y="154781"/>
                      <a:pt x="109953" y="201717"/>
                      <a:pt x="126393" y="185158"/>
                    </a:cubicBezTo>
                    <a:cubicBezTo>
                      <a:pt x="135958" y="176343"/>
                      <a:pt x="141426" y="163966"/>
                      <a:pt x="141522" y="150969"/>
                    </a:cubicBezTo>
                    <a:cubicBezTo>
                      <a:pt x="141522" y="150969"/>
                      <a:pt x="158080" y="127978"/>
                      <a:pt x="156532" y="112968"/>
                    </a:cubicBezTo>
                    <a:cubicBezTo>
                      <a:pt x="154983" y="97958"/>
                      <a:pt x="167015" y="82233"/>
                      <a:pt x="167015" y="62697"/>
                    </a:cubicBezTo>
                    <a:close/>
                  </a:path>
                </a:pathLst>
              </a:custGeom>
              <a:solidFill>
                <a:srgbClr val="CD877B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0818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E3AABA0-2AB2-C420-EF43-7673A4BD3CA3}"/>
              </a:ext>
            </a:extLst>
          </p:cNvPr>
          <p:cNvSpPr txBox="1"/>
          <p:nvPr/>
        </p:nvSpPr>
        <p:spPr>
          <a:xfrm>
            <a:off x="967375" y="801516"/>
            <a:ext cx="287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创作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TIPS</a:t>
            </a:r>
            <a:endParaRPr kumimoji="0" lang="zh-CN" altLang="en-US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FAFDF4FF-D1E6-48DC-7640-3F09049FB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83419"/>
              </p:ext>
            </p:extLst>
          </p:nvPr>
        </p:nvGraphicFramePr>
        <p:xfrm>
          <a:off x="1321649" y="1795492"/>
          <a:ext cx="6972298" cy="264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026">
                  <a:extLst>
                    <a:ext uri="{9D8B030D-6E8A-4147-A177-3AD203B41FA5}">
                      <a16:colId xmlns:a16="http://schemas.microsoft.com/office/drawing/2014/main" val="2842244712"/>
                    </a:ext>
                  </a:extLst>
                </a:gridCol>
                <a:gridCol w="5523272">
                  <a:extLst>
                    <a:ext uri="{9D8B030D-6E8A-4147-A177-3AD203B41FA5}">
                      <a16:colId xmlns:a16="http://schemas.microsoft.com/office/drawing/2014/main" val="3939166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字体使用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英文  思源黑体 （可商用字体）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3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中文  思源黑体 （可商用字体）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45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主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标题 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28  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标题 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20   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正文 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14   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行距 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1.5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4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2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颜色使用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74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4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36002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D3647E7-823E-7A5F-2BF3-13AAFB8A4C3B}"/>
              </a:ext>
            </a:extLst>
          </p:cNvPr>
          <p:cNvSpPr/>
          <p:nvPr/>
        </p:nvSpPr>
        <p:spPr>
          <a:xfrm>
            <a:off x="711201" y="884237"/>
            <a:ext cx="93662" cy="277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595651-F511-8206-44FB-1D6FE84A9257}"/>
              </a:ext>
            </a:extLst>
          </p:cNvPr>
          <p:cNvSpPr/>
          <p:nvPr/>
        </p:nvSpPr>
        <p:spPr>
          <a:xfrm>
            <a:off x="1081088" y="1974057"/>
            <a:ext cx="108743" cy="1087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65BE15-2B4B-27DE-1296-924CA9D87793}"/>
              </a:ext>
            </a:extLst>
          </p:cNvPr>
          <p:cNvSpPr/>
          <p:nvPr/>
        </p:nvSpPr>
        <p:spPr>
          <a:xfrm>
            <a:off x="1081087" y="3488532"/>
            <a:ext cx="108743" cy="1087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047F7FD-E286-9FAC-4158-CA8780C2160A}"/>
              </a:ext>
            </a:extLst>
          </p:cNvPr>
          <p:cNvSpPr/>
          <p:nvPr/>
        </p:nvSpPr>
        <p:spPr>
          <a:xfrm>
            <a:off x="2808289" y="3436391"/>
            <a:ext cx="381000" cy="381000"/>
          </a:xfrm>
          <a:prstGeom prst="roundRect">
            <a:avLst>
              <a:gd name="adj" fmla="val 121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075604-9B41-EF8C-AB1F-BC48FE4D5F61}"/>
              </a:ext>
            </a:extLst>
          </p:cNvPr>
          <p:cNvGrpSpPr/>
          <p:nvPr/>
        </p:nvGrpSpPr>
        <p:grpSpPr>
          <a:xfrm>
            <a:off x="3417889" y="3436391"/>
            <a:ext cx="381000" cy="381000"/>
            <a:chOff x="3417889" y="3436391"/>
            <a:chExt cx="381000" cy="38100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AA5CF7D-5157-1698-B003-3576D80675D7}"/>
                </a:ext>
              </a:extLst>
            </p:cNvPr>
            <p:cNvSpPr/>
            <p:nvPr/>
          </p:nvSpPr>
          <p:spPr>
            <a:xfrm>
              <a:off x="3417889" y="3436391"/>
              <a:ext cx="381000" cy="381000"/>
            </a:xfrm>
            <a:prstGeom prst="roundRect">
              <a:avLst>
                <a:gd name="adj" fmla="val 121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76200" dir="13500008" rotWithShape="0">
                <a:schemeClr val="accent1">
                  <a:lumMod val="6107"/>
                  <a:lumOff val="93893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6C033F3-4BAC-CCF8-2788-0D8F1AF5E15D}"/>
                </a:ext>
              </a:extLst>
            </p:cNvPr>
            <p:cNvSpPr/>
            <p:nvPr/>
          </p:nvSpPr>
          <p:spPr>
            <a:xfrm>
              <a:off x="3417889" y="3436391"/>
              <a:ext cx="381000" cy="381000"/>
            </a:xfrm>
            <a:prstGeom prst="roundRect">
              <a:avLst>
                <a:gd name="adj" fmla="val 121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dist="63500" dir="2700004" rotWithShape="0">
                <a:schemeClr val="accent1">
                  <a:lumMod val="80000"/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endParaRPr>
            </a:p>
          </p:txBody>
        </p:sp>
      </p:grp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0E2E308-741A-0362-82D6-929AD2848196}"/>
              </a:ext>
            </a:extLst>
          </p:cNvPr>
          <p:cNvSpPr/>
          <p:nvPr/>
        </p:nvSpPr>
        <p:spPr>
          <a:xfrm>
            <a:off x="4027489" y="3436391"/>
            <a:ext cx="381000" cy="381000"/>
          </a:xfrm>
          <a:prstGeom prst="roundRect">
            <a:avLst>
              <a:gd name="adj" fmla="val 121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920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e462b32-d5ea-429b-8741-45ec73697608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0766;#161661;#960948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3357;#77345;#109755;#109630;"/>
</p:tagLst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rgbClr val="E5F1FF"/>
      </a:lt1>
      <a:dk2>
        <a:srgbClr val="0085FC"/>
      </a:dk2>
      <a:lt2>
        <a:srgbClr val="FFFFFF"/>
      </a:lt2>
      <a:accent1>
        <a:srgbClr val="E5F1FF"/>
      </a:accent1>
      <a:accent2>
        <a:srgbClr val="0085FC"/>
      </a:accent2>
      <a:accent3>
        <a:srgbClr val="FDB744"/>
      </a:accent3>
      <a:accent4>
        <a:srgbClr val="AAC8E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Heavy"/>
        <a:ea typeface="思源黑体 CN Medium"/>
        <a:cs typeface=""/>
      </a:majorFont>
      <a:minorFont>
        <a:latin typeface="思源黑体 CN Medium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B678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1473</Words>
  <Application>Microsoft Office PowerPoint</Application>
  <PresentationFormat>宽屏</PresentationFormat>
  <Paragraphs>302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思源黑体 CN Heavy</vt:lpstr>
      <vt:lpstr>阿里巴巴普惠体 R</vt:lpstr>
      <vt:lpstr>思源宋体 CN</vt:lpstr>
      <vt:lpstr>思源黑体 CN Light</vt:lpstr>
      <vt:lpstr>思源黑体 CN Normal</vt:lpstr>
      <vt:lpstr>思源黑体 CN Medium</vt:lpstr>
      <vt:lpstr>思源黑体 CN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爽 李</cp:lastModifiedBy>
  <cp:revision>52</cp:revision>
  <dcterms:created xsi:type="dcterms:W3CDTF">2023-05-15T14:34:43Z</dcterms:created>
  <dcterms:modified xsi:type="dcterms:W3CDTF">2025-02-18T08:29:31Z</dcterms:modified>
</cp:coreProperties>
</file>