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C3E50"/>
                </a:solidFill>
              </a:defRPr>
            </a:pPr>
            <a:r>
              <a:t>[Title Slide]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4495E"/>
                </a:solidFill>
              </a:defRPr>
            </a:pPr>
            <a:r>
              <a:t>[Subtitle]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[Content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4495E"/>
                </a:solidFill>
              </a:defRPr>
            </a:pPr>
            <a:r>
              <a:t>[Content Area - Bullet points, paragraphs, etc.]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[Two Column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394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4495E"/>
                </a:solidFill>
              </a:defRPr>
            </a:pPr>
            <a:r>
              <a:t>[Left Column]</a:t>
            </a:r>
          </a:p>
        </p:txBody>
      </p:sp>
      <p:sp>
        <p:nvSpPr>
          <p:cNvPr id="5" name="Rectangle 4"/>
          <p:cNvSpPr/>
          <p:nvPr/>
        </p:nvSpPr>
        <p:spPr>
          <a:xfrm>
            <a:off x="5989320" y="1188720"/>
            <a:ext cx="18288" cy="52120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0" y="1188720"/>
            <a:ext cx="5394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4495E"/>
                </a:solidFill>
              </a:defRPr>
            </a:pPr>
            <a:r>
              <a:t>[Right Column]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[Image/Chart Title]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9448495" cy="4572000"/>
          </a:xfrm>
          <a:prstGeom prst="rect">
            <a:avLst/>
          </a:prstGeom>
          <a:solidFill>
            <a:srgbClr val="ECF0F1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3200400"/>
            <a:ext cx="48764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4495E"/>
                </a:solidFill>
              </a:defRPr>
            </a:pPr>
            <a:r>
              <a:t>[Image or Chart Area]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