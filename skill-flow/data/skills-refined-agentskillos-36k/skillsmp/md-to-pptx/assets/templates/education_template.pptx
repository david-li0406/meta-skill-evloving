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682B4"/>
                </a:solidFill>
              </a:defRPr>
            </a:pPr>
            <a:r>
              <a:t>[Title Slide]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C3C3C"/>
                </a:solidFill>
              </a:defRPr>
            </a:pPr>
            <a:r>
              <a:t>[Subtitle]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82B4"/>
                </a:solidFill>
              </a:defRPr>
            </a:pPr>
            <a:r>
              <a:t>[Content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[Content Area - Bullet points, paragraphs, etc.]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82B4"/>
                </a:solidFill>
              </a:defRPr>
            </a:pPr>
            <a:r>
              <a:t>[Two Column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[Left Column]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1188720"/>
            <a:ext cx="18288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C3C3C"/>
                </a:solidFill>
              </a:defRPr>
            </a:pPr>
            <a:r>
              <a:t>[Right Column]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682B4"/>
                </a:solidFill>
              </a:defRPr>
            </a:pPr>
            <a:r>
              <a:t>[Image/Chart Title]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8495" cy="4572000"/>
          </a:xfrm>
          <a:prstGeom prst="rect">
            <a:avLst/>
          </a:prstGeom>
          <a:solidFill>
            <a:srgbClr val="F5F5F5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200400"/>
            <a:ext cx="4876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C3C3C"/>
                </a:solidFill>
              </a:defRPr>
            </a:pPr>
            <a:r>
              <a:t>[Image or Chart Area]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