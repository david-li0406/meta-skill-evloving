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04800"/>
            <a:ext cx="88011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1500" y="529530"/>
            <a:ext cx="44110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シーケンス図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71500" y="948630"/>
            <a:ext cx="80010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var/folders/vj/9jvc0zgs7s581s8hddq2_8bh0000gn/T/rasterized-svg-2a8f18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399" y="1603772"/>
            <a:ext cx="2857202" cy="1490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2026-01-20T22:46:31Z</dcterms:created>
  <dcterms:modified xsi:type="dcterms:W3CDTF">2026-01-20T22:46:31Z</dcterms:modified>
</cp:coreProperties>
</file>